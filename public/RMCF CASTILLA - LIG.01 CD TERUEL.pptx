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98" d="100"/>
          <a:sy n="98" d="100"/>
        </p:scale>
        <p:origin x="760" y="19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152089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6925672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FF0ADA-B6DC-964F-B5E6-7503B8E84E5D}" type="datetimeFigureOut">
              <a:rPr lang="es-ES"/>
              <a:t>20/8/26</a:t>
            </a:fld>
            <a:endParaRPr lang="es-ES"/>
          </a:p>
        </p:txBody>
      </p:sp>
      <p:sp>
        <p:nvSpPr>
          <p:cNvPr id="666225464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492893210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19318485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7860589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5D9E7BC-BCF7-3B4C-A9B0-9E5C4941110B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462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017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451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8381B6-1ED8-B93D-6B78-10AB7F2C0C93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765695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608964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12301601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F78FF82-F847-61E5-4D6E-5706FFCF1E1D}" type="slidenum">
              <a:rPr lang="es-ES"/>
              <a:t>2</a:t>
            </a:fld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389196" name="Marcador de imagen d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2106339" name="Marcador de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48947124" name="Marcador de número de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A96C7CD-1902-C334-1B12-9665C7CE2BC0}" type="slidenum">
              <a:rPr lang="es-ES"/>
              <a:t>3</a:t>
            </a:fld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9410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65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429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6234C9-D1D2-89B4-66DE-B6A47AEBF59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486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6382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3669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824D95-0E4A-8269-E9F4-749A175DDD6E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472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487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667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663F4D-84FC-C37F-DD2A-DA93B20DA65C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11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0748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781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FF2A12-C6F8-3149-CB2F-22388712DA2A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828315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4727988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75821513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983485322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1637725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66279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43067873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92329830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548572121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94304623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065339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21541028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70000170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448578676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10000848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8983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65158278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906097675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97789117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30471264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453340207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279460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60690571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457240738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169579756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97819051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2141121711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03248673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308826291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37260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25839930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530339381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1824003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842130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677895343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4462482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74805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29711409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600927040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69057963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7246770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98028821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48574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66269616" name="Marcador de posición de imagen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s-ES"/>
          </a:p>
        </p:txBody>
      </p:sp>
      <p:sp>
        <p:nvSpPr>
          <p:cNvPr id="586034618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498634592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381278214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06107342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64768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75881484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780489865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913793294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8186913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928555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10732739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517382203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159179420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17261717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893550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76751756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768341371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48BB92-F96F-134E-B327-422C9B41D00A}" type="datetimeFigureOut">
              <a:rPr lang="es-ES"/>
              <a:t>20/8/26</a:t>
            </a:fld>
            <a:endParaRPr lang="es-ES"/>
          </a:p>
        </p:txBody>
      </p:sp>
      <p:sp>
        <p:nvSpPr>
          <p:cNvPr id="2020390182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652592981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1C82FB-6304-404E-8954-1778D4AF9E04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7.png"/><Relationship Id="rId10" Type="http://schemas.openxmlformats.org/officeDocument/2006/relationships/image" Target="../media/image5.png"/><Relationship Id="rId11" Type="http://schemas.openxmlformats.org/officeDocument/2006/relationships/image" Target="../media/image11.png"/><Relationship Id="rId12" Type="http://schemas.openxmlformats.org/officeDocument/2006/relationships/image" Target="../media/image8.png"/><Relationship Id="rId13" Type="http://schemas.openxmlformats.org/officeDocument/2006/relationships/image" Target="../media/image12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7.png"/><Relationship Id="rId9" Type="http://schemas.openxmlformats.org/officeDocument/2006/relationships/image" Target="../media/image5.png"/><Relationship Id="rId10" Type="http://schemas.openxmlformats.org/officeDocument/2006/relationships/image" Target="../media/image12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7.png"/><Relationship Id="rId10" Type="http://schemas.openxmlformats.org/officeDocument/2006/relationships/image" Target="../media/image5.png"/><Relationship Id="rId11" Type="http://schemas.openxmlformats.org/officeDocument/2006/relationships/image" Target="../media/image12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7.png"/><Relationship Id="rId10" Type="http://schemas.openxmlformats.org/officeDocument/2006/relationships/image" Target="../media/image5.png"/><Relationship Id="rId11" Type="http://schemas.openxmlformats.org/officeDocument/2006/relationships/image" Target="../media/image12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Relationship Id="rId9" Type="http://schemas.openxmlformats.org/officeDocument/2006/relationships/image" Target="../media/image7.png"/><Relationship Id="rId10" Type="http://schemas.openxmlformats.org/officeDocument/2006/relationships/image" Target="../media/image5.png"/><Relationship Id="rId11" Type="http://schemas.openxmlformats.org/officeDocument/2006/relationships/image" Target="../media/image12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8.png"/><Relationship Id="rId1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1719859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7995"/>
          </a:xfrm>
          <a:prstGeom prst="rect">
            <a:avLst/>
          </a:prstGeom>
        </p:spPr>
      </p:pic>
      <p:sp>
        <p:nvSpPr>
          <p:cNvPr id="148011130" name="Rectángulo: esquinas redondeadas 82"/>
          <p:cNvSpPr/>
          <p:nvPr/>
        </p:nvSpPr>
        <p:spPr bwMode="auto">
          <a:xfrm>
            <a:off x="5200683" y="1891187"/>
            <a:ext cx="831708" cy="514407"/>
          </a:xfrm>
          <a:prstGeom prst="roundRect">
            <a:avLst>
              <a:gd name="adj" fmla="val 16667"/>
            </a:avLst>
          </a:prstGeom>
          <a:solidFill>
            <a:srgbClr val="203864">
              <a:alpha val="50196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71044566" name="Forma libre 33"/>
          <p:cNvSpPr/>
          <p:nvPr/>
        </p:nvSpPr>
        <p:spPr bwMode="auto">
          <a:xfrm rot="12507145">
            <a:off x="6070262" y="2493621"/>
            <a:ext cx="759378" cy="150543"/>
          </a:xfrm>
          <a:custGeom>
            <a:avLst/>
            <a:gdLst>
              <a:gd name="connsiteX0" fmla="*/ 0 w 1839191"/>
              <a:gd name="connsiteY0" fmla="*/ 648551 h 648551"/>
              <a:gd name="connsiteX1" fmla="*/ 748146 w 1839191"/>
              <a:gd name="connsiteY1" fmla="*/ 14706 h 648551"/>
              <a:gd name="connsiteX2" fmla="*/ 1839191 w 1839191"/>
              <a:gd name="connsiteY2" fmla="*/ 264088 h 64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191" h="648551" fill="norm" stroke="1" extrusionOk="0">
                <a:moveTo>
                  <a:pt x="0" y="648551"/>
                </a:moveTo>
                <a:cubicBezTo>
                  <a:pt x="220807" y="363667"/>
                  <a:pt x="441614" y="78783"/>
                  <a:pt x="748146" y="14706"/>
                </a:cubicBezTo>
                <a:cubicBezTo>
                  <a:pt x="1054678" y="-49371"/>
                  <a:pt x="1446934" y="107358"/>
                  <a:pt x="1839191" y="264088"/>
                </a:cubicBezTo>
              </a:path>
            </a:pathLst>
          </a:custGeom>
          <a:noFill/>
          <a:ln w="38100" cap="sq">
            <a:solidFill>
              <a:srgbClr val="00304E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chemeClr val="bg1"/>
              </a:solidFill>
            </a:endParaRPr>
          </a:p>
        </p:txBody>
      </p:sp>
      <p:sp>
        <p:nvSpPr>
          <p:cNvPr id="2088870971" name="Rectángulo redondeado 56"/>
          <p:cNvSpPr/>
          <p:nvPr/>
        </p:nvSpPr>
        <p:spPr bwMode="auto">
          <a:xfrm>
            <a:off x="-23747" y="4599"/>
            <a:ext cx="12215750" cy="76881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304E"/>
              </a:gs>
              <a:gs pos="49000">
                <a:srgbClr val="004C7A"/>
              </a:gs>
              <a:gs pos="100000">
                <a:srgbClr val="004C7A"/>
              </a:gs>
            </a:gsLst>
            <a:path path="circle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3600" b="1">
                <a:solidFill>
                  <a:srgbClr val="FF9E12"/>
                </a:solidFill>
              </a:rPr>
              <a:t>     CÓRNER</a:t>
            </a:r>
            <a:r>
              <a:rPr lang="en-GB" sz="3600" b="1">
                <a:solidFill>
                  <a:srgbClr val="FF9E12"/>
                </a:solidFill>
              </a:rPr>
              <a:t> OFENSIVO</a:t>
            </a:r>
            <a:endParaRPr/>
          </a:p>
        </p:txBody>
      </p:sp>
      <p:pic>
        <p:nvPicPr>
          <p:cNvPr id="832112967" name="Imagen 5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05192" y="30222"/>
            <a:ext cx="496683" cy="695124"/>
          </a:xfrm>
          <a:prstGeom prst="rect">
            <a:avLst/>
          </a:prstGeom>
        </p:spPr>
      </p:pic>
      <p:pic>
        <p:nvPicPr>
          <p:cNvPr id="1371767702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>
            <a:off x="1381545" y="1356759"/>
            <a:ext cx="264397" cy="235019"/>
          </a:xfrm>
          <a:prstGeom prst="rect">
            <a:avLst/>
          </a:prstGeom>
          <a:noFill/>
        </p:spPr>
      </p:pic>
      <p:grpSp>
        <p:nvGrpSpPr>
          <p:cNvPr id="2129279879" name="Grupo 25"/>
          <p:cNvGrpSpPr/>
          <p:nvPr/>
        </p:nvGrpSpPr>
        <p:grpSpPr bwMode="auto">
          <a:xfrm>
            <a:off x="3744410" y="3370914"/>
            <a:ext cx="377100" cy="288000"/>
            <a:chOff x="1037502" y="1182974"/>
            <a:chExt cx="377100" cy="288000"/>
          </a:xfrm>
        </p:grpSpPr>
        <p:sp>
          <p:nvSpPr>
            <p:cNvPr id="1737894126" name="Elipse 27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430421521" name="CuadroTexto 31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RC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062902273" name="Forma libre 33"/>
          <p:cNvSpPr/>
          <p:nvPr/>
        </p:nvSpPr>
        <p:spPr bwMode="auto">
          <a:xfrm rot="1013893">
            <a:off x="1794623" y="1528846"/>
            <a:ext cx="3725781" cy="426492"/>
          </a:xfrm>
          <a:custGeom>
            <a:avLst/>
            <a:gdLst>
              <a:gd name="connsiteX0" fmla="*/ 0 w 1839191"/>
              <a:gd name="connsiteY0" fmla="*/ 648551 h 648551"/>
              <a:gd name="connsiteX1" fmla="*/ 748146 w 1839191"/>
              <a:gd name="connsiteY1" fmla="*/ 14706 h 648551"/>
              <a:gd name="connsiteX2" fmla="*/ 1839191 w 1839191"/>
              <a:gd name="connsiteY2" fmla="*/ 264088 h 64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191" h="648551" fill="norm" stroke="1" extrusionOk="0">
                <a:moveTo>
                  <a:pt x="0" y="648551"/>
                </a:moveTo>
                <a:cubicBezTo>
                  <a:pt x="220807" y="363667"/>
                  <a:pt x="441614" y="78783"/>
                  <a:pt x="748146" y="14706"/>
                </a:cubicBezTo>
                <a:cubicBezTo>
                  <a:pt x="1054678" y="-49371"/>
                  <a:pt x="1446934" y="107358"/>
                  <a:pt x="1839191" y="264088"/>
                </a:cubicBezTo>
              </a:path>
            </a:pathLst>
          </a:custGeom>
          <a:noFill/>
          <a:ln w="38100" cap="sq">
            <a:solidFill>
              <a:schemeClr val="bg1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chemeClr val="bg1"/>
              </a:solidFill>
            </a:endParaRPr>
          </a:p>
        </p:txBody>
      </p:sp>
      <p:grpSp>
        <p:nvGrpSpPr>
          <p:cNvPr id="1510076002" name="Grupo 26"/>
          <p:cNvGrpSpPr/>
          <p:nvPr/>
        </p:nvGrpSpPr>
        <p:grpSpPr bwMode="auto">
          <a:xfrm>
            <a:off x="5278145" y="5366959"/>
            <a:ext cx="342145" cy="288000"/>
            <a:chOff x="1072458" y="1182974"/>
            <a:chExt cx="342145" cy="288000"/>
          </a:xfrm>
        </p:grpSpPr>
        <p:sp>
          <p:nvSpPr>
            <p:cNvPr id="794856154" name="Elipse 28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441964243" name="CuadroTexto 30"/>
            <p:cNvSpPr txBox="1"/>
            <p:nvPr/>
          </p:nvSpPr>
          <p:spPr bwMode="auto">
            <a:xfrm>
              <a:off x="1072458" y="1188477"/>
              <a:ext cx="342145" cy="276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C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32618030" name="Rectángulo: esquinas redondeadas 4"/>
          <p:cNvSpPr/>
          <p:nvPr/>
        </p:nvSpPr>
        <p:spPr bwMode="auto">
          <a:xfrm>
            <a:off x="8121405" y="894854"/>
            <a:ext cx="3936384" cy="3557066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042095468" name="Rectángulo: esquinas redondeadas 5"/>
          <p:cNvSpPr/>
          <p:nvPr/>
        </p:nvSpPr>
        <p:spPr bwMode="auto">
          <a:xfrm>
            <a:off x="8725636" y="1226107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LANZADORES</a:t>
            </a:r>
            <a:endParaRPr/>
          </a:p>
        </p:txBody>
      </p:sp>
      <p:sp>
        <p:nvSpPr>
          <p:cNvPr id="1775318977" name="Rectángulo: esquinas redondeadas 6"/>
          <p:cNvSpPr/>
          <p:nvPr/>
        </p:nvSpPr>
        <p:spPr bwMode="auto">
          <a:xfrm>
            <a:off x="10269189" y="1226107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BLOQUEOS</a:t>
            </a:r>
            <a:endParaRPr/>
          </a:p>
        </p:txBody>
      </p:sp>
      <p:sp>
        <p:nvSpPr>
          <p:cNvPr id="252528541" name="Rectángulo: esquinas redondeadas 10"/>
          <p:cNvSpPr/>
          <p:nvPr/>
        </p:nvSpPr>
        <p:spPr bwMode="auto">
          <a:xfrm>
            <a:off x="8725636" y="2344449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RECHACE</a:t>
            </a:r>
            <a:endParaRPr/>
          </a:p>
        </p:txBody>
      </p:sp>
      <p:sp>
        <p:nvSpPr>
          <p:cNvPr id="954600899" name="Rectángulo: esquinas redondeadas 14"/>
          <p:cNvSpPr/>
          <p:nvPr/>
        </p:nvSpPr>
        <p:spPr bwMode="auto">
          <a:xfrm>
            <a:off x="10269189" y="2344449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REMATADORES</a:t>
            </a:r>
            <a:endParaRPr/>
          </a:p>
        </p:txBody>
      </p:sp>
      <p:sp>
        <p:nvSpPr>
          <p:cNvPr id="932863382" name="Rectángulo: esquinas redondeadas 15"/>
          <p:cNvSpPr/>
          <p:nvPr/>
        </p:nvSpPr>
        <p:spPr bwMode="auto">
          <a:xfrm>
            <a:off x="8725636" y="3442914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CIERRA</a:t>
            </a:r>
            <a:endParaRPr/>
          </a:p>
        </p:txBody>
      </p:sp>
      <p:cxnSp>
        <p:nvCxnSpPr>
          <p:cNvPr id="1910635624" name="Conector recto de flecha 17"/>
          <p:cNvCxnSpPr/>
          <p:nvPr/>
        </p:nvCxnSpPr>
        <p:spPr bwMode="auto">
          <a:xfrm flipH="1" flipV="1">
            <a:off x="5951998" y="2152407"/>
            <a:ext cx="401800" cy="32652"/>
          </a:xfrm>
          <a:prstGeom prst="straightConnector1">
            <a:avLst/>
          </a:prstGeom>
          <a:solidFill>
            <a:schemeClr val="bg1"/>
          </a:solidFill>
          <a:ln w="38100" cap="sq">
            <a:solidFill>
              <a:srgbClr val="00304E"/>
            </a:solidFill>
            <a:prstDash val="sysDash"/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3204762" name="Forma libre 33"/>
          <p:cNvSpPr/>
          <p:nvPr/>
        </p:nvSpPr>
        <p:spPr bwMode="auto">
          <a:xfrm rot="13035959">
            <a:off x="5714096" y="2574531"/>
            <a:ext cx="894052" cy="421587"/>
          </a:xfrm>
          <a:custGeom>
            <a:avLst/>
            <a:gdLst>
              <a:gd name="connsiteX0" fmla="*/ 0 w 1839191"/>
              <a:gd name="connsiteY0" fmla="*/ 648551 h 648551"/>
              <a:gd name="connsiteX1" fmla="*/ 748146 w 1839191"/>
              <a:gd name="connsiteY1" fmla="*/ 14706 h 648551"/>
              <a:gd name="connsiteX2" fmla="*/ 1839191 w 1839191"/>
              <a:gd name="connsiteY2" fmla="*/ 264088 h 64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191" h="648551" fill="norm" stroke="1" extrusionOk="0">
                <a:moveTo>
                  <a:pt x="0" y="648551"/>
                </a:moveTo>
                <a:cubicBezTo>
                  <a:pt x="220807" y="363667"/>
                  <a:pt x="441614" y="78783"/>
                  <a:pt x="748146" y="14706"/>
                </a:cubicBezTo>
                <a:cubicBezTo>
                  <a:pt x="1054678" y="-49371"/>
                  <a:pt x="1446934" y="107358"/>
                  <a:pt x="1839191" y="264088"/>
                </a:cubicBezTo>
              </a:path>
            </a:pathLst>
          </a:custGeom>
          <a:noFill/>
          <a:ln w="38100" cap="sq">
            <a:solidFill>
              <a:srgbClr val="00304E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chemeClr val="bg1"/>
              </a:solidFill>
            </a:endParaRPr>
          </a:p>
        </p:txBody>
      </p:sp>
      <p:grpSp>
        <p:nvGrpSpPr>
          <p:cNvPr id="539033013" name="Grupo 45"/>
          <p:cNvGrpSpPr/>
          <p:nvPr/>
        </p:nvGrpSpPr>
        <p:grpSpPr bwMode="auto">
          <a:xfrm>
            <a:off x="6676758" y="2548165"/>
            <a:ext cx="377100" cy="288000"/>
            <a:chOff x="1037502" y="1182974"/>
            <a:chExt cx="377100" cy="288000"/>
          </a:xfrm>
        </p:grpSpPr>
        <p:sp>
          <p:nvSpPr>
            <p:cNvPr id="1721038970" name="Elipse 46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186342830" name="CuadroTexto 47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R2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942986794" name="Forma libre 33"/>
          <p:cNvSpPr/>
          <p:nvPr/>
        </p:nvSpPr>
        <p:spPr bwMode="auto">
          <a:xfrm rot="11384960">
            <a:off x="5310846" y="1557513"/>
            <a:ext cx="511771" cy="429858"/>
          </a:xfrm>
          <a:custGeom>
            <a:avLst/>
            <a:gdLst>
              <a:gd name="connsiteX0" fmla="*/ 0 w 1839191"/>
              <a:gd name="connsiteY0" fmla="*/ 648551 h 648551"/>
              <a:gd name="connsiteX1" fmla="*/ 748146 w 1839191"/>
              <a:gd name="connsiteY1" fmla="*/ 14706 h 648551"/>
              <a:gd name="connsiteX2" fmla="*/ 1839191 w 1839191"/>
              <a:gd name="connsiteY2" fmla="*/ 264088 h 64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191" h="648551" fill="norm" stroke="1" extrusionOk="0">
                <a:moveTo>
                  <a:pt x="0" y="648551"/>
                </a:moveTo>
                <a:cubicBezTo>
                  <a:pt x="220807" y="363667"/>
                  <a:pt x="441614" y="78783"/>
                  <a:pt x="748146" y="14706"/>
                </a:cubicBezTo>
                <a:cubicBezTo>
                  <a:pt x="1054678" y="-49371"/>
                  <a:pt x="1446934" y="107358"/>
                  <a:pt x="1839191" y="264088"/>
                </a:cubicBezTo>
              </a:path>
            </a:pathLst>
          </a:custGeom>
          <a:noFill/>
          <a:ln w="38100" cap="sq">
            <a:solidFill>
              <a:srgbClr val="00304E"/>
            </a:solidFill>
            <a:prstDash val="sysDash"/>
            <a:headEnd type="none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chemeClr val="bg1"/>
              </a:solidFill>
            </a:endParaRPr>
          </a:p>
        </p:txBody>
      </p:sp>
      <p:grpSp>
        <p:nvGrpSpPr>
          <p:cNvPr id="1969883736" name="Grupo 8"/>
          <p:cNvGrpSpPr/>
          <p:nvPr/>
        </p:nvGrpSpPr>
        <p:grpSpPr bwMode="auto">
          <a:xfrm>
            <a:off x="1838989" y="2262782"/>
            <a:ext cx="377820" cy="288000"/>
            <a:chOff x="0" y="0"/>
            <a:chExt cx="377820" cy="288000"/>
          </a:xfrm>
        </p:grpSpPr>
        <p:sp>
          <p:nvSpPr>
            <p:cNvPr id="615840703" name="Elipse 29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188788150" name="CuadroTexto 7"/>
            <p:cNvSpPr txBox="1"/>
            <p:nvPr/>
          </p:nvSpPr>
          <p:spPr bwMode="auto">
            <a:xfrm>
              <a:off x="0" y="5500"/>
              <a:ext cx="377820" cy="2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D1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4897155" name="Grupo 25"/>
          <p:cNvGrpSpPr/>
          <p:nvPr/>
        </p:nvGrpSpPr>
        <p:grpSpPr bwMode="auto">
          <a:xfrm>
            <a:off x="3744410" y="3370914"/>
            <a:ext cx="377100" cy="288000"/>
            <a:chOff x="1037502" y="1182974"/>
            <a:chExt cx="377100" cy="288000"/>
          </a:xfrm>
        </p:grpSpPr>
        <p:sp>
          <p:nvSpPr>
            <p:cNvPr id="435594118" name="Elipse 27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78728015" name="CuadroTexto 31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RC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74043275" name="Grupo 66"/>
          <p:cNvGrpSpPr/>
          <p:nvPr/>
        </p:nvGrpSpPr>
        <p:grpSpPr bwMode="auto">
          <a:xfrm>
            <a:off x="5752031" y="3407085"/>
            <a:ext cx="377100" cy="288000"/>
            <a:chOff x="1037502" y="1182974"/>
            <a:chExt cx="377100" cy="288000"/>
          </a:xfrm>
        </p:grpSpPr>
        <p:sp>
          <p:nvSpPr>
            <p:cNvPr id="1168934330" name="Elipse 67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341599154" name="CuadroTexto 68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RL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941431126" name="Grupo 39"/>
          <p:cNvGrpSpPr/>
          <p:nvPr/>
        </p:nvGrpSpPr>
        <p:grpSpPr bwMode="auto">
          <a:xfrm>
            <a:off x="6953851" y="2356814"/>
            <a:ext cx="379261" cy="288000"/>
            <a:chOff x="0" y="0"/>
            <a:chExt cx="379261" cy="288000"/>
          </a:xfrm>
        </p:grpSpPr>
        <p:sp>
          <p:nvSpPr>
            <p:cNvPr id="718039033" name="Elipse 40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635181456" name="CuadroTexto 41"/>
            <p:cNvSpPr txBox="1"/>
            <p:nvPr/>
          </p:nvSpPr>
          <p:spPr bwMode="auto">
            <a:xfrm>
              <a:off x="0" y="5499"/>
              <a:ext cx="379261" cy="259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R3</a:t>
              </a:r>
              <a:endParaRPr/>
            </a:p>
          </p:txBody>
        </p:sp>
      </p:grpSp>
      <p:grpSp>
        <p:nvGrpSpPr>
          <p:cNvPr id="1447500121" name="Grupo 26"/>
          <p:cNvGrpSpPr/>
          <p:nvPr/>
        </p:nvGrpSpPr>
        <p:grpSpPr bwMode="auto">
          <a:xfrm>
            <a:off x="5278145" y="5366959"/>
            <a:ext cx="342145" cy="288000"/>
            <a:chOff x="1072458" y="1182974"/>
            <a:chExt cx="342145" cy="288000"/>
          </a:xfrm>
        </p:grpSpPr>
        <p:sp>
          <p:nvSpPr>
            <p:cNvPr id="387853945" name="Elipse 28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470479490" name="CuadroTexto 30"/>
            <p:cNvSpPr txBox="1"/>
            <p:nvPr/>
          </p:nvSpPr>
          <p:spPr bwMode="auto">
            <a:xfrm>
              <a:off x="1072458" y="1188477"/>
              <a:ext cx="342145" cy="276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C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637655649" name="Grupo 9"/>
          <p:cNvGrpSpPr/>
          <p:nvPr/>
        </p:nvGrpSpPr>
        <p:grpSpPr bwMode="auto">
          <a:xfrm>
            <a:off x="979812" y="1351471"/>
            <a:ext cx="378540" cy="288000"/>
            <a:chOff x="0" y="0"/>
            <a:chExt cx="378540" cy="288000"/>
          </a:xfrm>
        </p:grpSpPr>
        <p:sp>
          <p:nvSpPr>
            <p:cNvPr id="2131976889" name="Elipse 11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02300852" name="CuadroTexto 12"/>
            <p:cNvSpPr txBox="1"/>
            <p:nvPr/>
          </p:nvSpPr>
          <p:spPr bwMode="auto">
            <a:xfrm>
              <a:off x="0" y="5500"/>
              <a:ext cx="378540" cy="2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200" b="1">
                  <a:latin typeface="Trebuchet MS"/>
                </a:rPr>
                <a:t>Z</a:t>
              </a:r>
              <a:r>
                <a:rPr lang="es-ES" sz="1200" b="1">
                  <a:latin typeface="Trebuchet MS"/>
                </a:rPr>
                <a:t>1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476822220" name="Grupo 32"/>
          <p:cNvGrpSpPr/>
          <p:nvPr/>
        </p:nvGrpSpPr>
        <p:grpSpPr bwMode="auto">
          <a:xfrm>
            <a:off x="6094179" y="2013267"/>
            <a:ext cx="377100" cy="288000"/>
            <a:chOff x="1037502" y="1182974"/>
            <a:chExt cx="377100" cy="288000"/>
          </a:xfrm>
        </p:grpSpPr>
        <p:sp>
          <p:nvSpPr>
            <p:cNvPr id="884609119" name="Elipse 33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821591902" name="CuadroTexto 34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BZ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090456541" name="Grupo 36"/>
          <p:cNvGrpSpPr/>
          <p:nvPr/>
        </p:nvGrpSpPr>
        <p:grpSpPr bwMode="auto">
          <a:xfrm>
            <a:off x="6409186" y="2773147"/>
            <a:ext cx="377100" cy="288000"/>
            <a:chOff x="1037502" y="1182974"/>
            <a:chExt cx="377100" cy="288000"/>
          </a:xfrm>
        </p:grpSpPr>
        <p:sp>
          <p:nvSpPr>
            <p:cNvPr id="1698140728" name="Elipse 37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959454608" name="CuadroTexto 38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R1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185385989" name="Grupo 45"/>
          <p:cNvGrpSpPr/>
          <p:nvPr/>
        </p:nvGrpSpPr>
        <p:grpSpPr bwMode="auto">
          <a:xfrm>
            <a:off x="6676758" y="2548165"/>
            <a:ext cx="377100" cy="288000"/>
            <a:chOff x="1037502" y="1182974"/>
            <a:chExt cx="377100" cy="288000"/>
          </a:xfrm>
        </p:grpSpPr>
        <p:sp>
          <p:nvSpPr>
            <p:cNvPr id="1635601835" name="Elipse 46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3508332" name="CuadroTexto 47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R2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389452149" name="Grupo 49"/>
          <p:cNvGrpSpPr/>
          <p:nvPr/>
        </p:nvGrpSpPr>
        <p:grpSpPr bwMode="auto">
          <a:xfrm>
            <a:off x="5702265" y="1480476"/>
            <a:ext cx="377100" cy="288000"/>
            <a:chOff x="1037502" y="1182974"/>
            <a:chExt cx="377100" cy="288000"/>
          </a:xfrm>
        </p:grpSpPr>
        <p:sp>
          <p:nvSpPr>
            <p:cNvPr id="240892368" name="Elipse 55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29554302" name="CuadroTexto 56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BC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51488139" name="Forma libre 33"/>
          <p:cNvSpPr/>
          <p:nvPr/>
        </p:nvSpPr>
        <p:spPr bwMode="auto">
          <a:xfrm rot="13241358" flipV="1">
            <a:off x="6562713" y="1822333"/>
            <a:ext cx="914085" cy="87975"/>
          </a:xfrm>
          <a:custGeom>
            <a:avLst/>
            <a:gdLst>
              <a:gd name="connsiteX0" fmla="*/ 0 w 1839191"/>
              <a:gd name="connsiteY0" fmla="*/ 648551 h 648551"/>
              <a:gd name="connsiteX1" fmla="*/ 748146 w 1839191"/>
              <a:gd name="connsiteY1" fmla="*/ 14706 h 648551"/>
              <a:gd name="connsiteX2" fmla="*/ 1839191 w 1839191"/>
              <a:gd name="connsiteY2" fmla="*/ 264088 h 64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9191" h="648551" fill="norm" stroke="1" extrusionOk="0">
                <a:moveTo>
                  <a:pt x="0" y="648551"/>
                </a:moveTo>
                <a:cubicBezTo>
                  <a:pt x="220807" y="363667"/>
                  <a:pt x="441614" y="78783"/>
                  <a:pt x="748146" y="14706"/>
                </a:cubicBezTo>
                <a:cubicBezTo>
                  <a:pt x="1054678" y="-49371"/>
                  <a:pt x="1446934" y="107358"/>
                  <a:pt x="1839191" y="264088"/>
                </a:cubicBezTo>
              </a:path>
            </a:pathLst>
          </a:custGeom>
          <a:noFill/>
          <a:ln w="38100" cap="sq">
            <a:solidFill>
              <a:srgbClr val="00304E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400" b="0">
              <a:solidFill>
                <a:schemeClr val="bg1"/>
              </a:solidFill>
            </a:endParaRPr>
          </a:p>
        </p:txBody>
      </p:sp>
      <p:sp>
        <p:nvSpPr>
          <p:cNvPr id="725747014" name="Rectángulo: esquinas redondeadas 1"/>
          <p:cNvSpPr/>
          <p:nvPr/>
        </p:nvSpPr>
        <p:spPr bwMode="auto">
          <a:xfrm>
            <a:off x="7323537" y="4531399"/>
            <a:ext cx="4734248" cy="224712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1. REMATE DETRÁS DE CORTA. MANEX - JOAN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2. PROLONGACIÓN EN PRIMERO. MANEX - JOAN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3. PISADA PARA SEGUNDO. CARVAJAL - LAMINI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chemeClr val="tx1"/>
                </a:solidFill>
                <a:latin typeface="Trebuchet MS"/>
                <a:ea typeface="Trebuchet MS"/>
                <a:cs typeface="Trebuchet MS"/>
              </a:rPr>
              <a:t>SI HAY 2x1 JUGAR RÁPIDO EN CORTO PARA TERMINAR ACCIÓN.</a:t>
            </a:r>
            <a:endParaRPr lang="en-GB" sz="14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194594727" name="Imagen 237556148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959164" y="5863540"/>
            <a:ext cx="607566" cy="759458"/>
          </a:xfrm>
          <a:prstGeom prst="rect">
            <a:avLst/>
          </a:prstGeom>
        </p:spPr>
      </p:pic>
      <p:pic>
        <p:nvPicPr>
          <p:cNvPr id="1823134988" name="Imagen 188963388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314981" y="2669538"/>
            <a:ext cx="607566" cy="759458"/>
          </a:xfrm>
          <a:prstGeom prst="rect">
            <a:avLst/>
          </a:prstGeom>
        </p:spPr>
      </p:pic>
      <p:pic>
        <p:nvPicPr>
          <p:cNvPr id="1961074800" name="Imagen 1480891950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648214" y="3692459"/>
            <a:ext cx="607566" cy="759458"/>
          </a:xfrm>
          <a:prstGeom prst="rect">
            <a:avLst/>
          </a:prstGeom>
        </p:spPr>
      </p:pic>
      <p:pic>
        <p:nvPicPr>
          <p:cNvPr id="1954535749" name="Imagen 193775667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41852" y="3608292"/>
            <a:ext cx="607566" cy="759458"/>
          </a:xfrm>
          <a:prstGeom prst="rect">
            <a:avLst/>
          </a:prstGeom>
        </p:spPr>
      </p:pic>
      <p:pic>
        <p:nvPicPr>
          <p:cNvPr id="1941241540" name="Imagen 143149966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3624769" y="3692459"/>
            <a:ext cx="607566" cy="759458"/>
          </a:xfrm>
          <a:prstGeom prst="rect">
            <a:avLst/>
          </a:prstGeom>
        </p:spPr>
      </p:pic>
      <p:pic>
        <p:nvPicPr>
          <p:cNvPr id="540694537" name="Imagen 108510239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398094" y="3001233"/>
            <a:ext cx="607566" cy="759458"/>
          </a:xfrm>
          <a:prstGeom prst="rect">
            <a:avLst/>
          </a:prstGeom>
        </p:spPr>
      </p:pic>
      <p:pic>
        <p:nvPicPr>
          <p:cNvPr id="686072228" name="object 29"/>
          <p:cNvPicPr/>
          <p:nvPr/>
        </p:nvPicPr>
        <p:blipFill rotWithShape="1">
          <a:blip r:embed="rId10"/>
          <a:stretch/>
        </p:blipFill>
        <p:spPr bwMode="auto">
          <a:xfrm>
            <a:off x="1633259" y="2560448"/>
            <a:ext cx="607565" cy="759459"/>
          </a:xfrm>
          <a:prstGeom prst="rect">
            <a:avLst/>
          </a:prstGeom>
        </p:spPr>
      </p:pic>
      <p:pic>
        <p:nvPicPr>
          <p:cNvPr id="1329967836" name="object 7"/>
          <p:cNvPicPr/>
          <p:nvPr/>
        </p:nvPicPr>
        <p:blipFill rotWithShape="1">
          <a:blip r:embed="rId11"/>
          <a:stretch/>
        </p:blipFill>
        <p:spPr bwMode="auto">
          <a:xfrm>
            <a:off x="7323536" y="2508519"/>
            <a:ext cx="607565" cy="759458"/>
          </a:xfrm>
          <a:prstGeom prst="rect">
            <a:avLst/>
          </a:prstGeom>
        </p:spPr>
      </p:pic>
      <p:pic>
        <p:nvPicPr>
          <p:cNvPr id="1197003915" name="object 27"/>
          <p:cNvPicPr/>
          <p:nvPr/>
        </p:nvPicPr>
        <p:blipFill rotWithShape="1">
          <a:blip r:embed="rId12"/>
          <a:stretch/>
        </p:blipFill>
        <p:spPr bwMode="auto">
          <a:xfrm>
            <a:off x="6032390" y="1181475"/>
            <a:ext cx="607565" cy="759459"/>
          </a:xfrm>
          <a:prstGeom prst="rect">
            <a:avLst/>
          </a:prstGeom>
        </p:spPr>
      </p:pic>
      <p:pic>
        <p:nvPicPr>
          <p:cNvPr id="877432400" name="object 23"/>
          <p:cNvPicPr/>
          <p:nvPr/>
        </p:nvPicPr>
        <p:blipFill rotWithShape="1">
          <a:blip r:embed="rId13"/>
          <a:stretch/>
        </p:blipFill>
        <p:spPr bwMode="auto">
          <a:xfrm>
            <a:off x="1205506" y="466646"/>
            <a:ext cx="607565" cy="759459"/>
          </a:xfrm>
          <a:prstGeom prst="rect">
            <a:avLst/>
          </a:prstGeom>
        </p:spPr>
      </p:pic>
      <p:pic>
        <p:nvPicPr>
          <p:cNvPr id="1512777541" name="object 25"/>
          <p:cNvPicPr/>
          <p:nvPr/>
        </p:nvPicPr>
        <p:blipFill rotWithShape="1">
          <a:blip r:embed="rId14"/>
          <a:stretch/>
        </p:blipFill>
        <p:spPr bwMode="auto">
          <a:xfrm>
            <a:off x="6819639" y="2815966"/>
            <a:ext cx="607565" cy="759459"/>
          </a:xfrm>
          <a:prstGeom prst="rect">
            <a:avLst/>
          </a:prstGeom>
        </p:spPr>
      </p:pic>
      <p:pic>
        <p:nvPicPr>
          <p:cNvPr id="675693034" name="object 25"/>
          <p:cNvPicPr/>
          <p:nvPr/>
        </p:nvPicPr>
        <p:blipFill rotWithShape="1">
          <a:blip r:embed="rId14"/>
          <a:stretch/>
        </p:blipFill>
        <p:spPr bwMode="auto">
          <a:xfrm>
            <a:off x="11318398" y="2669537"/>
            <a:ext cx="607565" cy="759459"/>
          </a:xfrm>
          <a:prstGeom prst="rect">
            <a:avLst/>
          </a:prstGeom>
        </p:spPr>
      </p:pic>
      <p:pic>
        <p:nvPicPr>
          <p:cNvPr id="753253466" name="object 7"/>
          <p:cNvPicPr/>
          <p:nvPr/>
        </p:nvPicPr>
        <p:blipFill rotWithShape="1">
          <a:blip r:embed="rId11"/>
          <a:stretch/>
        </p:blipFill>
        <p:spPr bwMode="auto">
          <a:xfrm>
            <a:off x="10772881" y="2683607"/>
            <a:ext cx="607565" cy="759458"/>
          </a:xfrm>
          <a:prstGeom prst="rect">
            <a:avLst/>
          </a:prstGeom>
        </p:spPr>
      </p:pic>
      <p:pic>
        <p:nvPicPr>
          <p:cNvPr id="486584259" name="object 27"/>
          <p:cNvPicPr/>
          <p:nvPr/>
        </p:nvPicPr>
        <p:blipFill rotWithShape="1">
          <a:blip r:embed="rId12"/>
          <a:stretch/>
        </p:blipFill>
        <p:spPr bwMode="auto">
          <a:xfrm>
            <a:off x="10381622" y="1534992"/>
            <a:ext cx="607565" cy="759459"/>
          </a:xfrm>
          <a:prstGeom prst="rect">
            <a:avLst/>
          </a:prstGeom>
        </p:spPr>
      </p:pic>
      <p:pic>
        <p:nvPicPr>
          <p:cNvPr id="1844712045" name="Imagen 143149966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445635" y="2621503"/>
            <a:ext cx="607565" cy="759457"/>
          </a:xfrm>
          <a:prstGeom prst="rect">
            <a:avLst/>
          </a:prstGeom>
        </p:spPr>
      </p:pic>
      <p:pic>
        <p:nvPicPr>
          <p:cNvPr id="1245835034" name="Imagen 1480891950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779311" y="2568892"/>
            <a:ext cx="607565" cy="759457"/>
          </a:xfrm>
          <a:prstGeom prst="rect">
            <a:avLst/>
          </a:prstGeom>
        </p:spPr>
      </p:pic>
      <p:pic>
        <p:nvPicPr>
          <p:cNvPr id="827063174" name="object 23"/>
          <p:cNvPicPr/>
          <p:nvPr/>
        </p:nvPicPr>
        <p:blipFill rotWithShape="1">
          <a:blip r:embed="rId13"/>
          <a:stretch/>
        </p:blipFill>
        <p:spPr bwMode="auto">
          <a:xfrm>
            <a:off x="9445635" y="1474268"/>
            <a:ext cx="607565" cy="759459"/>
          </a:xfrm>
          <a:prstGeom prst="rect">
            <a:avLst/>
          </a:prstGeom>
        </p:spPr>
      </p:pic>
      <p:pic>
        <p:nvPicPr>
          <p:cNvPr id="1616357128" name="object 29"/>
          <p:cNvPicPr/>
          <p:nvPr/>
        </p:nvPicPr>
        <p:blipFill rotWithShape="1">
          <a:blip r:embed="rId10"/>
          <a:stretch/>
        </p:blipFill>
        <p:spPr bwMode="auto">
          <a:xfrm>
            <a:off x="8838068" y="1511456"/>
            <a:ext cx="607565" cy="75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5267207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7995"/>
          </a:xfrm>
          <a:prstGeom prst="rect">
            <a:avLst/>
          </a:prstGeom>
        </p:spPr>
      </p:pic>
      <p:pic>
        <p:nvPicPr>
          <p:cNvPr id="1584322453" name="Imagen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520" y="-13104"/>
            <a:ext cx="10008702" cy="6857995"/>
          </a:xfrm>
          <a:prstGeom prst="rect">
            <a:avLst/>
          </a:prstGeom>
        </p:spPr>
      </p:pic>
      <p:sp>
        <p:nvSpPr>
          <p:cNvPr id="666022528" name="Rectángulo redondeado 56"/>
          <p:cNvSpPr/>
          <p:nvPr/>
        </p:nvSpPr>
        <p:spPr bwMode="auto">
          <a:xfrm>
            <a:off x="-23747" y="4599"/>
            <a:ext cx="12215750" cy="76881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304E"/>
              </a:gs>
              <a:gs pos="49000">
                <a:srgbClr val="004C7A"/>
              </a:gs>
              <a:gs pos="100000">
                <a:srgbClr val="004C7A"/>
              </a:gs>
            </a:gsLst>
            <a:path path="circle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3600" b="1">
                <a:solidFill>
                  <a:srgbClr val="FF9E12"/>
                </a:solidFill>
              </a:rPr>
              <a:t>     FALTA LATERAL</a:t>
            </a:r>
            <a:r>
              <a:rPr lang="en-GB" sz="3600" b="1">
                <a:solidFill>
                  <a:srgbClr val="FF9E12"/>
                </a:solidFill>
              </a:rPr>
              <a:t> </a:t>
            </a:r>
            <a:r>
              <a:rPr lang="en-GB" sz="3600" b="1" i="0" u="none" strike="noStrike" cap="none" spc="0">
                <a:solidFill>
                  <a:srgbClr val="FF9E12"/>
                </a:solidFill>
                <a:latin typeface="Calibri"/>
                <a:ea typeface="Arial"/>
                <a:cs typeface="Arial"/>
              </a:rPr>
              <a:t>OFENSIVA</a:t>
            </a:r>
            <a:r>
              <a:rPr lang="es-ES" sz="3600" b="1">
                <a:solidFill>
                  <a:srgbClr val="FF9E12"/>
                </a:solidFill>
              </a:rPr>
              <a:t> </a:t>
            </a:r>
            <a:endParaRPr/>
          </a:p>
        </p:txBody>
      </p:sp>
      <p:pic>
        <p:nvPicPr>
          <p:cNvPr id="480655278" name="Imagen 5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05192" y="30222"/>
            <a:ext cx="496683" cy="695124"/>
          </a:xfrm>
          <a:prstGeom prst="rect">
            <a:avLst/>
          </a:prstGeom>
        </p:spPr>
      </p:pic>
      <p:pic>
        <p:nvPicPr>
          <p:cNvPr id="1126066049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2118542" y="4753584"/>
            <a:ext cx="264397" cy="235019"/>
          </a:xfrm>
          <a:prstGeom prst="rect">
            <a:avLst/>
          </a:prstGeom>
          <a:noFill/>
        </p:spPr>
      </p:pic>
      <p:sp>
        <p:nvSpPr>
          <p:cNvPr id="2056621076" name="Rectángulo: esquinas redondeadas 6"/>
          <p:cNvSpPr/>
          <p:nvPr/>
        </p:nvSpPr>
        <p:spPr bwMode="auto">
          <a:xfrm>
            <a:off x="8457792" y="894854"/>
            <a:ext cx="3600000" cy="3557066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/>
          </a:p>
        </p:txBody>
      </p:sp>
      <p:grpSp>
        <p:nvGrpSpPr>
          <p:cNvPr id="860090102" name="Grupo 8"/>
          <p:cNvGrpSpPr/>
          <p:nvPr/>
        </p:nvGrpSpPr>
        <p:grpSpPr bwMode="auto">
          <a:xfrm>
            <a:off x="2071785" y="5105277"/>
            <a:ext cx="377100" cy="288000"/>
            <a:chOff x="1037502" y="1182974"/>
            <a:chExt cx="377100" cy="288000"/>
          </a:xfrm>
        </p:grpSpPr>
        <p:sp>
          <p:nvSpPr>
            <p:cNvPr id="961751185" name="Elipse 29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464364973" name="CuadroTexto 7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Z1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694058980" name="Grupo 9"/>
          <p:cNvGrpSpPr/>
          <p:nvPr/>
        </p:nvGrpSpPr>
        <p:grpSpPr bwMode="auto">
          <a:xfrm>
            <a:off x="1584505" y="4828671"/>
            <a:ext cx="377100" cy="288000"/>
            <a:chOff x="1037502" y="1182974"/>
            <a:chExt cx="377100" cy="288000"/>
          </a:xfrm>
        </p:grpSpPr>
        <p:sp>
          <p:nvSpPr>
            <p:cNvPr id="1021744104" name="Elipse 11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912167244" name="CuadroTexto 12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D1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163446314" name="Grupo 51"/>
          <p:cNvGrpSpPr/>
          <p:nvPr/>
        </p:nvGrpSpPr>
        <p:grpSpPr bwMode="auto">
          <a:xfrm>
            <a:off x="4517722" y="4297896"/>
            <a:ext cx="377100" cy="288000"/>
            <a:chOff x="1037502" y="1182974"/>
            <a:chExt cx="377100" cy="288000"/>
          </a:xfrm>
        </p:grpSpPr>
        <p:sp>
          <p:nvSpPr>
            <p:cNvPr id="2120866490" name="Elipse 52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934668757" name="CuadroTexto 54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RE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397396432" name="Grupo 35"/>
          <p:cNvGrpSpPr/>
          <p:nvPr/>
        </p:nvGrpSpPr>
        <p:grpSpPr bwMode="auto">
          <a:xfrm>
            <a:off x="6741725" y="2959528"/>
            <a:ext cx="377100" cy="288000"/>
            <a:chOff x="1037502" y="1182974"/>
            <a:chExt cx="377100" cy="288000"/>
          </a:xfrm>
        </p:grpSpPr>
        <p:sp>
          <p:nvSpPr>
            <p:cNvPr id="1997881010" name="Elipse 37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12615982" name="CuadroTexto 38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R4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224922119" name="Rectángulo: esquinas redondeadas 36"/>
          <p:cNvSpPr/>
          <p:nvPr/>
        </p:nvSpPr>
        <p:spPr bwMode="auto">
          <a:xfrm>
            <a:off x="3825306" y="2369043"/>
            <a:ext cx="648000" cy="432000"/>
          </a:xfrm>
          <a:prstGeom prst="roundRect">
            <a:avLst>
              <a:gd name="adj" fmla="val 16667"/>
            </a:avLst>
          </a:prstGeom>
          <a:solidFill>
            <a:srgbClr val="203864">
              <a:alpha val="50196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082726247" name="Elipse 4"/>
          <p:cNvSpPr/>
          <p:nvPr/>
        </p:nvSpPr>
        <p:spPr bwMode="auto">
          <a:xfrm>
            <a:off x="4712871" y="2848910"/>
            <a:ext cx="288000" cy="288000"/>
          </a:xfrm>
          <a:prstGeom prst="ellipse">
            <a:avLst/>
          </a:prstGeom>
          <a:solidFill>
            <a:srgbClr val="46407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grpSp>
        <p:nvGrpSpPr>
          <p:cNvPr id="928430970" name="Grupo 13"/>
          <p:cNvGrpSpPr/>
          <p:nvPr/>
        </p:nvGrpSpPr>
        <p:grpSpPr bwMode="auto">
          <a:xfrm>
            <a:off x="6284458" y="2959528"/>
            <a:ext cx="377100" cy="288000"/>
            <a:chOff x="1037502" y="1182974"/>
            <a:chExt cx="377100" cy="288000"/>
          </a:xfrm>
        </p:grpSpPr>
        <p:sp>
          <p:nvSpPr>
            <p:cNvPr id="143721929" name="Elipse 16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428603077" name="CuadroTexto 23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R3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237154861" name="Grupo 39"/>
          <p:cNvGrpSpPr/>
          <p:nvPr/>
        </p:nvGrpSpPr>
        <p:grpSpPr bwMode="auto">
          <a:xfrm>
            <a:off x="5803084" y="2959528"/>
            <a:ext cx="377100" cy="288000"/>
            <a:chOff x="1037502" y="1182974"/>
            <a:chExt cx="377100" cy="288000"/>
          </a:xfrm>
        </p:grpSpPr>
        <p:sp>
          <p:nvSpPr>
            <p:cNvPr id="33399428" name="Elipse 40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726367904" name="CuadroTexto 41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R2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731832367" name="Grupo 42"/>
          <p:cNvGrpSpPr/>
          <p:nvPr/>
        </p:nvGrpSpPr>
        <p:grpSpPr bwMode="auto">
          <a:xfrm>
            <a:off x="5300263" y="2959528"/>
            <a:ext cx="377100" cy="288000"/>
            <a:chOff x="1037502" y="1182974"/>
            <a:chExt cx="377100" cy="288000"/>
          </a:xfrm>
        </p:grpSpPr>
        <p:sp>
          <p:nvSpPr>
            <p:cNvPr id="520753470" name="Elipse 43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85959332" name="CuadroTexto 50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R1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957902357" name="Grupo 18"/>
          <p:cNvGrpSpPr/>
          <p:nvPr/>
        </p:nvGrpSpPr>
        <p:grpSpPr bwMode="auto">
          <a:xfrm>
            <a:off x="5278145" y="5366959"/>
            <a:ext cx="342505" cy="288000"/>
            <a:chOff x="0" y="0"/>
            <a:chExt cx="342505" cy="288000"/>
          </a:xfrm>
        </p:grpSpPr>
        <p:sp>
          <p:nvSpPr>
            <p:cNvPr id="729544774" name="Elipse 20"/>
            <p:cNvSpPr/>
            <p:nvPr/>
          </p:nvSpPr>
          <p:spPr bwMode="auto">
            <a:xfrm>
              <a:off x="0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611715588" name="CuadroTexto 21"/>
            <p:cNvSpPr txBox="1"/>
            <p:nvPr/>
          </p:nvSpPr>
          <p:spPr bwMode="auto">
            <a:xfrm>
              <a:off x="0" y="5500"/>
              <a:ext cx="342505" cy="2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200" b="1">
                  <a:latin typeface="Trebuchet MS"/>
                </a:rPr>
                <a:t>E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883922235" name="Arco 5"/>
          <p:cNvSpPr/>
          <p:nvPr/>
        </p:nvSpPr>
        <p:spPr bwMode="auto">
          <a:xfrm rot="14958945" flipV="1">
            <a:off x="4830805" y="2481777"/>
            <a:ext cx="271840" cy="659432"/>
          </a:xfrm>
          <a:prstGeom prst="arc">
            <a:avLst>
              <a:gd name="adj1" fmla="val 18209043"/>
              <a:gd name="adj2" fmla="val 6035765"/>
            </a:avLst>
          </a:prstGeom>
          <a:ln w="38100">
            <a:solidFill>
              <a:srgbClr val="00304E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grpSp>
        <p:nvGrpSpPr>
          <p:cNvPr id="332888469" name="Grupo 66"/>
          <p:cNvGrpSpPr/>
          <p:nvPr/>
        </p:nvGrpSpPr>
        <p:grpSpPr bwMode="auto">
          <a:xfrm>
            <a:off x="4961530" y="2547806"/>
            <a:ext cx="377100" cy="288000"/>
            <a:chOff x="1037502" y="1182974"/>
            <a:chExt cx="377100" cy="288000"/>
          </a:xfrm>
        </p:grpSpPr>
        <p:sp>
          <p:nvSpPr>
            <p:cNvPr id="457206812" name="Elipse 67"/>
            <p:cNvSpPr/>
            <p:nvPr/>
          </p:nvSpPr>
          <p:spPr bwMode="auto">
            <a:xfrm>
              <a:off x="1072458" y="1182974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04542535" name="CuadroTexto 68"/>
            <p:cNvSpPr txBox="1"/>
            <p:nvPr/>
          </p:nvSpPr>
          <p:spPr bwMode="auto">
            <a:xfrm>
              <a:off x="1037502" y="1188477"/>
              <a:ext cx="377100" cy="276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BR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214382973" name="Elipse 14"/>
          <p:cNvSpPr/>
          <p:nvPr/>
        </p:nvSpPr>
        <p:spPr bwMode="auto">
          <a:xfrm>
            <a:off x="2788956" y="3944632"/>
            <a:ext cx="288000" cy="288000"/>
          </a:xfrm>
          <a:prstGeom prst="ellipse">
            <a:avLst/>
          </a:prstGeom>
          <a:solidFill>
            <a:srgbClr val="46407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sp>
        <p:nvSpPr>
          <p:cNvPr id="1320828139" name="Elipse 15"/>
          <p:cNvSpPr/>
          <p:nvPr/>
        </p:nvSpPr>
        <p:spPr bwMode="auto">
          <a:xfrm>
            <a:off x="3100707" y="4060863"/>
            <a:ext cx="288000" cy="288000"/>
          </a:xfrm>
          <a:prstGeom prst="ellipse">
            <a:avLst/>
          </a:prstGeom>
          <a:solidFill>
            <a:srgbClr val="46407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sp>
        <p:nvSpPr>
          <p:cNvPr id="1048620657" name="Rectángulo: esquinas redondeadas 5"/>
          <p:cNvSpPr/>
          <p:nvPr/>
        </p:nvSpPr>
        <p:spPr bwMode="auto">
          <a:xfrm>
            <a:off x="8599362" y="1179869"/>
            <a:ext cx="156627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100" b="1"/>
              <a:t>LANZADORES </a:t>
            </a:r>
            <a:endParaRPr sz="1100" b="1"/>
          </a:p>
        </p:txBody>
      </p:sp>
      <p:sp>
        <p:nvSpPr>
          <p:cNvPr id="467052845" name="Rectángulo: esquinas redondeadas 6"/>
          <p:cNvSpPr/>
          <p:nvPr/>
        </p:nvSpPr>
        <p:spPr bwMode="auto">
          <a:xfrm>
            <a:off x="10211873" y="1179869"/>
            <a:ext cx="1645551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100" b="1">
                <a:latin typeface="Trebuchet MS"/>
              </a:rPr>
              <a:t>BLOQUEO</a:t>
            </a:r>
            <a:r>
              <a:rPr lang="en-GB" sz="1100" b="1">
                <a:latin typeface="Trebuchet MS"/>
              </a:rPr>
              <a:t> Y CARRERA</a:t>
            </a:r>
            <a:endParaRPr sz="1100" b="1"/>
          </a:p>
        </p:txBody>
      </p:sp>
      <p:sp>
        <p:nvSpPr>
          <p:cNvPr id="353794396" name="Rectángulo: esquinas redondeadas 10"/>
          <p:cNvSpPr/>
          <p:nvPr/>
        </p:nvSpPr>
        <p:spPr bwMode="auto">
          <a:xfrm>
            <a:off x="8599362" y="2344449"/>
            <a:ext cx="156627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100" b="1">
                <a:latin typeface="Trebuchet MS"/>
              </a:rPr>
              <a:t>RECHACE</a:t>
            </a:r>
            <a:endParaRPr sz="1100" b="1"/>
          </a:p>
        </p:txBody>
      </p:sp>
      <p:sp>
        <p:nvSpPr>
          <p:cNvPr id="487068898" name="Rectángulo: esquinas redondeadas 14"/>
          <p:cNvSpPr/>
          <p:nvPr/>
        </p:nvSpPr>
        <p:spPr bwMode="auto">
          <a:xfrm>
            <a:off x="10269189" y="2344449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100" b="1">
                <a:latin typeface="Trebuchet MS"/>
              </a:rPr>
              <a:t>REMATADORES</a:t>
            </a:r>
            <a:endParaRPr sz="1100" b="1"/>
          </a:p>
        </p:txBody>
      </p:sp>
      <p:sp>
        <p:nvSpPr>
          <p:cNvPr id="1774566622" name="Rectángulo: esquinas redondeadas 15"/>
          <p:cNvSpPr/>
          <p:nvPr/>
        </p:nvSpPr>
        <p:spPr bwMode="auto">
          <a:xfrm>
            <a:off x="8599362" y="3442914"/>
            <a:ext cx="156627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100" b="1">
                <a:latin typeface="Trebuchet MS"/>
              </a:rPr>
              <a:t>EQUILIBRA Y CORTA</a:t>
            </a:r>
            <a:endParaRPr sz="1100" b="1"/>
          </a:p>
        </p:txBody>
      </p:sp>
      <p:sp>
        <p:nvSpPr>
          <p:cNvPr id="1894650996" name="Arco 64"/>
          <p:cNvSpPr/>
          <p:nvPr/>
        </p:nvSpPr>
        <p:spPr bwMode="auto">
          <a:xfrm rot="6035979">
            <a:off x="4580318" y="1968264"/>
            <a:ext cx="829742" cy="1899635"/>
          </a:xfrm>
          <a:prstGeom prst="arc">
            <a:avLst>
              <a:gd name="adj1" fmla="val 16533622"/>
              <a:gd name="adj2" fmla="val 5089960"/>
            </a:avLst>
          </a:prstGeom>
          <a:ln w="38100">
            <a:solidFill>
              <a:srgbClr val="00304E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08540924" name="Rectángulo: esquinas redondeadas 1"/>
          <p:cNvSpPr/>
          <p:nvPr/>
        </p:nvSpPr>
        <p:spPr bwMode="auto">
          <a:xfrm>
            <a:off x="7415520" y="4531401"/>
            <a:ext cx="4642268" cy="224712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CARRIL EXTERIOR : PASADA - 2ºPALO</a:t>
            </a:r>
            <a:endParaRPr sz="1400" b="1" i="0" u="none" strike="noStrike" cap="none" spc="0">
              <a:solidFill>
                <a:srgbClr val="C00000"/>
              </a:solidFill>
              <a:latin typeface="Trebuchet MS"/>
              <a:ea typeface="Trebuchet MS"/>
              <a:cs typeface="Trebuchet MS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CARRIL INTERIOR: SUPERAR CORTA - PENALTI</a:t>
            </a:r>
            <a:endParaRPr sz="1400" b="1" i="0" u="none" strike="noStrike" cap="none" spc="0">
              <a:solidFill>
                <a:srgbClr val="C00000"/>
              </a:solidFill>
              <a:latin typeface="Trebuchet MS"/>
              <a:ea typeface="Trebuchet MS"/>
              <a:cs typeface="Trebuchet MS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SEGUNDA FALTA LATERAL: ZONA 1</a:t>
            </a:r>
            <a:endParaRPr sz="14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 HAY VENTAJA EXTERIOR SACAR RÁPIDO CORTO PARA AMENAZAR</a:t>
            </a:r>
            <a:endParaRPr lang="en-GB" sz="14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334120483" name="Grupo 18"/>
          <p:cNvGrpSpPr/>
          <p:nvPr/>
        </p:nvGrpSpPr>
        <p:grpSpPr bwMode="auto">
          <a:xfrm>
            <a:off x="941143" y="3493721"/>
            <a:ext cx="342505" cy="288000"/>
            <a:chOff x="0" y="0"/>
            <a:chExt cx="342505" cy="288000"/>
          </a:xfrm>
        </p:grpSpPr>
        <p:sp>
          <p:nvSpPr>
            <p:cNvPr id="795872372" name="Elipse 20"/>
            <p:cNvSpPr/>
            <p:nvPr/>
          </p:nvSpPr>
          <p:spPr bwMode="auto">
            <a:xfrm>
              <a:off x="0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695777145" name="CuadroTexto 21"/>
            <p:cNvSpPr txBox="1"/>
            <p:nvPr/>
          </p:nvSpPr>
          <p:spPr bwMode="auto">
            <a:xfrm>
              <a:off x="0" y="5500"/>
              <a:ext cx="342505" cy="2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C</a:t>
              </a:r>
              <a:endParaRPr lang="es-ES" sz="1100" b="1">
                <a:latin typeface="Trebuchet MS"/>
              </a:endParaRPr>
            </a:p>
          </p:txBody>
        </p:sp>
      </p:grpSp>
      <p:pic>
        <p:nvPicPr>
          <p:cNvPr id="475893312" name="Imagen 97086518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129087" y="2585042"/>
            <a:ext cx="607566" cy="759458"/>
          </a:xfrm>
          <a:prstGeom prst="rect">
            <a:avLst/>
          </a:prstGeom>
        </p:spPr>
      </p:pic>
      <p:pic>
        <p:nvPicPr>
          <p:cNvPr id="614306295" name="Imagen 1566645194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966050" y="3611139"/>
            <a:ext cx="607566" cy="759458"/>
          </a:xfrm>
          <a:prstGeom prst="rect">
            <a:avLst/>
          </a:prstGeom>
        </p:spPr>
      </p:pic>
      <p:pic>
        <p:nvPicPr>
          <p:cNvPr id="270985796" name="Imagen 176297137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1083511" y="5063009"/>
            <a:ext cx="607566" cy="759458"/>
          </a:xfrm>
          <a:prstGeom prst="rect">
            <a:avLst/>
          </a:prstGeom>
        </p:spPr>
      </p:pic>
      <p:pic>
        <p:nvPicPr>
          <p:cNvPr id="91580839" name="Imagen 1547069209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144325" y="2158622"/>
            <a:ext cx="607566" cy="759458"/>
          </a:xfrm>
          <a:prstGeom prst="rect">
            <a:avLst/>
          </a:prstGeom>
        </p:spPr>
      </p:pic>
      <p:pic>
        <p:nvPicPr>
          <p:cNvPr id="637796159" name="Imagen 40783444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01874" y="3852902"/>
            <a:ext cx="607566" cy="759458"/>
          </a:xfrm>
          <a:prstGeom prst="rect">
            <a:avLst/>
          </a:prstGeom>
        </p:spPr>
      </p:pic>
      <p:pic>
        <p:nvPicPr>
          <p:cNvPr id="1991174416" name="Imagen 135443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114251" y="5886474"/>
            <a:ext cx="607566" cy="759458"/>
          </a:xfrm>
          <a:prstGeom prst="rect">
            <a:avLst/>
          </a:prstGeom>
        </p:spPr>
      </p:pic>
      <p:pic>
        <p:nvPicPr>
          <p:cNvPr id="411936452" name="Imagen 132276428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9445634" y="1511456"/>
            <a:ext cx="607566" cy="759458"/>
          </a:xfrm>
          <a:prstGeom prst="rect">
            <a:avLst/>
          </a:prstGeom>
        </p:spPr>
      </p:pic>
      <p:pic>
        <p:nvPicPr>
          <p:cNvPr id="165560223" name="Imagen 1016798839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0812964" y="2659417"/>
            <a:ext cx="607566" cy="759458"/>
          </a:xfrm>
          <a:prstGeom prst="rect">
            <a:avLst/>
          </a:prstGeom>
        </p:spPr>
      </p:pic>
      <p:pic>
        <p:nvPicPr>
          <p:cNvPr id="1242960084" name="object 23"/>
          <p:cNvPicPr/>
          <p:nvPr/>
        </p:nvPicPr>
        <p:blipFill rotWithShape="1">
          <a:blip r:embed="rId11"/>
          <a:stretch/>
        </p:blipFill>
        <p:spPr bwMode="auto">
          <a:xfrm>
            <a:off x="11165683" y="1474267"/>
            <a:ext cx="607565" cy="759459"/>
          </a:xfrm>
          <a:prstGeom prst="rect">
            <a:avLst/>
          </a:prstGeom>
        </p:spPr>
      </p:pic>
      <p:pic>
        <p:nvPicPr>
          <p:cNvPr id="224505676" name="object 29"/>
          <p:cNvPicPr/>
          <p:nvPr/>
        </p:nvPicPr>
        <p:blipFill rotWithShape="1">
          <a:blip r:embed="rId12"/>
          <a:stretch/>
        </p:blipFill>
        <p:spPr bwMode="auto">
          <a:xfrm>
            <a:off x="8838068" y="1511456"/>
            <a:ext cx="607565" cy="759459"/>
          </a:xfrm>
          <a:prstGeom prst="rect">
            <a:avLst/>
          </a:prstGeom>
        </p:spPr>
      </p:pic>
      <p:pic>
        <p:nvPicPr>
          <p:cNvPr id="1575724463" name="object 25"/>
          <p:cNvPicPr/>
          <p:nvPr/>
        </p:nvPicPr>
        <p:blipFill rotWithShape="1">
          <a:blip r:embed="rId13"/>
          <a:stretch/>
        </p:blipFill>
        <p:spPr bwMode="auto">
          <a:xfrm>
            <a:off x="5227178" y="2188142"/>
            <a:ext cx="607565" cy="759459"/>
          </a:xfrm>
          <a:prstGeom prst="rect">
            <a:avLst/>
          </a:prstGeom>
        </p:spPr>
      </p:pic>
      <p:pic>
        <p:nvPicPr>
          <p:cNvPr id="1814618419" name="object 7"/>
          <p:cNvPicPr/>
          <p:nvPr/>
        </p:nvPicPr>
        <p:blipFill rotWithShape="1">
          <a:blip r:embed="rId14"/>
          <a:stretch/>
        </p:blipFill>
        <p:spPr bwMode="auto">
          <a:xfrm>
            <a:off x="6673901" y="2158621"/>
            <a:ext cx="607565" cy="759458"/>
          </a:xfrm>
          <a:prstGeom prst="rect">
            <a:avLst/>
          </a:prstGeom>
        </p:spPr>
      </p:pic>
      <p:pic>
        <p:nvPicPr>
          <p:cNvPr id="1921217323" name="object 27"/>
          <p:cNvPicPr/>
          <p:nvPr/>
        </p:nvPicPr>
        <p:blipFill rotWithShape="1">
          <a:blip r:embed="rId15"/>
          <a:stretch/>
        </p:blipFill>
        <p:spPr bwMode="auto">
          <a:xfrm>
            <a:off x="4810467" y="1778891"/>
            <a:ext cx="607565" cy="759459"/>
          </a:xfrm>
          <a:prstGeom prst="rect">
            <a:avLst/>
          </a:prstGeom>
        </p:spPr>
      </p:pic>
      <p:pic>
        <p:nvPicPr>
          <p:cNvPr id="1573567740" name="object 23"/>
          <p:cNvPicPr/>
          <p:nvPr/>
        </p:nvPicPr>
        <p:blipFill rotWithShape="1">
          <a:blip r:embed="rId11"/>
          <a:stretch/>
        </p:blipFill>
        <p:spPr bwMode="auto">
          <a:xfrm>
            <a:off x="5701329" y="2158621"/>
            <a:ext cx="607565" cy="759459"/>
          </a:xfrm>
          <a:prstGeom prst="rect">
            <a:avLst/>
          </a:prstGeom>
        </p:spPr>
      </p:pic>
      <p:pic>
        <p:nvPicPr>
          <p:cNvPr id="2095583689" name="object 29"/>
          <p:cNvPicPr/>
          <p:nvPr/>
        </p:nvPicPr>
        <p:blipFill rotWithShape="1">
          <a:blip r:embed="rId12"/>
          <a:stretch/>
        </p:blipFill>
        <p:spPr bwMode="auto">
          <a:xfrm>
            <a:off x="1814758" y="5506743"/>
            <a:ext cx="607565" cy="759459"/>
          </a:xfrm>
          <a:prstGeom prst="rect">
            <a:avLst/>
          </a:prstGeom>
        </p:spPr>
      </p:pic>
      <p:pic>
        <p:nvPicPr>
          <p:cNvPr id="1004530409" name="object 27"/>
          <p:cNvPicPr/>
          <p:nvPr/>
        </p:nvPicPr>
        <p:blipFill rotWithShape="1">
          <a:blip r:embed="rId15"/>
          <a:stretch/>
        </p:blipFill>
        <p:spPr bwMode="auto">
          <a:xfrm>
            <a:off x="10427082" y="1428682"/>
            <a:ext cx="607565" cy="759459"/>
          </a:xfrm>
          <a:prstGeom prst="rect">
            <a:avLst/>
          </a:prstGeom>
        </p:spPr>
      </p:pic>
      <p:pic>
        <p:nvPicPr>
          <p:cNvPr id="831379944" name="object 7"/>
          <p:cNvPicPr/>
          <p:nvPr/>
        </p:nvPicPr>
        <p:blipFill rotWithShape="1">
          <a:blip r:embed="rId14"/>
          <a:stretch/>
        </p:blipFill>
        <p:spPr bwMode="auto">
          <a:xfrm>
            <a:off x="11343925" y="2685003"/>
            <a:ext cx="607565" cy="759458"/>
          </a:xfrm>
          <a:prstGeom prst="rect">
            <a:avLst/>
          </a:prstGeom>
        </p:spPr>
      </p:pic>
      <p:pic>
        <p:nvPicPr>
          <p:cNvPr id="1773725157" name="object 25"/>
          <p:cNvPicPr/>
          <p:nvPr/>
        </p:nvPicPr>
        <p:blipFill rotWithShape="1">
          <a:blip r:embed="rId13"/>
          <a:stretch/>
        </p:blipFill>
        <p:spPr bwMode="auto">
          <a:xfrm>
            <a:off x="10211872" y="2685003"/>
            <a:ext cx="607565" cy="75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8589296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7995"/>
          </a:xfrm>
          <a:prstGeom prst="rect">
            <a:avLst/>
          </a:prstGeom>
        </p:spPr>
      </p:pic>
      <p:pic>
        <p:nvPicPr>
          <p:cNvPr id="1984751662" name="Imagen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520" y="-13104"/>
            <a:ext cx="10008702" cy="6857995"/>
          </a:xfrm>
          <a:prstGeom prst="rect">
            <a:avLst/>
          </a:prstGeom>
        </p:spPr>
      </p:pic>
      <p:sp>
        <p:nvSpPr>
          <p:cNvPr id="761093813" name="Rectángulo redondeado 56"/>
          <p:cNvSpPr/>
          <p:nvPr/>
        </p:nvSpPr>
        <p:spPr bwMode="auto">
          <a:xfrm>
            <a:off x="-23747" y="4599"/>
            <a:ext cx="12215750" cy="76881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304E"/>
              </a:gs>
              <a:gs pos="49000">
                <a:srgbClr val="004C7A"/>
              </a:gs>
              <a:gs pos="100000">
                <a:srgbClr val="004C7A"/>
              </a:gs>
            </a:gsLst>
            <a:path path="circle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3600" b="1">
                <a:solidFill>
                  <a:srgbClr val="FF9E12"/>
                </a:solidFill>
              </a:rPr>
              <a:t>DIRECTAS A PORTERÍA</a:t>
            </a:r>
            <a:endParaRPr/>
          </a:p>
        </p:txBody>
      </p:sp>
      <p:pic>
        <p:nvPicPr>
          <p:cNvPr id="1409019617" name="Imagen 5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05192" y="30222"/>
            <a:ext cx="496683" cy="695124"/>
          </a:xfrm>
          <a:prstGeom prst="rect">
            <a:avLst/>
          </a:prstGeom>
        </p:spPr>
      </p:pic>
      <p:sp>
        <p:nvSpPr>
          <p:cNvPr id="363232141" name="Rectángulo: esquinas redondeadas 6"/>
          <p:cNvSpPr/>
          <p:nvPr/>
        </p:nvSpPr>
        <p:spPr bwMode="auto">
          <a:xfrm>
            <a:off x="8457792" y="894854"/>
            <a:ext cx="3600000" cy="3557066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/>
          </a:p>
        </p:txBody>
      </p:sp>
      <p:sp>
        <p:nvSpPr>
          <p:cNvPr id="1278358552" name="Rectángulo: esquinas redondeadas 36"/>
          <p:cNvSpPr/>
          <p:nvPr/>
        </p:nvSpPr>
        <p:spPr bwMode="auto">
          <a:xfrm>
            <a:off x="3100707" y="3030633"/>
            <a:ext cx="1690480" cy="796729"/>
          </a:xfrm>
          <a:prstGeom prst="roundRect">
            <a:avLst>
              <a:gd name="adj" fmla="val 16667"/>
            </a:avLst>
          </a:prstGeom>
          <a:solidFill>
            <a:srgbClr val="203864">
              <a:alpha val="50196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85852879" name="Elipse 15"/>
          <p:cNvSpPr/>
          <p:nvPr/>
        </p:nvSpPr>
        <p:spPr bwMode="auto">
          <a:xfrm>
            <a:off x="4714337" y="2101213"/>
            <a:ext cx="288000" cy="288000"/>
          </a:xfrm>
          <a:prstGeom prst="ellipse">
            <a:avLst/>
          </a:prstGeom>
          <a:solidFill>
            <a:srgbClr val="46407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sp>
        <p:nvSpPr>
          <p:cNvPr id="1384089533" name="Rectángulo: esquinas redondeadas 5"/>
          <p:cNvSpPr/>
          <p:nvPr/>
        </p:nvSpPr>
        <p:spPr bwMode="auto">
          <a:xfrm>
            <a:off x="8599362" y="1179869"/>
            <a:ext cx="156627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100" b="1"/>
              <a:t>LANZADORES LADO I</a:t>
            </a:r>
            <a:endParaRPr sz="1100" b="1"/>
          </a:p>
        </p:txBody>
      </p:sp>
      <p:sp>
        <p:nvSpPr>
          <p:cNvPr id="1396250490" name="Rectángulo: esquinas redondeadas 6"/>
          <p:cNvSpPr/>
          <p:nvPr/>
        </p:nvSpPr>
        <p:spPr bwMode="auto">
          <a:xfrm>
            <a:off x="10211873" y="1179869"/>
            <a:ext cx="1645551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ES" sz="1800" b="0" i="0" u="none" strike="noStrike" cap="none" spc="0">
                <a:solidFill>
                  <a:srgbClr val="FFFFFF"/>
                </a:solidFill>
                <a:latin typeface="Calibri"/>
                <a:ea typeface="Arial"/>
                <a:cs typeface="Arial"/>
              </a:defRPr>
            </a:pPr>
            <a:r>
              <a:rPr lang="en-GB" sz="1100" b="1" i="0" u="none" strike="noStrike" cap="none" spc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LANZADORES </a:t>
            </a:r>
            <a:r>
              <a:rPr lang="en-GB" sz="1100" b="1"/>
              <a:t>LADO D</a:t>
            </a:r>
            <a:endParaRPr sz="1100" b="1"/>
          </a:p>
        </p:txBody>
      </p:sp>
      <p:sp>
        <p:nvSpPr>
          <p:cNvPr id="1665667691" name="Rectángulo: esquinas redondeadas 10"/>
          <p:cNvSpPr/>
          <p:nvPr/>
        </p:nvSpPr>
        <p:spPr bwMode="auto">
          <a:xfrm>
            <a:off x="8599362" y="2806827"/>
            <a:ext cx="156627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100" b="1">
                <a:latin typeface="Trebuchet MS"/>
              </a:rPr>
              <a:t>PENALTIS</a:t>
            </a:r>
            <a:endParaRPr sz="1100" b="1"/>
          </a:p>
        </p:txBody>
      </p:sp>
      <p:sp>
        <p:nvSpPr>
          <p:cNvPr id="22493160" name="Rectángulo: esquinas redondeadas 36"/>
          <p:cNvSpPr/>
          <p:nvPr/>
        </p:nvSpPr>
        <p:spPr bwMode="auto">
          <a:xfrm>
            <a:off x="5036871" y="3030633"/>
            <a:ext cx="1592789" cy="796729"/>
          </a:xfrm>
          <a:prstGeom prst="roundRect">
            <a:avLst>
              <a:gd name="adj" fmla="val 16667"/>
            </a:avLst>
          </a:prstGeom>
          <a:solidFill>
            <a:srgbClr val="203864">
              <a:alpha val="50196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pic>
        <p:nvPicPr>
          <p:cNvPr id="895560982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4714337" y="2127703"/>
            <a:ext cx="264397" cy="235019"/>
          </a:xfrm>
          <a:prstGeom prst="rect">
            <a:avLst/>
          </a:prstGeom>
          <a:noFill/>
        </p:spPr>
      </p:pic>
      <p:pic>
        <p:nvPicPr>
          <p:cNvPr id="1581512199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5753716" y="3311489"/>
            <a:ext cx="264397" cy="235019"/>
          </a:xfrm>
          <a:prstGeom prst="rect">
            <a:avLst/>
          </a:prstGeom>
          <a:noFill/>
        </p:spPr>
      </p:pic>
      <p:pic>
        <p:nvPicPr>
          <p:cNvPr id="428913978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3813747" y="3366078"/>
            <a:ext cx="264397" cy="235019"/>
          </a:xfrm>
          <a:prstGeom prst="rect">
            <a:avLst/>
          </a:prstGeom>
          <a:noFill/>
        </p:spPr>
      </p:pic>
      <p:pic>
        <p:nvPicPr>
          <p:cNvPr id="1561939248" name="Imagen 146305535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945946" y="3775329"/>
            <a:ext cx="607566" cy="759458"/>
          </a:xfrm>
          <a:prstGeom prst="rect">
            <a:avLst/>
          </a:prstGeom>
        </p:spPr>
      </p:pic>
      <p:pic>
        <p:nvPicPr>
          <p:cNvPr id="212670890" name="Imagen 1306793910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138019" y="3775329"/>
            <a:ext cx="607566" cy="759458"/>
          </a:xfrm>
          <a:prstGeom prst="rect">
            <a:avLst/>
          </a:prstGeom>
        </p:spPr>
      </p:pic>
      <p:pic>
        <p:nvPicPr>
          <p:cNvPr id="2012461235" name="Imagen 74563554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018112" y="3827361"/>
            <a:ext cx="607566" cy="759458"/>
          </a:xfrm>
          <a:prstGeom prst="rect">
            <a:avLst/>
          </a:prstGeom>
        </p:spPr>
      </p:pic>
      <p:pic>
        <p:nvPicPr>
          <p:cNvPr id="240373188" name="Imagen 2107328721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102034" y="3827361"/>
            <a:ext cx="607566" cy="759458"/>
          </a:xfrm>
          <a:prstGeom prst="rect">
            <a:avLst/>
          </a:prstGeom>
        </p:spPr>
      </p:pic>
      <p:pic>
        <p:nvPicPr>
          <p:cNvPr id="1907325436" name="Imagen 2077595373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539485" y="1341753"/>
            <a:ext cx="607566" cy="759458"/>
          </a:xfrm>
          <a:prstGeom prst="rect">
            <a:avLst/>
          </a:prstGeom>
        </p:spPr>
      </p:pic>
      <p:pic>
        <p:nvPicPr>
          <p:cNvPr id="643441842" name="Imagen 139454080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599361" y="1289721"/>
            <a:ext cx="607566" cy="759458"/>
          </a:xfrm>
          <a:prstGeom prst="rect">
            <a:avLst/>
          </a:prstGeom>
        </p:spPr>
      </p:pic>
      <p:pic>
        <p:nvPicPr>
          <p:cNvPr id="1818649905" name="Imagen 211391317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1243541" y="1368242"/>
            <a:ext cx="607566" cy="759458"/>
          </a:xfrm>
          <a:prstGeom prst="rect">
            <a:avLst/>
          </a:prstGeom>
        </p:spPr>
      </p:pic>
      <p:pic>
        <p:nvPicPr>
          <p:cNvPr id="744702806" name="Imagen 181597956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303417" y="1316211"/>
            <a:ext cx="607566" cy="759458"/>
          </a:xfrm>
          <a:prstGeom prst="rect">
            <a:avLst/>
          </a:prstGeom>
        </p:spPr>
      </p:pic>
      <p:pic>
        <p:nvPicPr>
          <p:cNvPr id="1634568866" name="Imagen 285153665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978733" y="2155367"/>
            <a:ext cx="607566" cy="759458"/>
          </a:xfrm>
          <a:prstGeom prst="rect">
            <a:avLst/>
          </a:prstGeom>
        </p:spPr>
      </p:pic>
      <p:pic>
        <p:nvPicPr>
          <p:cNvPr id="137035104" name="Imagen 92904610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586300" y="2155367"/>
            <a:ext cx="607566" cy="759458"/>
          </a:xfrm>
          <a:prstGeom prst="rect">
            <a:avLst/>
          </a:prstGeom>
        </p:spPr>
      </p:pic>
      <p:pic>
        <p:nvPicPr>
          <p:cNvPr id="1713503510" name="Imagen 90733394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433654" y="3166778"/>
            <a:ext cx="607566" cy="759458"/>
          </a:xfrm>
          <a:prstGeom prst="rect">
            <a:avLst/>
          </a:prstGeom>
        </p:spPr>
      </p:pic>
      <p:pic>
        <p:nvPicPr>
          <p:cNvPr id="823617746" name="Imagen 185591614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041221" y="3166778"/>
            <a:ext cx="607566" cy="759458"/>
          </a:xfrm>
          <a:prstGeom prst="rect">
            <a:avLst/>
          </a:prstGeom>
        </p:spPr>
      </p:pic>
      <p:pic>
        <p:nvPicPr>
          <p:cNvPr id="26399730" name="object 29"/>
          <p:cNvPicPr/>
          <p:nvPr/>
        </p:nvPicPr>
        <p:blipFill rotWithShape="1">
          <a:blip r:embed="rId9"/>
          <a:stretch/>
        </p:blipFill>
        <p:spPr bwMode="auto">
          <a:xfrm flipH="0" flipV="0">
            <a:off x="3429265" y="4313471"/>
            <a:ext cx="768961" cy="966892"/>
          </a:xfrm>
          <a:prstGeom prst="rect">
            <a:avLst/>
          </a:prstGeom>
        </p:spPr>
      </p:pic>
      <p:pic>
        <p:nvPicPr>
          <p:cNvPr id="2010842523" name="object 29"/>
          <p:cNvPicPr/>
          <p:nvPr/>
        </p:nvPicPr>
        <p:blipFill rotWithShape="1">
          <a:blip r:embed="rId9"/>
          <a:stretch/>
        </p:blipFill>
        <p:spPr bwMode="auto">
          <a:xfrm flipH="0" flipV="0">
            <a:off x="5448784" y="4313471"/>
            <a:ext cx="768961" cy="966892"/>
          </a:xfrm>
          <a:prstGeom prst="rect">
            <a:avLst/>
          </a:prstGeom>
        </p:spPr>
      </p:pic>
      <p:pic>
        <p:nvPicPr>
          <p:cNvPr id="1920840512" name="object 25"/>
          <p:cNvPicPr/>
          <p:nvPr/>
        </p:nvPicPr>
        <p:blipFill rotWithShape="1">
          <a:blip r:embed="rId10"/>
          <a:stretch/>
        </p:blipFill>
        <p:spPr bwMode="auto">
          <a:xfrm>
            <a:off x="8774930" y="3166777"/>
            <a:ext cx="607565" cy="759459"/>
          </a:xfrm>
          <a:prstGeom prst="rect">
            <a:avLst/>
          </a:prstGeom>
        </p:spPr>
      </p:pic>
      <p:pic>
        <p:nvPicPr>
          <p:cNvPr id="46888828" name="object 25"/>
          <p:cNvPicPr/>
          <p:nvPr/>
        </p:nvPicPr>
        <p:blipFill rotWithShape="1">
          <a:blip r:embed="rId10"/>
          <a:stretch/>
        </p:blipFill>
        <p:spPr bwMode="auto">
          <a:xfrm>
            <a:off x="4183620" y="2155366"/>
            <a:ext cx="607565" cy="75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0395723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494818041" name="Rectángulo redondeado 56"/>
          <p:cNvSpPr/>
          <p:nvPr/>
        </p:nvSpPr>
        <p:spPr bwMode="auto">
          <a:xfrm>
            <a:off x="-23748" y="4599"/>
            <a:ext cx="12215750" cy="76881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C000"/>
              </a:gs>
              <a:gs pos="50000">
                <a:schemeClr val="accent2"/>
              </a:gs>
              <a:gs pos="100000">
                <a:srgbClr val="FFC000"/>
              </a:gs>
            </a:gsLst>
            <a:lin ang="5400000" scaled="1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3600" b="1">
                <a:solidFill>
                  <a:srgbClr val="00304E"/>
                </a:solidFill>
              </a:rPr>
              <a:t>CÓRNER DEFENSIVO</a:t>
            </a:r>
            <a:endParaRPr/>
          </a:p>
        </p:txBody>
      </p:sp>
      <p:pic>
        <p:nvPicPr>
          <p:cNvPr id="1038389607" name="Imagen 5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05193" y="30222"/>
            <a:ext cx="496683" cy="695124"/>
          </a:xfrm>
          <a:prstGeom prst="rect">
            <a:avLst/>
          </a:prstGeom>
        </p:spPr>
      </p:pic>
      <p:pic>
        <p:nvPicPr>
          <p:cNvPr id="1484408577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>
            <a:off x="1381545" y="1356759"/>
            <a:ext cx="264398" cy="235020"/>
          </a:xfrm>
          <a:prstGeom prst="rect">
            <a:avLst/>
          </a:prstGeom>
          <a:noFill/>
        </p:spPr>
      </p:pic>
      <p:grpSp>
        <p:nvGrpSpPr>
          <p:cNvPr id="1094428129" name="Grupo 13"/>
          <p:cNvGrpSpPr/>
          <p:nvPr/>
        </p:nvGrpSpPr>
        <p:grpSpPr bwMode="auto">
          <a:xfrm>
            <a:off x="5922343" y="1736271"/>
            <a:ext cx="377101" cy="288000"/>
            <a:chOff x="1037502" y="1182975"/>
            <a:chExt cx="377101" cy="288000"/>
          </a:xfrm>
        </p:grpSpPr>
        <p:sp>
          <p:nvSpPr>
            <p:cNvPr id="380240096" name="Elipse 16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141422835" name="CuadroTexto 23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B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340336353" name="Grupo 20"/>
          <p:cNvGrpSpPr/>
          <p:nvPr/>
        </p:nvGrpSpPr>
        <p:grpSpPr bwMode="auto">
          <a:xfrm>
            <a:off x="7658875" y="2226855"/>
            <a:ext cx="377101" cy="288000"/>
            <a:chOff x="1037502" y="1182975"/>
            <a:chExt cx="377101" cy="288000"/>
          </a:xfrm>
        </p:grpSpPr>
        <p:sp>
          <p:nvSpPr>
            <p:cNvPr id="66532560" name="Elipse 21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575024501" name="CuadroTexto 2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M4</a:t>
              </a:r>
              <a:endParaRPr/>
            </a:p>
          </p:txBody>
        </p:sp>
      </p:grpSp>
      <p:sp>
        <p:nvSpPr>
          <p:cNvPr id="1211677313" name="Rectángulo: esquinas redondeadas 32"/>
          <p:cNvSpPr/>
          <p:nvPr/>
        </p:nvSpPr>
        <p:spPr bwMode="auto">
          <a:xfrm>
            <a:off x="6885708" y="2622192"/>
            <a:ext cx="288234" cy="2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44487822" name="Rectángulo: esquinas redondeadas 33"/>
          <p:cNvSpPr/>
          <p:nvPr/>
        </p:nvSpPr>
        <p:spPr bwMode="auto">
          <a:xfrm>
            <a:off x="7259976" y="2622192"/>
            <a:ext cx="288234" cy="2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38721826" name="Rectángulo: esquinas redondeadas 34"/>
          <p:cNvSpPr/>
          <p:nvPr/>
        </p:nvSpPr>
        <p:spPr bwMode="auto">
          <a:xfrm>
            <a:off x="7673518" y="2622192"/>
            <a:ext cx="288234" cy="2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599773314" name="Rectángulo: esquinas redondeadas 36"/>
          <p:cNvSpPr/>
          <p:nvPr/>
        </p:nvSpPr>
        <p:spPr bwMode="auto">
          <a:xfrm>
            <a:off x="8070900" y="2622192"/>
            <a:ext cx="288234" cy="2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571432923" name="Elipse 1"/>
          <p:cNvSpPr/>
          <p:nvPr/>
        </p:nvSpPr>
        <p:spPr bwMode="auto">
          <a:xfrm>
            <a:off x="1052181" y="1114755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1489177611" name="Elipse 2"/>
          <p:cNvSpPr/>
          <p:nvPr/>
        </p:nvSpPr>
        <p:spPr bwMode="auto">
          <a:xfrm>
            <a:off x="8071647" y="2979506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9943401" name="Elipse 3"/>
          <p:cNvSpPr/>
          <p:nvPr/>
        </p:nvSpPr>
        <p:spPr bwMode="auto">
          <a:xfrm>
            <a:off x="5582401" y="5326335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668981943" name="Elipse 35"/>
          <p:cNvSpPr/>
          <p:nvPr/>
        </p:nvSpPr>
        <p:spPr bwMode="auto">
          <a:xfrm>
            <a:off x="7264944" y="2979506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1981414262" name="Elipse 37"/>
          <p:cNvSpPr/>
          <p:nvPr/>
        </p:nvSpPr>
        <p:spPr bwMode="auto">
          <a:xfrm>
            <a:off x="7672914" y="2979506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1967665748" name="Elipse 38"/>
          <p:cNvSpPr/>
          <p:nvPr/>
        </p:nvSpPr>
        <p:spPr bwMode="auto">
          <a:xfrm>
            <a:off x="6884354" y="2979506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687342319" name="Elipse 47"/>
          <p:cNvSpPr/>
          <p:nvPr/>
        </p:nvSpPr>
        <p:spPr bwMode="auto">
          <a:xfrm>
            <a:off x="5891090" y="3812310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1144550128" name="Elipse 10"/>
          <p:cNvSpPr/>
          <p:nvPr/>
        </p:nvSpPr>
        <p:spPr bwMode="auto">
          <a:xfrm>
            <a:off x="6500296" y="2979506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ysClr val="windowText" lastClr="000000"/>
              </a:solidFill>
            </a:endParaRPr>
          </a:p>
        </p:txBody>
      </p:sp>
      <p:sp>
        <p:nvSpPr>
          <p:cNvPr id="1497957015" name="Rectángulo: esquinas redondeadas 11"/>
          <p:cNvSpPr/>
          <p:nvPr/>
        </p:nvSpPr>
        <p:spPr bwMode="auto">
          <a:xfrm>
            <a:off x="6500296" y="2622192"/>
            <a:ext cx="288234" cy="2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98393332" name="Elipse 9"/>
          <p:cNvSpPr/>
          <p:nvPr/>
        </p:nvSpPr>
        <p:spPr bwMode="auto">
          <a:xfrm>
            <a:off x="4596330" y="3787427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sp>
        <p:nvSpPr>
          <p:cNvPr id="955730609" name="Elipse 12"/>
          <p:cNvSpPr/>
          <p:nvPr/>
        </p:nvSpPr>
        <p:spPr bwMode="auto">
          <a:xfrm>
            <a:off x="660726" y="2088292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sp>
        <p:nvSpPr>
          <p:cNvPr id="2106519961" name="Rectángulo: esquinas redondeadas 6"/>
          <p:cNvSpPr/>
          <p:nvPr/>
        </p:nvSpPr>
        <p:spPr bwMode="auto">
          <a:xfrm>
            <a:off x="8667743" y="806308"/>
            <a:ext cx="3388190" cy="6012000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2078348908" name="Rectángulo: esquinas redondeadas 45"/>
          <p:cNvSpPr/>
          <p:nvPr/>
        </p:nvSpPr>
        <p:spPr bwMode="auto">
          <a:xfrm>
            <a:off x="8870459" y="935159"/>
            <a:ext cx="1295173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CORTA</a:t>
            </a:r>
            <a:endParaRPr/>
          </a:p>
        </p:txBody>
      </p:sp>
      <p:sp>
        <p:nvSpPr>
          <p:cNvPr id="1217237242" name="Rectángulo: esquinas redondeadas 46"/>
          <p:cNvSpPr/>
          <p:nvPr/>
        </p:nvSpPr>
        <p:spPr bwMode="auto">
          <a:xfrm>
            <a:off x="10269189" y="935160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BALÓN</a:t>
            </a:r>
            <a:endParaRPr/>
          </a:p>
        </p:txBody>
      </p:sp>
      <p:sp>
        <p:nvSpPr>
          <p:cNvPr id="2127453657" name="Rectángulo: esquinas redondeadas 145"/>
          <p:cNvSpPr/>
          <p:nvPr/>
        </p:nvSpPr>
        <p:spPr bwMode="auto">
          <a:xfrm>
            <a:off x="8725636" y="3477064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MARCAS</a:t>
            </a:r>
            <a:endParaRPr/>
          </a:p>
        </p:txBody>
      </p:sp>
      <p:sp>
        <p:nvSpPr>
          <p:cNvPr id="1407502678" name="Rectángulo: esquinas redondeadas 146"/>
          <p:cNvSpPr/>
          <p:nvPr/>
        </p:nvSpPr>
        <p:spPr bwMode="auto">
          <a:xfrm>
            <a:off x="8725636" y="2219406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RC</a:t>
            </a:r>
            <a:endParaRPr/>
          </a:p>
        </p:txBody>
      </p:sp>
      <p:sp>
        <p:nvSpPr>
          <p:cNvPr id="1104658115" name="Rectángulo: esquinas redondeadas 147"/>
          <p:cNvSpPr/>
          <p:nvPr/>
        </p:nvSpPr>
        <p:spPr bwMode="auto">
          <a:xfrm>
            <a:off x="9851873" y="4159998"/>
            <a:ext cx="712481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>
                <a:solidFill>
                  <a:schemeClr val="accent1">
                    <a:lumMod val="50000"/>
                  </a:schemeClr>
                </a:solidFill>
              </a:rPr>
              <a:t>______</a:t>
            </a:r>
            <a:endParaRPr sz="1100"/>
          </a:p>
        </p:txBody>
      </p:sp>
      <p:sp>
        <p:nvSpPr>
          <p:cNvPr id="1652048103" name="Rectángulo: esquinas redondeadas 148"/>
          <p:cNvSpPr/>
          <p:nvPr/>
        </p:nvSpPr>
        <p:spPr bwMode="auto">
          <a:xfrm>
            <a:off x="9851873" y="5105405"/>
            <a:ext cx="712481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i="0" u="none" strike="noStrike" cap="none" spc="0">
                <a:solidFill>
                  <a:schemeClr val="accent1">
                    <a:lumMod val="50000"/>
                  </a:schemeClr>
                </a:solidFill>
                <a:latin typeface="Calibri"/>
                <a:ea typeface="Arial"/>
                <a:cs typeface="Arial"/>
              </a:rPr>
              <a:t>______</a:t>
            </a:r>
            <a:endParaRPr sz="900"/>
          </a:p>
        </p:txBody>
      </p:sp>
      <p:sp>
        <p:nvSpPr>
          <p:cNvPr id="230196439" name="Rectángulo: esquinas redondeadas 149"/>
          <p:cNvSpPr/>
          <p:nvPr/>
        </p:nvSpPr>
        <p:spPr bwMode="auto">
          <a:xfrm>
            <a:off x="9851873" y="6156453"/>
            <a:ext cx="712481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i="0" u="none" strike="noStrike" cap="none" spc="0">
                <a:solidFill>
                  <a:schemeClr val="accent1">
                    <a:lumMod val="50000"/>
                  </a:schemeClr>
                </a:solidFill>
                <a:latin typeface="Calibri"/>
                <a:ea typeface="Arial"/>
                <a:cs typeface="Arial"/>
              </a:rPr>
              <a:t>______</a:t>
            </a:r>
            <a:endParaRPr sz="900"/>
          </a:p>
        </p:txBody>
      </p:sp>
      <p:sp>
        <p:nvSpPr>
          <p:cNvPr id="1494976684" name="Rectángulo: esquinas redondeadas 151"/>
          <p:cNvSpPr/>
          <p:nvPr/>
        </p:nvSpPr>
        <p:spPr bwMode="auto">
          <a:xfrm>
            <a:off x="11336847" y="5105405"/>
            <a:ext cx="685800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i="0" u="none" strike="noStrike" cap="none" spc="0">
                <a:solidFill>
                  <a:schemeClr val="accent1">
                    <a:lumMod val="50000"/>
                  </a:schemeClr>
                </a:solidFill>
                <a:latin typeface="Calibri"/>
                <a:ea typeface="Arial"/>
                <a:cs typeface="Arial"/>
              </a:rPr>
              <a:t>LEO</a:t>
            </a:r>
            <a:endParaRPr sz="900"/>
          </a:p>
        </p:txBody>
      </p:sp>
      <p:sp>
        <p:nvSpPr>
          <p:cNvPr id="853683862" name="Rectángulo: esquinas redondeadas 154"/>
          <p:cNvSpPr/>
          <p:nvPr/>
        </p:nvSpPr>
        <p:spPr bwMode="auto">
          <a:xfrm>
            <a:off x="9787636" y="2219406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AR</a:t>
            </a:r>
            <a:endParaRPr/>
          </a:p>
        </p:txBody>
      </p:sp>
      <p:sp>
        <p:nvSpPr>
          <p:cNvPr id="563849180" name="Rectángulo: esquinas redondeadas 155"/>
          <p:cNvSpPr/>
          <p:nvPr/>
        </p:nvSpPr>
        <p:spPr bwMode="auto">
          <a:xfrm>
            <a:off x="10765986" y="2219406"/>
            <a:ext cx="1044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RL/MARCA</a:t>
            </a:r>
            <a:endParaRPr/>
          </a:p>
        </p:txBody>
      </p:sp>
      <p:grpSp>
        <p:nvGrpSpPr>
          <p:cNvPr id="1745598720" name="Grupo 156"/>
          <p:cNvGrpSpPr/>
          <p:nvPr/>
        </p:nvGrpSpPr>
        <p:grpSpPr bwMode="auto">
          <a:xfrm>
            <a:off x="8727234" y="4718898"/>
            <a:ext cx="377101" cy="288000"/>
            <a:chOff x="1037502" y="1182975"/>
            <a:chExt cx="377101" cy="288000"/>
          </a:xfrm>
        </p:grpSpPr>
        <p:sp>
          <p:nvSpPr>
            <p:cNvPr id="1720374201" name="Elipse 157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515099037" name="CuadroTexto 158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M2</a:t>
              </a:r>
              <a:endParaRPr/>
            </a:p>
          </p:txBody>
        </p:sp>
      </p:grpSp>
      <p:grpSp>
        <p:nvGrpSpPr>
          <p:cNvPr id="290025090" name="Grupo 159"/>
          <p:cNvGrpSpPr/>
          <p:nvPr/>
        </p:nvGrpSpPr>
        <p:grpSpPr bwMode="auto">
          <a:xfrm>
            <a:off x="8727234" y="3764827"/>
            <a:ext cx="377101" cy="288000"/>
            <a:chOff x="1037502" y="1182975"/>
            <a:chExt cx="377101" cy="288000"/>
          </a:xfrm>
        </p:grpSpPr>
        <p:sp>
          <p:nvSpPr>
            <p:cNvPr id="1276911063" name="Elipse 160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463806612" name="CuadroTexto 161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M1</a:t>
              </a:r>
              <a:endParaRPr/>
            </a:p>
          </p:txBody>
        </p:sp>
      </p:grpSp>
      <p:grpSp>
        <p:nvGrpSpPr>
          <p:cNvPr id="126922685" name="Grupo 162"/>
          <p:cNvGrpSpPr/>
          <p:nvPr/>
        </p:nvGrpSpPr>
        <p:grpSpPr bwMode="auto">
          <a:xfrm>
            <a:off x="8727234" y="5730767"/>
            <a:ext cx="377101" cy="288000"/>
            <a:chOff x="1037502" y="1182975"/>
            <a:chExt cx="377101" cy="288000"/>
          </a:xfrm>
        </p:grpSpPr>
        <p:sp>
          <p:nvSpPr>
            <p:cNvPr id="393437277" name="Elipse 163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559947856" name="CuadroTexto 16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M3</a:t>
              </a:r>
              <a:endParaRPr/>
            </a:p>
          </p:txBody>
        </p:sp>
      </p:grpSp>
      <p:grpSp>
        <p:nvGrpSpPr>
          <p:cNvPr id="2021460960" name="Grupo 165"/>
          <p:cNvGrpSpPr/>
          <p:nvPr/>
        </p:nvGrpSpPr>
        <p:grpSpPr bwMode="auto">
          <a:xfrm>
            <a:off x="10326881" y="3764827"/>
            <a:ext cx="377101" cy="288000"/>
            <a:chOff x="1037502" y="1182975"/>
            <a:chExt cx="377101" cy="288000"/>
          </a:xfrm>
        </p:grpSpPr>
        <p:sp>
          <p:nvSpPr>
            <p:cNvPr id="672505357" name="Elipse 166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62190263" name="CuadroTexto 167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M4</a:t>
              </a:r>
              <a:endParaRPr/>
            </a:p>
          </p:txBody>
        </p:sp>
      </p:grpSp>
      <p:grpSp>
        <p:nvGrpSpPr>
          <p:cNvPr id="659780837" name="Grupo 168"/>
          <p:cNvGrpSpPr/>
          <p:nvPr/>
        </p:nvGrpSpPr>
        <p:grpSpPr bwMode="auto">
          <a:xfrm>
            <a:off x="10326881" y="4718898"/>
            <a:ext cx="377101" cy="288000"/>
            <a:chOff x="1037502" y="1182975"/>
            <a:chExt cx="377101" cy="288000"/>
          </a:xfrm>
        </p:grpSpPr>
        <p:sp>
          <p:nvSpPr>
            <p:cNvPr id="16630968" name="Elipse 169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64561702" name="CuadroTexto 170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M5</a:t>
              </a:r>
              <a:endParaRPr/>
            </a:p>
          </p:txBody>
        </p:sp>
      </p:grpSp>
      <p:grpSp>
        <p:nvGrpSpPr>
          <p:cNvPr id="295436252" name="Grupo 171"/>
          <p:cNvGrpSpPr/>
          <p:nvPr/>
        </p:nvGrpSpPr>
        <p:grpSpPr bwMode="auto">
          <a:xfrm>
            <a:off x="10325545" y="5736268"/>
            <a:ext cx="377101" cy="288000"/>
            <a:chOff x="1037502" y="1182975"/>
            <a:chExt cx="377101" cy="288000"/>
          </a:xfrm>
        </p:grpSpPr>
        <p:sp>
          <p:nvSpPr>
            <p:cNvPr id="1867867716" name="Elipse 172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35679421" name="CuadroTexto 173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RL</a:t>
              </a:r>
              <a:endParaRPr/>
            </a:p>
          </p:txBody>
        </p:sp>
      </p:grpSp>
      <p:cxnSp>
        <p:nvCxnSpPr>
          <p:cNvPr id="1801935107" name="Conector recto de flecha 9"/>
          <p:cNvCxnSpPr/>
          <p:nvPr/>
        </p:nvCxnSpPr>
        <p:spPr bwMode="auto">
          <a:xfrm flipH="1">
            <a:off x="2314576" y="2635203"/>
            <a:ext cx="212690" cy="2089190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6664069" name="Conector recto de flecha 9"/>
          <p:cNvCxnSpPr/>
          <p:nvPr/>
        </p:nvCxnSpPr>
        <p:spPr bwMode="auto">
          <a:xfrm>
            <a:off x="4740330" y="3555593"/>
            <a:ext cx="100296" cy="2221128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6617988" name="Conector recto de flecha 9"/>
          <p:cNvCxnSpPr/>
          <p:nvPr/>
        </p:nvCxnSpPr>
        <p:spPr bwMode="auto">
          <a:xfrm>
            <a:off x="6179091" y="3681801"/>
            <a:ext cx="1085850" cy="2612457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67606167" name="Grupo 4"/>
          <p:cNvGrpSpPr/>
          <p:nvPr/>
        </p:nvGrpSpPr>
        <p:grpSpPr bwMode="auto">
          <a:xfrm>
            <a:off x="6464206" y="2226855"/>
            <a:ext cx="377101" cy="288000"/>
            <a:chOff x="1037502" y="1182975"/>
            <a:chExt cx="377101" cy="288000"/>
          </a:xfrm>
        </p:grpSpPr>
        <p:sp>
          <p:nvSpPr>
            <p:cNvPr id="787671187" name="Elipse 5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70141943" name="CuadroTexto 1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M1</a:t>
              </a:r>
              <a:endParaRPr/>
            </a:p>
          </p:txBody>
        </p:sp>
      </p:grpSp>
      <p:grpSp>
        <p:nvGrpSpPr>
          <p:cNvPr id="429431687" name="Grupo 15"/>
          <p:cNvGrpSpPr/>
          <p:nvPr/>
        </p:nvGrpSpPr>
        <p:grpSpPr bwMode="auto">
          <a:xfrm>
            <a:off x="7261494" y="2226855"/>
            <a:ext cx="377101" cy="288000"/>
            <a:chOff x="1037502" y="1182975"/>
            <a:chExt cx="377101" cy="288000"/>
          </a:xfrm>
        </p:grpSpPr>
        <p:sp>
          <p:nvSpPr>
            <p:cNvPr id="17676990" name="Elipse 17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564167930" name="CuadroTexto 18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M3</a:t>
              </a:r>
              <a:endParaRPr/>
            </a:p>
          </p:txBody>
        </p:sp>
      </p:grpSp>
      <p:grpSp>
        <p:nvGrpSpPr>
          <p:cNvPr id="937366418" name="Grupo 20"/>
          <p:cNvGrpSpPr/>
          <p:nvPr/>
        </p:nvGrpSpPr>
        <p:grpSpPr bwMode="auto">
          <a:xfrm>
            <a:off x="7658875" y="2226855"/>
            <a:ext cx="377101" cy="288000"/>
            <a:chOff x="1037502" y="1182975"/>
            <a:chExt cx="377101" cy="288000"/>
          </a:xfrm>
        </p:grpSpPr>
        <p:sp>
          <p:nvSpPr>
            <p:cNvPr id="462651534" name="Elipse 21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56930493" name="CuadroTexto 2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M4</a:t>
              </a:r>
              <a:endParaRPr/>
            </a:p>
          </p:txBody>
        </p:sp>
      </p:grpSp>
      <p:grpSp>
        <p:nvGrpSpPr>
          <p:cNvPr id="1468719820" name="Grupo 26"/>
          <p:cNvGrpSpPr/>
          <p:nvPr/>
        </p:nvGrpSpPr>
        <p:grpSpPr bwMode="auto">
          <a:xfrm>
            <a:off x="8044956" y="2226855"/>
            <a:ext cx="377101" cy="288000"/>
            <a:chOff x="1037502" y="1182975"/>
            <a:chExt cx="377101" cy="288000"/>
          </a:xfrm>
        </p:grpSpPr>
        <p:sp>
          <p:nvSpPr>
            <p:cNvPr id="1882631064" name="Elipse 28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97738446" name="CuadroTexto 30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M5</a:t>
              </a:r>
              <a:endParaRPr/>
            </a:p>
          </p:txBody>
        </p:sp>
      </p:grpSp>
      <p:grpSp>
        <p:nvGrpSpPr>
          <p:cNvPr id="1618408633" name="Grupo 42"/>
          <p:cNvGrpSpPr/>
          <p:nvPr/>
        </p:nvGrpSpPr>
        <p:grpSpPr bwMode="auto">
          <a:xfrm>
            <a:off x="5921580" y="3237014"/>
            <a:ext cx="377101" cy="288000"/>
            <a:chOff x="1037502" y="1182975"/>
            <a:chExt cx="377101" cy="288000"/>
          </a:xfrm>
        </p:grpSpPr>
        <p:sp>
          <p:nvSpPr>
            <p:cNvPr id="815515782" name="Elipse 43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18082698" name="CuadroTexto 4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RL</a:t>
              </a:r>
              <a:endParaRPr/>
            </a:p>
          </p:txBody>
        </p:sp>
      </p:grpSp>
      <p:grpSp>
        <p:nvGrpSpPr>
          <p:cNvPr id="102740366" name="Grupo 25"/>
          <p:cNvGrpSpPr/>
          <p:nvPr/>
        </p:nvGrpSpPr>
        <p:grpSpPr bwMode="auto">
          <a:xfrm>
            <a:off x="2377809" y="2225218"/>
            <a:ext cx="377101" cy="288000"/>
            <a:chOff x="1037502" y="1182975"/>
            <a:chExt cx="377101" cy="288000"/>
          </a:xfrm>
        </p:grpSpPr>
        <p:sp>
          <p:nvSpPr>
            <p:cNvPr id="453513908" name="Elipse 27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259714006" name="CuadroTexto 31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RC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751943034" name="Grupo 175"/>
          <p:cNvGrpSpPr/>
          <p:nvPr/>
        </p:nvGrpSpPr>
        <p:grpSpPr bwMode="auto">
          <a:xfrm>
            <a:off x="4615093" y="3216125"/>
            <a:ext cx="377101" cy="288000"/>
            <a:chOff x="1037502" y="1182975"/>
            <a:chExt cx="377101" cy="288000"/>
          </a:xfrm>
        </p:grpSpPr>
        <p:sp>
          <p:nvSpPr>
            <p:cNvPr id="755103157" name="Elipse 176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35282045" name="CuadroTexto 177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AR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536131307" name="Grupo 4"/>
          <p:cNvGrpSpPr/>
          <p:nvPr/>
        </p:nvGrpSpPr>
        <p:grpSpPr bwMode="auto">
          <a:xfrm>
            <a:off x="6464206" y="2226855"/>
            <a:ext cx="377101" cy="288000"/>
            <a:chOff x="1037502" y="1182975"/>
            <a:chExt cx="377101" cy="288000"/>
          </a:xfrm>
        </p:grpSpPr>
        <p:sp>
          <p:nvSpPr>
            <p:cNvPr id="640884307" name="Elipse 5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476333987" name="CuadroTexto 1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M1</a:t>
              </a:r>
              <a:endParaRPr/>
            </a:p>
          </p:txBody>
        </p:sp>
      </p:grpSp>
      <p:grpSp>
        <p:nvGrpSpPr>
          <p:cNvPr id="577383372" name="Grupo 39"/>
          <p:cNvGrpSpPr/>
          <p:nvPr/>
        </p:nvGrpSpPr>
        <p:grpSpPr bwMode="auto">
          <a:xfrm>
            <a:off x="6849433" y="2226855"/>
            <a:ext cx="377101" cy="288000"/>
            <a:chOff x="1037502" y="1182975"/>
            <a:chExt cx="377101" cy="288000"/>
          </a:xfrm>
        </p:grpSpPr>
        <p:sp>
          <p:nvSpPr>
            <p:cNvPr id="1533591000" name="Elipse 40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356087518" name="CuadroTexto 41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M2</a:t>
              </a:r>
              <a:endParaRPr/>
            </a:p>
          </p:txBody>
        </p:sp>
      </p:grpSp>
      <p:grpSp>
        <p:nvGrpSpPr>
          <p:cNvPr id="539604622" name="Grupo 4"/>
          <p:cNvGrpSpPr/>
          <p:nvPr/>
        </p:nvGrpSpPr>
        <p:grpSpPr bwMode="auto">
          <a:xfrm>
            <a:off x="6464206" y="2226855"/>
            <a:ext cx="377101" cy="288000"/>
            <a:chOff x="1037502" y="1182975"/>
            <a:chExt cx="377101" cy="288000"/>
          </a:xfrm>
        </p:grpSpPr>
        <p:sp>
          <p:nvSpPr>
            <p:cNvPr id="1776341820" name="Elipse 5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12443020" name="CuadroTexto 1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M1</a:t>
              </a:r>
              <a:endParaRPr/>
            </a:p>
          </p:txBody>
        </p:sp>
      </p:grpSp>
      <p:sp>
        <p:nvSpPr>
          <p:cNvPr id="768770525" name="Rectángulo: esquinas redondeadas 150"/>
          <p:cNvSpPr/>
          <p:nvPr/>
        </p:nvSpPr>
        <p:spPr bwMode="auto">
          <a:xfrm>
            <a:off x="11336847" y="4159998"/>
            <a:ext cx="685800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i="0" u="none" strike="noStrike" cap="none" spc="0">
                <a:solidFill>
                  <a:schemeClr val="accent1">
                    <a:lumMod val="50000"/>
                  </a:schemeClr>
                </a:solidFill>
                <a:latin typeface="Calibri"/>
                <a:ea typeface="Arial"/>
                <a:cs typeface="Arial"/>
              </a:rPr>
              <a:t>______</a:t>
            </a:r>
            <a:endParaRPr sz="900"/>
          </a:p>
        </p:txBody>
      </p:sp>
      <p:sp>
        <p:nvSpPr>
          <p:cNvPr id="1209301134" name="Rectángulo: esquinas redondeadas 151"/>
          <p:cNvSpPr/>
          <p:nvPr/>
        </p:nvSpPr>
        <p:spPr bwMode="auto">
          <a:xfrm>
            <a:off x="11336847" y="5105405"/>
            <a:ext cx="685800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900" b="1" i="0" u="none" strike="noStrike" cap="none" spc="0">
                <a:solidFill>
                  <a:schemeClr val="accent1">
                    <a:lumMod val="50000"/>
                  </a:schemeClr>
                </a:solidFill>
                <a:latin typeface="Calibri"/>
                <a:ea typeface="Arial"/>
                <a:cs typeface="Arial"/>
              </a:rPr>
              <a:t>______</a:t>
            </a:r>
            <a:endParaRPr sz="900"/>
          </a:p>
        </p:txBody>
      </p:sp>
      <p:sp>
        <p:nvSpPr>
          <p:cNvPr id="1658354673" name="Rectángulo: esquinas redondeadas 150"/>
          <p:cNvSpPr/>
          <p:nvPr/>
        </p:nvSpPr>
        <p:spPr bwMode="auto">
          <a:xfrm>
            <a:off x="11336847" y="2978898"/>
            <a:ext cx="685797" cy="432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900">
                <a:latin typeface="Trebuchet MS"/>
              </a:rPr>
              <a:t>0</a:t>
            </a:r>
            <a:endParaRPr sz="900"/>
          </a:p>
        </p:txBody>
      </p:sp>
      <p:sp>
        <p:nvSpPr>
          <p:cNvPr id="1022273524" name="Rectángulo: esquinas redondeadas 1"/>
          <p:cNvSpPr/>
          <p:nvPr/>
        </p:nvSpPr>
        <p:spPr bwMode="auto">
          <a:xfrm>
            <a:off x="78297" y="5862960"/>
            <a:ext cx="5096814" cy="954741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MARCAS: ÁREA PEQUEÑA “POR DELANTE” </a:t>
            </a:r>
            <a:endParaRPr sz="1400" b="1">
              <a:solidFill>
                <a:srgbClr val="C00000"/>
              </a:solidFill>
              <a:latin typeface="Trebuchet MS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MARCAS: HASTA PUNTO DE PENALTI “MARCA PEGADA”</a:t>
            </a:r>
            <a:endParaRPr sz="1400" b="1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MARCAS: AMENAZA LEJANA “DISTANCIA DE BRAZO”</a:t>
            </a:r>
            <a:endParaRPr sz="1400" b="1">
              <a:solidFill>
                <a:srgbClr val="C00000"/>
              </a:solidFill>
              <a:latin typeface="Trebuchet MS"/>
            </a:endParaRPr>
          </a:p>
        </p:txBody>
      </p:sp>
      <p:grpSp>
        <p:nvGrpSpPr>
          <p:cNvPr id="1608680559" name="Grupo 8"/>
          <p:cNvGrpSpPr/>
          <p:nvPr/>
        </p:nvGrpSpPr>
        <p:grpSpPr bwMode="auto">
          <a:xfrm>
            <a:off x="5006729" y="1610613"/>
            <a:ext cx="377101" cy="288000"/>
            <a:chOff x="1037502" y="1182975"/>
            <a:chExt cx="377101" cy="288000"/>
          </a:xfrm>
        </p:grpSpPr>
        <p:sp>
          <p:nvSpPr>
            <p:cNvPr id="1523684087" name="Elipse 29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34273646" name="CuadroTexto 7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C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547495991" name="Grupo 13"/>
          <p:cNvGrpSpPr/>
          <p:nvPr/>
        </p:nvGrpSpPr>
        <p:grpSpPr bwMode="auto">
          <a:xfrm>
            <a:off x="5922343" y="1736271"/>
            <a:ext cx="377101" cy="288000"/>
            <a:chOff x="1037502" y="1182975"/>
            <a:chExt cx="377101" cy="288000"/>
          </a:xfrm>
        </p:grpSpPr>
        <p:sp>
          <p:nvSpPr>
            <p:cNvPr id="1907579538" name="Elipse 16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35938430" name="CuadroTexto 23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B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591803081" name="Rectángulo: esquinas redondeadas 1"/>
          <p:cNvSpPr/>
          <p:nvPr/>
        </p:nvSpPr>
        <p:spPr bwMode="auto">
          <a:xfrm>
            <a:off x="78297" y="4777947"/>
            <a:ext cx="5096814" cy="954741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BLOQUEOS: CAMBIO DE MARCA </a:t>
            </a:r>
            <a:endParaRPr sz="1400" b="1">
              <a:solidFill>
                <a:srgbClr val="C00000"/>
              </a:solidFill>
              <a:latin typeface="Trebuchet MS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BLOQUES DE 3 O MÁS RIVALES: ÚLTIMO LIBRA PARA MARCAR A PRIMERA AMENAZA</a:t>
            </a:r>
            <a:endParaRPr sz="1400" b="1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1917138670" name="Imagen 1153368374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729279" y="2530461"/>
            <a:ext cx="607566" cy="759458"/>
          </a:xfrm>
          <a:prstGeom prst="rect">
            <a:avLst/>
          </a:prstGeom>
        </p:spPr>
      </p:pic>
      <p:pic>
        <p:nvPicPr>
          <p:cNvPr id="140515674" name="Imagen 23571981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910478" y="2508046"/>
            <a:ext cx="607566" cy="759458"/>
          </a:xfrm>
          <a:prstGeom prst="rect">
            <a:avLst/>
          </a:prstGeom>
        </p:spPr>
      </p:pic>
      <p:pic>
        <p:nvPicPr>
          <p:cNvPr id="189301830" name="Imagen 338286745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680418" y="4725675"/>
            <a:ext cx="607566" cy="759458"/>
          </a:xfrm>
          <a:prstGeom prst="rect">
            <a:avLst/>
          </a:prstGeom>
        </p:spPr>
      </p:pic>
      <p:pic>
        <p:nvPicPr>
          <p:cNvPr id="1879099068" name="Imagen 1765968301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10765985" y="1258753"/>
            <a:ext cx="607566" cy="759458"/>
          </a:xfrm>
          <a:prstGeom prst="rect">
            <a:avLst/>
          </a:prstGeom>
        </p:spPr>
      </p:pic>
      <p:pic>
        <p:nvPicPr>
          <p:cNvPr id="1213739687" name="Imagen 1878383986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726400" y="2386461"/>
            <a:ext cx="607566" cy="759458"/>
          </a:xfrm>
          <a:prstGeom prst="rect">
            <a:avLst/>
          </a:prstGeom>
        </p:spPr>
      </p:pic>
      <p:pic>
        <p:nvPicPr>
          <p:cNvPr id="164867353" name="Imagen 1144284585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2683949" y="1748587"/>
            <a:ext cx="607566" cy="759458"/>
          </a:xfrm>
          <a:prstGeom prst="rect">
            <a:avLst/>
          </a:prstGeom>
        </p:spPr>
      </p:pic>
      <p:pic>
        <p:nvPicPr>
          <p:cNvPr id="842074494" name="Imagen 1370329064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961751" y="1530887"/>
            <a:ext cx="607566" cy="759458"/>
          </a:xfrm>
          <a:prstGeom prst="rect">
            <a:avLst/>
          </a:prstGeom>
        </p:spPr>
      </p:pic>
      <p:pic>
        <p:nvPicPr>
          <p:cNvPr id="1296654770" name="Imagen 1347876572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726400" y="879025"/>
            <a:ext cx="607566" cy="759458"/>
          </a:xfrm>
          <a:prstGeom prst="rect">
            <a:avLst/>
          </a:prstGeom>
        </p:spPr>
      </p:pic>
      <p:pic>
        <p:nvPicPr>
          <p:cNvPr id="1610661909" name="object 25"/>
          <p:cNvPicPr/>
          <p:nvPr/>
        </p:nvPicPr>
        <p:blipFill rotWithShape="1">
          <a:blip r:embed="rId10"/>
          <a:stretch/>
        </p:blipFill>
        <p:spPr bwMode="auto">
          <a:xfrm>
            <a:off x="9141851" y="1328832"/>
            <a:ext cx="607565" cy="759459"/>
          </a:xfrm>
          <a:prstGeom prst="rect">
            <a:avLst/>
          </a:prstGeom>
        </p:spPr>
      </p:pic>
      <p:pic>
        <p:nvPicPr>
          <p:cNvPr id="873427130" name="object 7"/>
          <p:cNvPicPr/>
          <p:nvPr/>
        </p:nvPicPr>
        <p:blipFill rotWithShape="1">
          <a:blip r:embed="rId11"/>
          <a:stretch/>
        </p:blipFill>
        <p:spPr bwMode="auto">
          <a:xfrm>
            <a:off x="9175635" y="3812307"/>
            <a:ext cx="607565" cy="759458"/>
          </a:xfrm>
          <a:prstGeom prst="rect">
            <a:avLst/>
          </a:prstGeom>
        </p:spPr>
      </p:pic>
      <p:pic>
        <p:nvPicPr>
          <p:cNvPr id="1406235016" name="object 27"/>
          <p:cNvPicPr/>
          <p:nvPr/>
        </p:nvPicPr>
        <p:blipFill rotWithShape="1">
          <a:blip r:embed="rId12"/>
          <a:stretch/>
        </p:blipFill>
        <p:spPr bwMode="auto">
          <a:xfrm>
            <a:off x="9214260" y="4725675"/>
            <a:ext cx="607565" cy="759459"/>
          </a:xfrm>
          <a:prstGeom prst="rect">
            <a:avLst/>
          </a:prstGeom>
        </p:spPr>
      </p:pic>
      <p:pic>
        <p:nvPicPr>
          <p:cNvPr id="1243616710" name="object 23"/>
          <p:cNvPicPr/>
          <p:nvPr/>
        </p:nvPicPr>
        <p:blipFill rotWithShape="1">
          <a:blip r:embed="rId13"/>
          <a:stretch/>
        </p:blipFill>
        <p:spPr bwMode="auto">
          <a:xfrm>
            <a:off x="9933852" y="2508045"/>
            <a:ext cx="607565" cy="759459"/>
          </a:xfrm>
          <a:prstGeom prst="rect">
            <a:avLst/>
          </a:prstGeom>
        </p:spPr>
      </p:pic>
      <p:pic>
        <p:nvPicPr>
          <p:cNvPr id="661262791" name="object 29"/>
          <p:cNvPicPr/>
          <p:nvPr/>
        </p:nvPicPr>
        <p:blipFill rotWithShape="1">
          <a:blip r:embed="rId14"/>
          <a:stretch/>
        </p:blipFill>
        <p:spPr bwMode="auto">
          <a:xfrm>
            <a:off x="10680417" y="3931426"/>
            <a:ext cx="607565" cy="759459"/>
          </a:xfrm>
          <a:prstGeom prst="rect">
            <a:avLst/>
          </a:prstGeom>
        </p:spPr>
      </p:pic>
      <p:pic>
        <p:nvPicPr>
          <p:cNvPr id="224839089" name="object 25"/>
          <p:cNvPicPr/>
          <p:nvPr/>
        </p:nvPicPr>
        <p:blipFill rotWithShape="1">
          <a:blip r:embed="rId10"/>
          <a:stretch/>
        </p:blipFill>
        <p:spPr bwMode="auto">
          <a:xfrm>
            <a:off x="4884329" y="806307"/>
            <a:ext cx="607565" cy="759459"/>
          </a:xfrm>
          <a:prstGeom prst="rect">
            <a:avLst/>
          </a:prstGeom>
        </p:spPr>
      </p:pic>
      <p:pic>
        <p:nvPicPr>
          <p:cNvPr id="110541996" name="object 7"/>
          <p:cNvPicPr/>
          <p:nvPr/>
        </p:nvPicPr>
        <p:blipFill rotWithShape="1">
          <a:blip r:embed="rId11"/>
          <a:stretch/>
        </p:blipFill>
        <p:spPr bwMode="auto">
          <a:xfrm>
            <a:off x="6196512" y="1459945"/>
            <a:ext cx="607565" cy="759458"/>
          </a:xfrm>
          <a:prstGeom prst="rect">
            <a:avLst/>
          </a:prstGeom>
        </p:spPr>
      </p:pic>
      <p:pic>
        <p:nvPicPr>
          <p:cNvPr id="1401301887" name="object 27"/>
          <p:cNvPicPr/>
          <p:nvPr/>
        </p:nvPicPr>
        <p:blipFill rotWithShape="1">
          <a:blip r:embed="rId12"/>
          <a:stretch/>
        </p:blipFill>
        <p:spPr bwMode="auto">
          <a:xfrm>
            <a:off x="6657377" y="1459945"/>
            <a:ext cx="607565" cy="759459"/>
          </a:xfrm>
          <a:prstGeom prst="rect">
            <a:avLst/>
          </a:prstGeom>
        </p:spPr>
      </p:pic>
      <p:pic>
        <p:nvPicPr>
          <p:cNvPr id="2046209684" name="object 23"/>
          <p:cNvPicPr/>
          <p:nvPr/>
        </p:nvPicPr>
        <p:blipFill rotWithShape="1">
          <a:blip r:embed="rId13"/>
          <a:stretch/>
        </p:blipFill>
        <p:spPr bwMode="auto">
          <a:xfrm>
            <a:off x="4436546" y="2435405"/>
            <a:ext cx="607565" cy="759459"/>
          </a:xfrm>
          <a:prstGeom prst="rect">
            <a:avLst/>
          </a:prstGeom>
        </p:spPr>
      </p:pic>
      <p:pic>
        <p:nvPicPr>
          <p:cNvPr id="1849048197" name="object 29"/>
          <p:cNvPicPr/>
          <p:nvPr/>
        </p:nvPicPr>
        <p:blipFill rotWithShape="1">
          <a:blip r:embed="rId14"/>
          <a:stretch/>
        </p:blipFill>
        <p:spPr bwMode="auto">
          <a:xfrm>
            <a:off x="7513851" y="1474268"/>
            <a:ext cx="607565" cy="75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9719848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1873" y="0"/>
            <a:ext cx="12192000" cy="6857997"/>
          </a:xfrm>
          <a:prstGeom prst="rect">
            <a:avLst/>
          </a:prstGeom>
        </p:spPr>
      </p:pic>
      <p:pic>
        <p:nvPicPr>
          <p:cNvPr id="205636301" name="Imagen 4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-13104"/>
            <a:ext cx="10008702" cy="6857997"/>
          </a:xfrm>
          <a:prstGeom prst="rect">
            <a:avLst/>
          </a:prstGeom>
        </p:spPr>
      </p:pic>
      <p:cxnSp>
        <p:nvCxnSpPr>
          <p:cNvPr id="1335807229" name="Conector recto 38"/>
          <p:cNvCxnSpPr/>
          <p:nvPr/>
        </p:nvCxnSpPr>
        <p:spPr bwMode="auto">
          <a:xfrm flipV="1">
            <a:off x="838197" y="2546393"/>
            <a:ext cx="10068096" cy="12820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4733500" name="Conector recto 42"/>
          <p:cNvCxnSpPr/>
          <p:nvPr/>
        </p:nvCxnSpPr>
        <p:spPr bwMode="auto">
          <a:xfrm>
            <a:off x="453533" y="3395856"/>
            <a:ext cx="10900262" cy="14022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734635" name="Conector recto 43"/>
          <p:cNvCxnSpPr/>
          <p:nvPr/>
        </p:nvCxnSpPr>
        <p:spPr bwMode="auto">
          <a:xfrm flipV="1">
            <a:off x="701876" y="2971584"/>
            <a:ext cx="10349943" cy="19386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14156" name="Rectángulo: esquinas redondeadas 102"/>
          <p:cNvSpPr/>
          <p:nvPr/>
        </p:nvSpPr>
        <p:spPr bwMode="auto">
          <a:xfrm>
            <a:off x="7381599" y="3471266"/>
            <a:ext cx="4724803" cy="1376955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327840425" name="Rectángulo redondeado 56"/>
          <p:cNvSpPr/>
          <p:nvPr/>
        </p:nvSpPr>
        <p:spPr bwMode="auto">
          <a:xfrm>
            <a:off x="-23748" y="4599"/>
            <a:ext cx="12215750" cy="76881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C000"/>
              </a:gs>
              <a:gs pos="50000">
                <a:schemeClr val="accent2"/>
              </a:gs>
              <a:gs pos="100000">
                <a:srgbClr val="FFC000"/>
              </a:gs>
            </a:gsLst>
            <a:lin ang="5400000" scaled="1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3600" b="1">
                <a:solidFill>
                  <a:srgbClr val="00304E"/>
                </a:solidFill>
              </a:rPr>
              <a:t>FALTA LATERAL</a:t>
            </a:r>
            <a:r>
              <a:rPr lang="en-GB" sz="3600" b="1">
                <a:solidFill>
                  <a:srgbClr val="00304E"/>
                </a:solidFill>
              </a:rPr>
              <a:t> DEFENSIVA</a:t>
            </a:r>
            <a:endParaRPr/>
          </a:p>
        </p:txBody>
      </p:sp>
      <p:pic>
        <p:nvPicPr>
          <p:cNvPr id="1602612784" name="Imagen 5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05193" y="30222"/>
            <a:ext cx="496683" cy="695124"/>
          </a:xfrm>
          <a:prstGeom prst="rect">
            <a:avLst/>
          </a:prstGeom>
        </p:spPr>
      </p:pic>
      <p:pic>
        <p:nvPicPr>
          <p:cNvPr id="576056591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1562067" y="4921715"/>
            <a:ext cx="264398" cy="235020"/>
          </a:xfrm>
          <a:prstGeom prst="rect">
            <a:avLst/>
          </a:prstGeom>
          <a:noFill/>
        </p:spPr>
      </p:pic>
      <p:grpSp>
        <p:nvGrpSpPr>
          <p:cNvPr id="1827875703" name="Grupo 8"/>
          <p:cNvGrpSpPr/>
          <p:nvPr/>
        </p:nvGrpSpPr>
        <p:grpSpPr bwMode="auto">
          <a:xfrm>
            <a:off x="4318957" y="2962908"/>
            <a:ext cx="377101" cy="288000"/>
            <a:chOff x="1037502" y="1182975"/>
            <a:chExt cx="377101" cy="288000"/>
          </a:xfrm>
        </p:grpSpPr>
        <p:sp>
          <p:nvSpPr>
            <p:cNvPr id="389464774" name="Elipse 29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500670626" name="CuadroTexto 7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C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736879250" name="Grupo 9"/>
          <p:cNvGrpSpPr/>
          <p:nvPr/>
        </p:nvGrpSpPr>
        <p:grpSpPr bwMode="auto">
          <a:xfrm>
            <a:off x="2698322" y="3942392"/>
            <a:ext cx="377101" cy="288000"/>
            <a:chOff x="1037502" y="1182975"/>
            <a:chExt cx="377101" cy="288000"/>
          </a:xfrm>
        </p:grpSpPr>
        <p:sp>
          <p:nvSpPr>
            <p:cNvPr id="405729854" name="Elipse 11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685325598" name="CuadroTexto 12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200" b="1">
                  <a:latin typeface="Trebuchet MS"/>
                </a:rPr>
                <a:t>AR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05675619" name="Grupo 25"/>
          <p:cNvGrpSpPr/>
          <p:nvPr/>
        </p:nvGrpSpPr>
        <p:grpSpPr bwMode="auto">
          <a:xfrm>
            <a:off x="5583012" y="3561303"/>
            <a:ext cx="377101" cy="288000"/>
            <a:chOff x="1037502" y="1182975"/>
            <a:chExt cx="377101" cy="288000"/>
          </a:xfrm>
        </p:grpSpPr>
        <p:sp>
          <p:nvSpPr>
            <p:cNvPr id="632737644" name="Elipse 27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000352987" name="CuadroTexto 31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RC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46297422" name="Grupo 39"/>
          <p:cNvGrpSpPr/>
          <p:nvPr/>
        </p:nvGrpSpPr>
        <p:grpSpPr bwMode="auto">
          <a:xfrm>
            <a:off x="5496392" y="2962908"/>
            <a:ext cx="377101" cy="288000"/>
            <a:chOff x="1037502" y="1182975"/>
            <a:chExt cx="377101" cy="288000"/>
          </a:xfrm>
        </p:grpSpPr>
        <p:sp>
          <p:nvSpPr>
            <p:cNvPr id="33092506" name="Elipse 40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546944446" name="CuadroTexto 41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M2</a:t>
              </a:r>
              <a:endParaRPr/>
            </a:p>
          </p:txBody>
        </p:sp>
      </p:grpSp>
      <p:grpSp>
        <p:nvGrpSpPr>
          <p:cNvPr id="1057393350" name="Grupo 66"/>
          <p:cNvGrpSpPr/>
          <p:nvPr/>
        </p:nvGrpSpPr>
        <p:grpSpPr bwMode="auto">
          <a:xfrm>
            <a:off x="6703256" y="3555803"/>
            <a:ext cx="377101" cy="288000"/>
            <a:chOff x="1037502" y="1182975"/>
            <a:chExt cx="377101" cy="288000"/>
          </a:xfrm>
        </p:grpSpPr>
        <p:sp>
          <p:nvSpPr>
            <p:cNvPr id="164468656" name="Elipse 67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82026232" name="CuadroTexto 68"/>
            <p:cNvSpPr txBox="1"/>
            <p:nvPr/>
          </p:nvSpPr>
          <p:spPr bwMode="auto">
            <a:xfrm>
              <a:off x="1037502" y="1188477"/>
              <a:ext cx="377101" cy="276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RL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458024291" name="Grupo 4"/>
          <p:cNvGrpSpPr/>
          <p:nvPr/>
        </p:nvGrpSpPr>
        <p:grpSpPr bwMode="auto">
          <a:xfrm>
            <a:off x="5101929" y="2962908"/>
            <a:ext cx="377101" cy="288000"/>
            <a:chOff x="1037502" y="1182975"/>
            <a:chExt cx="377101" cy="288000"/>
          </a:xfrm>
        </p:grpSpPr>
        <p:sp>
          <p:nvSpPr>
            <p:cNvPr id="1518466634" name="Elipse 5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38455860" name="CuadroTexto 1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M1</a:t>
              </a:r>
              <a:endParaRPr/>
            </a:p>
          </p:txBody>
        </p:sp>
      </p:grpSp>
      <p:grpSp>
        <p:nvGrpSpPr>
          <p:cNvPr id="1635929977" name="Grupo 15"/>
          <p:cNvGrpSpPr/>
          <p:nvPr/>
        </p:nvGrpSpPr>
        <p:grpSpPr bwMode="auto">
          <a:xfrm>
            <a:off x="5908452" y="2962908"/>
            <a:ext cx="377101" cy="288000"/>
            <a:chOff x="1037502" y="1182975"/>
            <a:chExt cx="377101" cy="288000"/>
          </a:xfrm>
        </p:grpSpPr>
        <p:sp>
          <p:nvSpPr>
            <p:cNvPr id="204557166" name="Elipse 17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467981715" name="CuadroTexto 18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M3</a:t>
              </a:r>
              <a:endParaRPr/>
            </a:p>
          </p:txBody>
        </p:sp>
      </p:grpSp>
      <p:grpSp>
        <p:nvGrpSpPr>
          <p:cNvPr id="2090140810" name="Grupo 20"/>
          <p:cNvGrpSpPr/>
          <p:nvPr/>
        </p:nvGrpSpPr>
        <p:grpSpPr bwMode="auto">
          <a:xfrm>
            <a:off x="6305833" y="2962908"/>
            <a:ext cx="377101" cy="288000"/>
            <a:chOff x="1037502" y="1182975"/>
            <a:chExt cx="377101" cy="288000"/>
          </a:xfrm>
        </p:grpSpPr>
        <p:sp>
          <p:nvSpPr>
            <p:cNvPr id="154687499" name="Elipse 21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37145633" name="CuadroTexto 24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M4</a:t>
              </a:r>
              <a:endParaRPr/>
            </a:p>
          </p:txBody>
        </p:sp>
      </p:grpSp>
      <p:grpSp>
        <p:nvGrpSpPr>
          <p:cNvPr id="2093759846" name="Grupo 26"/>
          <p:cNvGrpSpPr/>
          <p:nvPr/>
        </p:nvGrpSpPr>
        <p:grpSpPr bwMode="auto">
          <a:xfrm>
            <a:off x="6691914" y="2962908"/>
            <a:ext cx="377101" cy="288000"/>
            <a:chOff x="1037502" y="1182975"/>
            <a:chExt cx="377101" cy="288000"/>
          </a:xfrm>
        </p:grpSpPr>
        <p:sp>
          <p:nvSpPr>
            <p:cNvPr id="1441170103" name="Elipse 28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86750605" name="CuadroTexto 30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M5</a:t>
              </a:r>
              <a:endParaRPr/>
            </a:p>
          </p:txBody>
        </p:sp>
      </p:grpSp>
      <p:sp>
        <p:nvSpPr>
          <p:cNvPr id="356317207" name="Elipse 1"/>
          <p:cNvSpPr/>
          <p:nvPr/>
        </p:nvSpPr>
        <p:spPr bwMode="auto">
          <a:xfrm>
            <a:off x="1111492" y="4921715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grpSp>
        <p:nvGrpSpPr>
          <p:cNvPr id="199650123" name="Grupo 3"/>
          <p:cNvGrpSpPr/>
          <p:nvPr/>
        </p:nvGrpSpPr>
        <p:grpSpPr bwMode="auto">
          <a:xfrm>
            <a:off x="7112139" y="2962908"/>
            <a:ext cx="377101" cy="288000"/>
            <a:chOff x="1037502" y="1182975"/>
            <a:chExt cx="377101" cy="288000"/>
          </a:xfrm>
        </p:grpSpPr>
        <p:sp>
          <p:nvSpPr>
            <p:cNvPr id="1108945083" name="Elipse 10"/>
            <p:cNvSpPr/>
            <p:nvPr/>
          </p:nvSpPr>
          <p:spPr bwMode="auto">
            <a:xfrm>
              <a:off x="1072458" y="1182975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24339956" name="CuadroTexto 35"/>
            <p:cNvSpPr txBox="1"/>
            <p:nvPr/>
          </p:nvSpPr>
          <p:spPr bwMode="auto">
            <a:xfrm>
              <a:off x="1037502" y="1188477"/>
              <a:ext cx="377101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M6</a:t>
              </a:r>
              <a:endParaRPr/>
            </a:p>
          </p:txBody>
        </p:sp>
      </p:grpSp>
      <p:sp>
        <p:nvSpPr>
          <p:cNvPr id="1223253945" name="Rectángulo: esquinas redondeadas 13"/>
          <p:cNvSpPr/>
          <p:nvPr/>
        </p:nvSpPr>
        <p:spPr bwMode="auto">
          <a:xfrm>
            <a:off x="8457792" y="828675"/>
            <a:ext cx="3600000" cy="2585016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837072439" name="Rectángulo: esquinas redondeadas 16"/>
          <p:cNvSpPr/>
          <p:nvPr/>
        </p:nvSpPr>
        <p:spPr bwMode="auto">
          <a:xfrm>
            <a:off x="8725635" y="900524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CORTA</a:t>
            </a:r>
            <a:endParaRPr/>
          </a:p>
        </p:txBody>
      </p:sp>
      <p:sp>
        <p:nvSpPr>
          <p:cNvPr id="1460115752" name="Rectángulo: esquinas redondeadas 33"/>
          <p:cNvSpPr/>
          <p:nvPr/>
        </p:nvSpPr>
        <p:spPr bwMode="auto">
          <a:xfrm>
            <a:off x="8725635" y="2184770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AR</a:t>
            </a:r>
            <a:endParaRPr/>
          </a:p>
        </p:txBody>
      </p:sp>
      <p:sp>
        <p:nvSpPr>
          <p:cNvPr id="620859679" name="Rectángulo: esquinas redondeadas 84"/>
          <p:cNvSpPr/>
          <p:nvPr/>
        </p:nvSpPr>
        <p:spPr bwMode="auto">
          <a:xfrm>
            <a:off x="9787635" y="2184770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RC</a:t>
            </a:r>
            <a:endParaRPr/>
          </a:p>
        </p:txBody>
      </p:sp>
      <p:sp>
        <p:nvSpPr>
          <p:cNvPr id="576226437" name="Rectángulo: esquinas redondeadas 85"/>
          <p:cNvSpPr/>
          <p:nvPr/>
        </p:nvSpPr>
        <p:spPr bwMode="auto">
          <a:xfrm>
            <a:off x="10849113" y="2184770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RL</a:t>
            </a:r>
            <a:endParaRPr/>
          </a:p>
        </p:txBody>
      </p:sp>
      <p:sp>
        <p:nvSpPr>
          <p:cNvPr id="421477659" name="Rectángulo: esquinas redondeadas 32"/>
          <p:cNvSpPr/>
          <p:nvPr/>
        </p:nvSpPr>
        <p:spPr bwMode="auto">
          <a:xfrm>
            <a:off x="8242877" y="3566517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ZONA</a:t>
            </a:r>
            <a:endParaRPr/>
          </a:p>
        </p:txBody>
      </p:sp>
      <p:cxnSp>
        <p:nvCxnSpPr>
          <p:cNvPr id="685535008" name="Conector recto de flecha 9"/>
          <p:cNvCxnSpPr/>
          <p:nvPr/>
        </p:nvCxnSpPr>
        <p:spPr bwMode="auto">
          <a:xfrm flipH="1">
            <a:off x="2652714" y="4376142"/>
            <a:ext cx="212690" cy="2280748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0084115" name="Conector recto de flecha 9"/>
          <p:cNvCxnSpPr/>
          <p:nvPr/>
        </p:nvCxnSpPr>
        <p:spPr bwMode="auto">
          <a:xfrm flipH="1">
            <a:off x="5491719" y="3941875"/>
            <a:ext cx="187699" cy="2605400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6691875" name="Conector recto de flecha 9"/>
          <p:cNvCxnSpPr/>
          <p:nvPr/>
        </p:nvCxnSpPr>
        <p:spPr bwMode="auto">
          <a:xfrm>
            <a:off x="6932283" y="3990303"/>
            <a:ext cx="482931" cy="2612457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7629915" name="Rectángulo: esquinas redondeadas 1"/>
          <p:cNvSpPr/>
          <p:nvPr/>
        </p:nvSpPr>
        <p:spPr bwMode="auto">
          <a:xfrm>
            <a:off x="7633026" y="5296533"/>
            <a:ext cx="4524372" cy="1485261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VOZ DE MANDO - JOAN</a:t>
            </a:r>
            <a:endParaRPr sz="1400" b="1">
              <a:solidFill>
                <a:srgbClr val="C00000"/>
              </a:solidFill>
              <a:latin typeface="Trebuchet MS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AMENAZA DELANTE DE LA CORTA COMUNICACIÓN - 2º CON LA CORTA</a:t>
            </a:r>
            <a:endParaRPr sz="1400" b="1" i="0" u="none" strike="noStrike" cap="none" spc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ANTE AMAGOS SI NOS MOVEMOS NOS MATENEMOS</a:t>
            </a:r>
            <a:endParaRPr sz="1400" b="1">
              <a:solidFill>
                <a:srgbClr val="C00000"/>
              </a:solidFill>
              <a:latin typeface="Trebuchet MS"/>
            </a:endParaRPr>
          </a:p>
        </p:txBody>
      </p:sp>
      <p:pic>
        <p:nvPicPr>
          <p:cNvPr id="792610123" name="Imagen 19389747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933851" y="2494352"/>
            <a:ext cx="607566" cy="759458"/>
          </a:xfrm>
          <a:prstGeom prst="rect">
            <a:avLst/>
          </a:prstGeom>
        </p:spPr>
      </p:pic>
      <p:pic>
        <p:nvPicPr>
          <p:cNvPr id="1712110019" name="Imagen 1484379331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985406" y="3890739"/>
            <a:ext cx="607566" cy="759458"/>
          </a:xfrm>
          <a:prstGeom prst="rect">
            <a:avLst/>
          </a:prstGeom>
        </p:spPr>
      </p:pic>
      <p:pic>
        <p:nvPicPr>
          <p:cNvPr id="1787108435" name="Imagen 177074741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871851" y="2494352"/>
            <a:ext cx="607566" cy="759458"/>
          </a:xfrm>
          <a:prstGeom prst="rect">
            <a:avLst/>
          </a:prstGeom>
        </p:spPr>
      </p:pic>
      <p:pic>
        <p:nvPicPr>
          <p:cNvPr id="1911125421" name="Imagen 1342638294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099901" y="3890739"/>
            <a:ext cx="607566" cy="759458"/>
          </a:xfrm>
          <a:prstGeom prst="rect">
            <a:avLst/>
          </a:prstGeom>
        </p:spPr>
      </p:pic>
      <p:pic>
        <p:nvPicPr>
          <p:cNvPr id="1522460957" name="Imagen 31440409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296096" y="3890739"/>
            <a:ext cx="607566" cy="759458"/>
          </a:xfrm>
          <a:prstGeom prst="rect">
            <a:avLst/>
          </a:prstGeom>
        </p:spPr>
      </p:pic>
      <p:pic>
        <p:nvPicPr>
          <p:cNvPr id="2070230014" name="Imagen 1531355825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809081" y="2114622"/>
            <a:ext cx="607566" cy="759458"/>
          </a:xfrm>
          <a:prstGeom prst="rect">
            <a:avLst/>
          </a:prstGeom>
        </p:spPr>
      </p:pic>
      <p:pic>
        <p:nvPicPr>
          <p:cNvPr id="837477022" name="Imagen 1783675971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2561620" y="4203999"/>
            <a:ext cx="607566" cy="759458"/>
          </a:xfrm>
          <a:prstGeom prst="rect">
            <a:avLst/>
          </a:prstGeom>
        </p:spPr>
      </p:pic>
      <p:pic>
        <p:nvPicPr>
          <p:cNvPr id="657865381" name="Imagen 2038525779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5679417" y="2114622"/>
            <a:ext cx="607566" cy="759458"/>
          </a:xfrm>
          <a:prstGeom prst="rect">
            <a:avLst/>
          </a:prstGeom>
        </p:spPr>
      </p:pic>
      <p:pic>
        <p:nvPicPr>
          <p:cNvPr id="1192883764" name="object 25"/>
          <p:cNvPicPr/>
          <p:nvPr/>
        </p:nvPicPr>
        <p:blipFill rotWithShape="1">
          <a:blip r:embed="rId11"/>
          <a:stretch/>
        </p:blipFill>
        <p:spPr bwMode="auto">
          <a:xfrm>
            <a:off x="4130933" y="2121183"/>
            <a:ext cx="607565" cy="759459"/>
          </a:xfrm>
          <a:prstGeom prst="rect">
            <a:avLst/>
          </a:prstGeom>
        </p:spPr>
      </p:pic>
      <p:pic>
        <p:nvPicPr>
          <p:cNvPr id="1390651825" name="object 7"/>
          <p:cNvPicPr/>
          <p:nvPr/>
        </p:nvPicPr>
        <p:blipFill rotWithShape="1">
          <a:blip r:embed="rId12"/>
          <a:stretch/>
        </p:blipFill>
        <p:spPr bwMode="auto">
          <a:xfrm>
            <a:off x="6095999" y="2114622"/>
            <a:ext cx="607565" cy="759458"/>
          </a:xfrm>
          <a:prstGeom prst="rect">
            <a:avLst/>
          </a:prstGeom>
        </p:spPr>
      </p:pic>
      <p:pic>
        <p:nvPicPr>
          <p:cNvPr id="141728749" name="object 27"/>
          <p:cNvPicPr/>
          <p:nvPr/>
        </p:nvPicPr>
        <p:blipFill rotWithShape="1">
          <a:blip r:embed="rId13"/>
          <a:stretch/>
        </p:blipFill>
        <p:spPr bwMode="auto">
          <a:xfrm>
            <a:off x="5264678" y="2114622"/>
            <a:ext cx="607565" cy="759459"/>
          </a:xfrm>
          <a:prstGeom prst="rect">
            <a:avLst/>
          </a:prstGeom>
        </p:spPr>
      </p:pic>
      <p:pic>
        <p:nvPicPr>
          <p:cNvPr id="1978643048" name="object 23"/>
          <p:cNvPicPr/>
          <p:nvPr/>
        </p:nvPicPr>
        <p:blipFill rotWithShape="1">
          <a:blip r:embed="rId14"/>
          <a:stretch/>
        </p:blipFill>
        <p:spPr bwMode="auto">
          <a:xfrm>
            <a:off x="6628499" y="3890738"/>
            <a:ext cx="607565" cy="759459"/>
          </a:xfrm>
          <a:prstGeom prst="rect">
            <a:avLst/>
          </a:prstGeom>
        </p:spPr>
      </p:pic>
      <p:pic>
        <p:nvPicPr>
          <p:cNvPr id="1632270453" name="object 29"/>
          <p:cNvPicPr/>
          <p:nvPr/>
        </p:nvPicPr>
        <p:blipFill rotWithShape="1">
          <a:blip r:embed="rId15"/>
          <a:stretch/>
        </p:blipFill>
        <p:spPr bwMode="auto">
          <a:xfrm>
            <a:off x="7077816" y="2166662"/>
            <a:ext cx="607565" cy="759459"/>
          </a:xfrm>
          <a:prstGeom prst="rect">
            <a:avLst/>
          </a:prstGeom>
        </p:spPr>
      </p:pic>
      <p:pic>
        <p:nvPicPr>
          <p:cNvPr id="1789001661" name="object 25"/>
          <p:cNvPicPr/>
          <p:nvPr/>
        </p:nvPicPr>
        <p:blipFill rotWithShape="1">
          <a:blip r:embed="rId11"/>
          <a:stretch/>
        </p:blipFill>
        <p:spPr bwMode="auto">
          <a:xfrm>
            <a:off x="9141851" y="1155262"/>
            <a:ext cx="607565" cy="759459"/>
          </a:xfrm>
          <a:prstGeom prst="rect">
            <a:avLst/>
          </a:prstGeom>
        </p:spPr>
      </p:pic>
      <p:pic>
        <p:nvPicPr>
          <p:cNvPr id="284920416" name="object 7"/>
          <p:cNvPicPr/>
          <p:nvPr/>
        </p:nvPicPr>
        <p:blipFill rotWithShape="1">
          <a:blip r:embed="rId12"/>
          <a:stretch/>
        </p:blipFill>
        <p:spPr bwMode="auto">
          <a:xfrm>
            <a:off x="9744000" y="3941874"/>
            <a:ext cx="607565" cy="759458"/>
          </a:xfrm>
          <a:prstGeom prst="rect">
            <a:avLst/>
          </a:prstGeom>
        </p:spPr>
      </p:pic>
      <p:pic>
        <p:nvPicPr>
          <p:cNvPr id="2146518317" name="object 27"/>
          <p:cNvPicPr/>
          <p:nvPr/>
        </p:nvPicPr>
        <p:blipFill rotWithShape="1">
          <a:blip r:embed="rId13"/>
          <a:stretch/>
        </p:blipFill>
        <p:spPr bwMode="auto">
          <a:xfrm>
            <a:off x="8534286" y="3890738"/>
            <a:ext cx="607565" cy="759459"/>
          </a:xfrm>
          <a:prstGeom prst="rect">
            <a:avLst/>
          </a:prstGeom>
        </p:spPr>
      </p:pic>
      <p:pic>
        <p:nvPicPr>
          <p:cNvPr id="2058428187" name="object 23"/>
          <p:cNvPicPr/>
          <p:nvPr/>
        </p:nvPicPr>
        <p:blipFill rotWithShape="1">
          <a:blip r:embed="rId14"/>
          <a:stretch/>
        </p:blipFill>
        <p:spPr bwMode="auto">
          <a:xfrm>
            <a:off x="10849113" y="2500912"/>
            <a:ext cx="607565" cy="759459"/>
          </a:xfrm>
          <a:prstGeom prst="rect">
            <a:avLst/>
          </a:prstGeom>
        </p:spPr>
      </p:pic>
      <p:pic>
        <p:nvPicPr>
          <p:cNvPr id="1568079363" name="object 29"/>
          <p:cNvPicPr/>
          <p:nvPr/>
        </p:nvPicPr>
        <p:blipFill rotWithShape="1">
          <a:blip r:embed="rId15"/>
          <a:stretch/>
        </p:blipFill>
        <p:spPr bwMode="auto">
          <a:xfrm>
            <a:off x="10602509" y="3941874"/>
            <a:ext cx="607565" cy="75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007220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1872" y="0"/>
            <a:ext cx="12191999" cy="6857995"/>
          </a:xfrm>
          <a:prstGeom prst="rect">
            <a:avLst/>
          </a:prstGeom>
        </p:spPr>
      </p:pic>
      <p:pic>
        <p:nvPicPr>
          <p:cNvPr id="944525767" name="Imagen 4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-13104"/>
            <a:ext cx="10008702" cy="6857995"/>
          </a:xfrm>
          <a:prstGeom prst="rect">
            <a:avLst/>
          </a:prstGeom>
        </p:spPr>
      </p:pic>
      <p:cxnSp>
        <p:nvCxnSpPr>
          <p:cNvPr id="319496021" name="Conector recto 38"/>
          <p:cNvCxnSpPr/>
          <p:nvPr/>
        </p:nvCxnSpPr>
        <p:spPr bwMode="auto">
          <a:xfrm flipV="1">
            <a:off x="838197" y="2546392"/>
            <a:ext cx="10068095" cy="12818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093624" name="Conector recto 42"/>
          <p:cNvCxnSpPr/>
          <p:nvPr/>
        </p:nvCxnSpPr>
        <p:spPr bwMode="auto">
          <a:xfrm>
            <a:off x="455337" y="3395854"/>
            <a:ext cx="10900262" cy="14022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5497453" name="Conector recto 43"/>
          <p:cNvCxnSpPr/>
          <p:nvPr/>
        </p:nvCxnSpPr>
        <p:spPr bwMode="auto">
          <a:xfrm flipV="1">
            <a:off x="701875" y="2971584"/>
            <a:ext cx="10349942" cy="19386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935523" name="Rectángulo: esquinas redondeadas 102"/>
          <p:cNvSpPr/>
          <p:nvPr/>
        </p:nvSpPr>
        <p:spPr bwMode="auto">
          <a:xfrm>
            <a:off x="7381599" y="3471265"/>
            <a:ext cx="4724803" cy="1376955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87354036" name="Rectángulo redondeado 56"/>
          <p:cNvSpPr/>
          <p:nvPr/>
        </p:nvSpPr>
        <p:spPr bwMode="auto">
          <a:xfrm>
            <a:off x="-23747" y="4599"/>
            <a:ext cx="12215748" cy="76881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C000"/>
              </a:gs>
              <a:gs pos="50000">
                <a:schemeClr val="accent2"/>
              </a:gs>
              <a:gs pos="100000">
                <a:srgbClr val="FFC000"/>
              </a:gs>
            </a:gsLst>
            <a:lin ang="5400000" scaled="1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3600" b="1">
                <a:solidFill>
                  <a:srgbClr val="00304E"/>
                </a:solidFill>
              </a:rPr>
              <a:t>FALTA </a:t>
            </a:r>
            <a:r>
              <a:rPr lang="en-GB" sz="3600" b="1">
                <a:solidFill>
                  <a:srgbClr val="00304E"/>
                </a:solidFill>
              </a:rPr>
              <a:t>DIRECTA DEFENSIVA</a:t>
            </a:r>
            <a:endParaRPr/>
          </a:p>
        </p:txBody>
      </p:sp>
      <p:pic>
        <p:nvPicPr>
          <p:cNvPr id="343405418" name="Imagen 5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05192" y="30222"/>
            <a:ext cx="496683" cy="695124"/>
          </a:xfrm>
          <a:prstGeom prst="rect">
            <a:avLst/>
          </a:prstGeom>
        </p:spPr>
      </p:pic>
      <p:sp>
        <p:nvSpPr>
          <p:cNvPr id="494584384" name="Rectángulo: esquinas redondeadas 13"/>
          <p:cNvSpPr/>
          <p:nvPr/>
        </p:nvSpPr>
        <p:spPr bwMode="auto">
          <a:xfrm>
            <a:off x="8457791" y="828675"/>
            <a:ext cx="3600000" cy="2585016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559468398" name="Rectángulo: esquinas redondeadas 33"/>
          <p:cNvSpPr/>
          <p:nvPr/>
        </p:nvSpPr>
        <p:spPr bwMode="auto">
          <a:xfrm>
            <a:off x="8725635" y="2184769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AR</a:t>
            </a:r>
            <a:endParaRPr/>
          </a:p>
        </p:txBody>
      </p:sp>
      <p:sp>
        <p:nvSpPr>
          <p:cNvPr id="390061992" name="Rectángulo: esquinas redondeadas 85"/>
          <p:cNvSpPr/>
          <p:nvPr/>
        </p:nvSpPr>
        <p:spPr bwMode="auto">
          <a:xfrm>
            <a:off x="10849113" y="2184769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RL</a:t>
            </a:r>
            <a:endParaRPr/>
          </a:p>
        </p:txBody>
      </p:sp>
      <p:cxnSp>
        <p:nvCxnSpPr>
          <p:cNvPr id="1424985011" name="Conector recto de flecha 9"/>
          <p:cNvCxnSpPr/>
          <p:nvPr/>
        </p:nvCxnSpPr>
        <p:spPr bwMode="auto">
          <a:xfrm flipH="1">
            <a:off x="2652712" y="4376142"/>
            <a:ext cx="212689" cy="2280747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7979378" name="Conector recto de flecha 9"/>
          <p:cNvCxnSpPr/>
          <p:nvPr/>
        </p:nvCxnSpPr>
        <p:spPr bwMode="auto">
          <a:xfrm flipH="1">
            <a:off x="5491719" y="4011744"/>
            <a:ext cx="187698" cy="2535529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715616971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4221713" y="3566517"/>
            <a:ext cx="264398" cy="235020"/>
          </a:xfrm>
          <a:prstGeom prst="rect">
            <a:avLst/>
          </a:prstGeom>
          <a:noFill/>
        </p:spPr>
      </p:pic>
      <p:grpSp>
        <p:nvGrpSpPr>
          <p:cNvPr id="1203030084" name="Grupo 8"/>
          <p:cNvGrpSpPr/>
          <p:nvPr/>
        </p:nvGrpSpPr>
        <p:grpSpPr bwMode="auto">
          <a:xfrm>
            <a:off x="6381560" y="2975796"/>
            <a:ext cx="378542" cy="288000"/>
            <a:chOff x="0" y="0"/>
            <a:chExt cx="378542" cy="288000"/>
          </a:xfrm>
        </p:grpSpPr>
        <p:sp>
          <p:nvSpPr>
            <p:cNvPr id="310821119" name="Elipse 29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02281487" name="CuadroTexto 7"/>
            <p:cNvSpPr txBox="1"/>
            <p:nvPr/>
          </p:nvSpPr>
          <p:spPr bwMode="auto">
            <a:xfrm>
              <a:off x="0" y="5499"/>
              <a:ext cx="378542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s-ES" sz="1100" b="1">
                  <a:latin typeface="Trebuchet MS"/>
                </a:rPr>
                <a:t>2ª</a:t>
              </a:r>
              <a:endParaRPr/>
            </a:p>
          </p:txBody>
        </p:sp>
      </p:grpSp>
      <p:grpSp>
        <p:nvGrpSpPr>
          <p:cNvPr id="1997327036" name="Grupo 25"/>
          <p:cNvGrpSpPr/>
          <p:nvPr/>
        </p:nvGrpSpPr>
        <p:grpSpPr bwMode="auto">
          <a:xfrm>
            <a:off x="4710431" y="2014317"/>
            <a:ext cx="378182" cy="288000"/>
            <a:chOff x="0" y="0"/>
            <a:chExt cx="378182" cy="288000"/>
          </a:xfrm>
        </p:grpSpPr>
        <p:sp>
          <p:nvSpPr>
            <p:cNvPr id="1756305103" name="Elipse 2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053973610" name="CuadroTexto 31"/>
            <p:cNvSpPr txBox="1"/>
            <p:nvPr/>
          </p:nvSpPr>
          <p:spPr bwMode="auto">
            <a:xfrm>
              <a:off x="0" y="5499"/>
              <a:ext cx="378182" cy="2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200" b="1">
                  <a:latin typeface="Trebuchet MS"/>
                </a:rPr>
                <a:t>SU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15135883" name="Grupo 39"/>
          <p:cNvGrpSpPr/>
          <p:nvPr/>
        </p:nvGrpSpPr>
        <p:grpSpPr bwMode="auto">
          <a:xfrm>
            <a:off x="4375803" y="2962908"/>
            <a:ext cx="379981" cy="288000"/>
            <a:chOff x="0" y="0"/>
            <a:chExt cx="379981" cy="288000"/>
          </a:xfrm>
        </p:grpSpPr>
        <p:sp>
          <p:nvSpPr>
            <p:cNvPr id="147719527" name="Elipse 40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197192252" name="CuadroTexto 41"/>
            <p:cNvSpPr txBox="1"/>
            <p:nvPr/>
          </p:nvSpPr>
          <p:spPr bwMode="auto">
            <a:xfrm>
              <a:off x="0" y="5499"/>
              <a:ext cx="379981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C</a:t>
              </a:r>
              <a:endParaRPr/>
            </a:p>
          </p:txBody>
        </p:sp>
      </p:grpSp>
      <p:grpSp>
        <p:nvGrpSpPr>
          <p:cNvPr id="72772858" name="Grupo 66"/>
          <p:cNvGrpSpPr/>
          <p:nvPr/>
        </p:nvGrpSpPr>
        <p:grpSpPr bwMode="auto">
          <a:xfrm>
            <a:off x="5490827" y="3654837"/>
            <a:ext cx="377462" cy="288000"/>
            <a:chOff x="0" y="0"/>
            <a:chExt cx="377462" cy="288000"/>
          </a:xfrm>
        </p:grpSpPr>
        <p:sp>
          <p:nvSpPr>
            <p:cNvPr id="296300797" name="Elipse 6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80480279" name="CuadroTexto 68"/>
            <p:cNvSpPr txBox="1"/>
            <p:nvPr/>
          </p:nvSpPr>
          <p:spPr bwMode="auto">
            <a:xfrm>
              <a:off x="0" y="5499"/>
              <a:ext cx="377462" cy="2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RL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628908619" name="Grupo 4"/>
          <p:cNvGrpSpPr/>
          <p:nvPr/>
        </p:nvGrpSpPr>
        <p:grpSpPr bwMode="auto">
          <a:xfrm>
            <a:off x="3981339" y="2962908"/>
            <a:ext cx="383581" cy="288000"/>
            <a:chOff x="0" y="0"/>
            <a:chExt cx="383581" cy="288000"/>
          </a:xfrm>
        </p:grpSpPr>
        <p:sp>
          <p:nvSpPr>
            <p:cNvPr id="4908925" name="Elipse 5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592794025" name="CuadroTexto 14"/>
            <p:cNvSpPr txBox="1"/>
            <p:nvPr/>
          </p:nvSpPr>
          <p:spPr bwMode="auto">
            <a:xfrm>
              <a:off x="0" y="5499"/>
              <a:ext cx="383581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L</a:t>
              </a:r>
              <a:endParaRPr/>
            </a:p>
          </p:txBody>
        </p:sp>
      </p:grpSp>
      <p:grpSp>
        <p:nvGrpSpPr>
          <p:cNvPr id="1035249689" name="Grupo 15"/>
          <p:cNvGrpSpPr/>
          <p:nvPr/>
        </p:nvGrpSpPr>
        <p:grpSpPr bwMode="auto">
          <a:xfrm>
            <a:off x="4787865" y="2962908"/>
            <a:ext cx="378542" cy="288000"/>
            <a:chOff x="0" y="0"/>
            <a:chExt cx="378542" cy="288000"/>
          </a:xfrm>
        </p:grpSpPr>
        <p:sp>
          <p:nvSpPr>
            <p:cNvPr id="1002108151" name="Elipse 1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38464559" name="CuadroTexto 18"/>
            <p:cNvSpPr txBox="1"/>
            <p:nvPr/>
          </p:nvSpPr>
          <p:spPr bwMode="auto">
            <a:xfrm>
              <a:off x="0" y="5499"/>
              <a:ext cx="378542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C</a:t>
              </a:r>
              <a:endParaRPr/>
            </a:p>
          </p:txBody>
        </p:sp>
      </p:grpSp>
      <p:grpSp>
        <p:nvGrpSpPr>
          <p:cNvPr id="1192151379" name="Grupo 20"/>
          <p:cNvGrpSpPr/>
          <p:nvPr/>
        </p:nvGrpSpPr>
        <p:grpSpPr bwMode="auto">
          <a:xfrm>
            <a:off x="5185244" y="2962908"/>
            <a:ext cx="377822" cy="288000"/>
            <a:chOff x="0" y="0"/>
            <a:chExt cx="377822" cy="288000"/>
          </a:xfrm>
        </p:grpSpPr>
        <p:sp>
          <p:nvSpPr>
            <p:cNvPr id="1759324652" name="Elipse 21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888978964" name="CuadroTexto 24"/>
            <p:cNvSpPr txBox="1"/>
            <p:nvPr/>
          </p:nvSpPr>
          <p:spPr bwMode="auto">
            <a:xfrm>
              <a:off x="0" y="5499"/>
              <a:ext cx="377822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9</a:t>
              </a:r>
              <a:endParaRPr/>
            </a:p>
          </p:txBody>
        </p:sp>
      </p:grpSp>
      <p:grpSp>
        <p:nvGrpSpPr>
          <p:cNvPr id="1076747120" name="Grupo 26"/>
          <p:cNvGrpSpPr/>
          <p:nvPr/>
        </p:nvGrpSpPr>
        <p:grpSpPr bwMode="auto">
          <a:xfrm>
            <a:off x="5571325" y="2962908"/>
            <a:ext cx="377822" cy="288000"/>
            <a:chOff x="0" y="0"/>
            <a:chExt cx="377822" cy="288000"/>
          </a:xfrm>
        </p:grpSpPr>
        <p:sp>
          <p:nvSpPr>
            <p:cNvPr id="1860408228" name="Elipse 28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3311472" name="CuadroTexto 30"/>
            <p:cNvSpPr txBox="1"/>
            <p:nvPr/>
          </p:nvSpPr>
          <p:spPr bwMode="auto">
            <a:xfrm>
              <a:off x="0" y="5499"/>
              <a:ext cx="377822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L</a:t>
              </a:r>
              <a:endParaRPr/>
            </a:p>
          </p:txBody>
        </p:sp>
      </p:grpSp>
      <p:sp>
        <p:nvSpPr>
          <p:cNvPr id="698284305" name="Elipse 1"/>
          <p:cNvSpPr/>
          <p:nvPr/>
        </p:nvSpPr>
        <p:spPr bwMode="auto">
          <a:xfrm>
            <a:off x="4174957" y="3847545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grpSp>
        <p:nvGrpSpPr>
          <p:cNvPr id="43511332" name="Grupo 3"/>
          <p:cNvGrpSpPr/>
          <p:nvPr/>
        </p:nvGrpSpPr>
        <p:grpSpPr bwMode="auto">
          <a:xfrm>
            <a:off x="7112139" y="2962908"/>
            <a:ext cx="378902" cy="288000"/>
            <a:chOff x="0" y="0"/>
            <a:chExt cx="378902" cy="288000"/>
          </a:xfrm>
        </p:grpSpPr>
        <p:sp>
          <p:nvSpPr>
            <p:cNvPr id="51642846" name="Elipse 10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869221730" name="CuadroTexto 35"/>
            <p:cNvSpPr txBox="1"/>
            <p:nvPr/>
          </p:nvSpPr>
          <p:spPr bwMode="auto">
            <a:xfrm>
              <a:off x="0" y="5499"/>
              <a:ext cx="378902" cy="259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2ª</a:t>
              </a:r>
              <a:endParaRPr/>
            </a:p>
          </p:txBody>
        </p:sp>
      </p:grpSp>
      <p:sp>
        <p:nvSpPr>
          <p:cNvPr id="753404569" name="Rectángulo: esquinas redondeadas 16"/>
          <p:cNvSpPr/>
          <p:nvPr/>
        </p:nvSpPr>
        <p:spPr bwMode="auto">
          <a:xfrm>
            <a:off x="8725635" y="900524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SUELO</a:t>
            </a:r>
            <a:endParaRPr/>
          </a:p>
        </p:txBody>
      </p:sp>
      <p:sp>
        <p:nvSpPr>
          <p:cNvPr id="449888260" name="Rectángulo: esquinas redondeadas 84"/>
          <p:cNvSpPr/>
          <p:nvPr/>
        </p:nvSpPr>
        <p:spPr bwMode="auto">
          <a:xfrm>
            <a:off x="10385073" y="900523"/>
            <a:ext cx="1128789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2ªJUGADA</a:t>
            </a:r>
            <a:endParaRPr/>
          </a:p>
        </p:txBody>
      </p:sp>
      <p:sp>
        <p:nvSpPr>
          <p:cNvPr id="1269745824" name="Rectángulo: esquinas redondeadas 32"/>
          <p:cNvSpPr/>
          <p:nvPr/>
        </p:nvSpPr>
        <p:spPr bwMode="auto">
          <a:xfrm>
            <a:off x="8242877" y="3566517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BARRERA</a:t>
            </a:r>
            <a:endParaRPr/>
          </a:p>
        </p:txBody>
      </p:sp>
      <p:grpSp>
        <p:nvGrpSpPr>
          <p:cNvPr id="1503165678" name="Grupo 66"/>
          <p:cNvGrpSpPr/>
          <p:nvPr/>
        </p:nvGrpSpPr>
        <p:grpSpPr bwMode="auto">
          <a:xfrm>
            <a:off x="2652711" y="3531856"/>
            <a:ext cx="379981" cy="288000"/>
            <a:chOff x="0" y="0"/>
            <a:chExt cx="379981" cy="288000"/>
          </a:xfrm>
        </p:grpSpPr>
        <p:sp>
          <p:nvSpPr>
            <p:cNvPr id="1542852425" name="Elipse 6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54963879" name="CuadroTexto 68"/>
            <p:cNvSpPr txBox="1"/>
            <p:nvPr/>
          </p:nvSpPr>
          <p:spPr bwMode="auto">
            <a:xfrm>
              <a:off x="0" y="5499"/>
              <a:ext cx="379981" cy="274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200" b="1">
                  <a:latin typeface="Trebuchet MS"/>
                </a:rPr>
                <a:t>A</a:t>
              </a:r>
              <a:r>
                <a:rPr lang="en-GB" sz="1200" b="1">
                  <a:latin typeface="Trebuchet MS"/>
                </a:rPr>
                <a:t>R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349058273" name="Rectángulo: esquinas redondeadas 1"/>
          <p:cNvSpPr/>
          <p:nvPr/>
        </p:nvSpPr>
        <p:spPr bwMode="auto">
          <a:xfrm>
            <a:off x="7036350" y="5732687"/>
            <a:ext cx="5096813" cy="954740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EN BARRERAS DE MENOR NÚMERO SE MANTIENEN LATERALES Y SI ES NECESARIO PUNTA. CENTRALES A MARCAR SI NO ES BARRERA DE 5.</a:t>
            </a:r>
            <a:endParaRPr/>
          </a:p>
        </p:txBody>
      </p:sp>
      <p:pic>
        <p:nvPicPr>
          <p:cNvPr id="2133033656" name="Imagen 1902197511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141851" y="1116522"/>
            <a:ext cx="607566" cy="759458"/>
          </a:xfrm>
          <a:prstGeom prst="rect">
            <a:avLst/>
          </a:prstGeom>
        </p:spPr>
      </p:pic>
      <p:pic>
        <p:nvPicPr>
          <p:cNvPr id="1583205575" name="Imagen 1292801307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458695" y="3847545"/>
            <a:ext cx="607566" cy="759458"/>
          </a:xfrm>
          <a:prstGeom prst="rect">
            <a:avLst/>
          </a:prstGeom>
        </p:spPr>
      </p:pic>
      <p:pic>
        <p:nvPicPr>
          <p:cNvPr id="50053796" name="Imagen 15778793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871851" y="2494351"/>
            <a:ext cx="607566" cy="759458"/>
          </a:xfrm>
          <a:prstGeom prst="rect">
            <a:avLst/>
          </a:prstGeom>
        </p:spPr>
      </p:pic>
      <p:pic>
        <p:nvPicPr>
          <p:cNvPr id="2086969794" name="Imagen 344423215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023432" y="3847545"/>
            <a:ext cx="607566" cy="759458"/>
          </a:xfrm>
          <a:prstGeom prst="rect">
            <a:avLst/>
          </a:prstGeom>
        </p:spPr>
      </p:pic>
      <p:pic>
        <p:nvPicPr>
          <p:cNvPr id="1377055326" name="Imagen 1824997010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16199998">
            <a:off x="4548466" y="1301474"/>
            <a:ext cx="607566" cy="759458"/>
          </a:xfrm>
          <a:prstGeom prst="rect">
            <a:avLst/>
          </a:prstGeom>
        </p:spPr>
      </p:pic>
      <p:pic>
        <p:nvPicPr>
          <p:cNvPr id="828000072" name="Imagen 1624218707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614145" y="2184768"/>
            <a:ext cx="607566" cy="759458"/>
          </a:xfrm>
          <a:prstGeom prst="rect">
            <a:avLst/>
          </a:prstGeom>
        </p:spPr>
      </p:pic>
      <p:pic>
        <p:nvPicPr>
          <p:cNvPr id="56056471" name="Imagen 1550649138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2455273" y="3991545"/>
            <a:ext cx="607566" cy="759458"/>
          </a:xfrm>
          <a:prstGeom prst="rect">
            <a:avLst/>
          </a:prstGeom>
        </p:spPr>
      </p:pic>
      <p:pic>
        <p:nvPicPr>
          <p:cNvPr id="612805847" name="Imagen 244103681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4159173" y="2184768"/>
            <a:ext cx="607566" cy="759458"/>
          </a:xfrm>
          <a:prstGeom prst="rect">
            <a:avLst/>
          </a:prstGeom>
        </p:spPr>
      </p:pic>
      <p:pic>
        <p:nvPicPr>
          <p:cNvPr id="1061468052" name="object 25"/>
          <p:cNvPicPr/>
          <p:nvPr/>
        </p:nvPicPr>
        <p:blipFill rotWithShape="1">
          <a:blip r:embed="rId11"/>
          <a:stretch/>
        </p:blipFill>
        <p:spPr bwMode="auto">
          <a:xfrm>
            <a:off x="9018068" y="3847545"/>
            <a:ext cx="607565" cy="759459"/>
          </a:xfrm>
          <a:prstGeom prst="rect">
            <a:avLst/>
          </a:prstGeom>
        </p:spPr>
      </p:pic>
      <p:pic>
        <p:nvPicPr>
          <p:cNvPr id="914727304" name="object 7"/>
          <p:cNvPicPr/>
          <p:nvPr/>
        </p:nvPicPr>
        <p:blipFill rotWithShape="1">
          <a:blip r:embed="rId12"/>
          <a:stretch/>
        </p:blipFill>
        <p:spPr bwMode="auto">
          <a:xfrm>
            <a:off x="8568068" y="3847545"/>
            <a:ext cx="607565" cy="759458"/>
          </a:xfrm>
          <a:prstGeom prst="rect">
            <a:avLst/>
          </a:prstGeom>
        </p:spPr>
      </p:pic>
      <p:pic>
        <p:nvPicPr>
          <p:cNvPr id="1396735508" name="object 27"/>
          <p:cNvPicPr/>
          <p:nvPr/>
        </p:nvPicPr>
        <p:blipFill rotWithShape="1">
          <a:blip r:embed="rId13"/>
          <a:stretch/>
        </p:blipFill>
        <p:spPr bwMode="auto">
          <a:xfrm>
            <a:off x="10341901" y="1225526"/>
            <a:ext cx="607565" cy="759459"/>
          </a:xfrm>
          <a:prstGeom prst="rect">
            <a:avLst/>
          </a:prstGeom>
        </p:spPr>
      </p:pic>
      <p:pic>
        <p:nvPicPr>
          <p:cNvPr id="337524003" name="object 23"/>
          <p:cNvPicPr/>
          <p:nvPr/>
        </p:nvPicPr>
        <p:blipFill rotWithShape="1">
          <a:blip r:embed="rId14"/>
          <a:stretch/>
        </p:blipFill>
        <p:spPr bwMode="auto">
          <a:xfrm>
            <a:off x="10949467" y="2494351"/>
            <a:ext cx="607565" cy="759459"/>
          </a:xfrm>
          <a:prstGeom prst="rect">
            <a:avLst/>
          </a:prstGeom>
        </p:spPr>
      </p:pic>
      <p:pic>
        <p:nvPicPr>
          <p:cNvPr id="386581679" name="object 29"/>
          <p:cNvPicPr/>
          <p:nvPr/>
        </p:nvPicPr>
        <p:blipFill rotWithShape="1">
          <a:blip r:embed="rId15"/>
          <a:stretch/>
        </p:blipFill>
        <p:spPr bwMode="auto">
          <a:xfrm>
            <a:off x="9584756" y="3847545"/>
            <a:ext cx="607565" cy="759459"/>
          </a:xfrm>
          <a:prstGeom prst="rect">
            <a:avLst/>
          </a:prstGeom>
        </p:spPr>
      </p:pic>
      <p:pic>
        <p:nvPicPr>
          <p:cNvPr id="1374184110" name="object 25"/>
          <p:cNvPicPr/>
          <p:nvPr/>
        </p:nvPicPr>
        <p:blipFill rotWithShape="1">
          <a:blip r:embed="rId11"/>
          <a:stretch/>
        </p:blipFill>
        <p:spPr bwMode="auto">
          <a:xfrm>
            <a:off x="5004351" y="2231510"/>
            <a:ext cx="607565" cy="759459"/>
          </a:xfrm>
          <a:prstGeom prst="rect">
            <a:avLst/>
          </a:prstGeom>
        </p:spPr>
      </p:pic>
      <p:pic>
        <p:nvPicPr>
          <p:cNvPr id="2041293234" name="object 7"/>
          <p:cNvPicPr/>
          <p:nvPr/>
        </p:nvPicPr>
        <p:blipFill rotWithShape="1">
          <a:blip r:embed="rId12"/>
          <a:stretch/>
        </p:blipFill>
        <p:spPr bwMode="auto">
          <a:xfrm>
            <a:off x="4624411" y="2231510"/>
            <a:ext cx="607565" cy="759458"/>
          </a:xfrm>
          <a:prstGeom prst="rect">
            <a:avLst/>
          </a:prstGeom>
        </p:spPr>
      </p:pic>
      <p:pic>
        <p:nvPicPr>
          <p:cNvPr id="286654522" name="object 27"/>
          <p:cNvPicPr/>
          <p:nvPr/>
        </p:nvPicPr>
        <p:blipFill rotWithShape="1">
          <a:blip r:embed="rId13"/>
          <a:stretch/>
        </p:blipFill>
        <p:spPr bwMode="auto">
          <a:xfrm>
            <a:off x="6219035" y="2173070"/>
            <a:ext cx="607565" cy="759459"/>
          </a:xfrm>
          <a:prstGeom prst="rect">
            <a:avLst/>
          </a:prstGeom>
        </p:spPr>
      </p:pic>
      <p:pic>
        <p:nvPicPr>
          <p:cNvPr id="1327299536" name="object 23"/>
          <p:cNvPicPr/>
          <p:nvPr/>
        </p:nvPicPr>
        <p:blipFill rotWithShape="1">
          <a:blip r:embed="rId14"/>
          <a:stretch/>
        </p:blipFill>
        <p:spPr bwMode="auto">
          <a:xfrm>
            <a:off x="5308133" y="3991545"/>
            <a:ext cx="607565" cy="759459"/>
          </a:xfrm>
          <a:prstGeom prst="rect">
            <a:avLst/>
          </a:prstGeom>
        </p:spPr>
      </p:pic>
      <p:pic>
        <p:nvPicPr>
          <p:cNvPr id="1235635644" name="object 29"/>
          <p:cNvPicPr/>
          <p:nvPr/>
        </p:nvPicPr>
        <p:blipFill rotWithShape="1">
          <a:blip r:embed="rId15"/>
          <a:stretch/>
        </p:blipFill>
        <p:spPr bwMode="auto">
          <a:xfrm>
            <a:off x="5476560" y="2212123"/>
            <a:ext cx="607565" cy="75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3094261" name="Imagen 1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1871" y="0"/>
            <a:ext cx="12191998" cy="6857994"/>
          </a:xfrm>
          <a:prstGeom prst="rect">
            <a:avLst/>
          </a:prstGeom>
        </p:spPr>
      </p:pic>
      <p:pic>
        <p:nvPicPr>
          <p:cNvPr id="1101465792" name="Imagen 4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-13104"/>
            <a:ext cx="10008702" cy="6857994"/>
          </a:xfrm>
          <a:prstGeom prst="rect">
            <a:avLst/>
          </a:prstGeom>
        </p:spPr>
      </p:pic>
      <p:cxnSp>
        <p:nvCxnSpPr>
          <p:cNvPr id="1717152696" name="Conector recto 38"/>
          <p:cNvCxnSpPr/>
          <p:nvPr/>
        </p:nvCxnSpPr>
        <p:spPr bwMode="auto">
          <a:xfrm flipV="1">
            <a:off x="838197" y="2546391"/>
            <a:ext cx="10068094" cy="12817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55381" name="Conector recto 42"/>
          <p:cNvCxnSpPr/>
          <p:nvPr/>
        </p:nvCxnSpPr>
        <p:spPr bwMode="auto">
          <a:xfrm>
            <a:off x="453531" y="3395854"/>
            <a:ext cx="10900261" cy="14022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956189" name="Conector recto 43"/>
          <p:cNvCxnSpPr/>
          <p:nvPr/>
        </p:nvCxnSpPr>
        <p:spPr bwMode="auto">
          <a:xfrm flipV="1">
            <a:off x="701874" y="2971584"/>
            <a:ext cx="10349941" cy="19386"/>
          </a:xfrm>
          <a:prstGeom prst="line">
            <a:avLst/>
          </a:prstGeom>
          <a:ln w="50800" cap="rnd">
            <a:solidFill>
              <a:schemeClr val="bg1">
                <a:alpha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6908030" name="Rectángulo: esquinas redondeadas 102"/>
          <p:cNvSpPr/>
          <p:nvPr/>
        </p:nvSpPr>
        <p:spPr bwMode="auto">
          <a:xfrm>
            <a:off x="7381597" y="3471264"/>
            <a:ext cx="4724802" cy="1376955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182713161" name="Rectángulo redondeado 56"/>
          <p:cNvSpPr/>
          <p:nvPr/>
        </p:nvSpPr>
        <p:spPr bwMode="auto">
          <a:xfrm>
            <a:off x="-23746" y="4599"/>
            <a:ext cx="12215747" cy="76881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C000"/>
              </a:gs>
              <a:gs pos="50000">
                <a:schemeClr val="accent2"/>
              </a:gs>
              <a:gs pos="100000">
                <a:srgbClr val="FFC000"/>
              </a:gs>
            </a:gsLst>
            <a:lin ang="5400000" scaled="1"/>
          </a:gra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3600" b="1">
                <a:solidFill>
                  <a:srgbClr val="00304E"/>
                </a:solidFill>
              </a:rPr>
              <a:t>SAQUE DE BANDA DEFENSIVO DIRECTO</a:t>
            </a:r>
            <a:endParaRPr/>
          </a:p>
        </p:txBody>
      </p:sp>
      <p:pic>
        <p:nvPicPr>
          <p:cNvPr id="830748732" name="Imagen 53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05191" y="30222"/>
            <a:ext cx="496683" cy="695124"/>
          </a:xfrm>
          <a:prstGeom prst="rect">
            <a:avLst/>
          </a:prstGeom>
        </p:spPr>
      </p:pic>
      <p:sp>
        <p:nvSpPr>
          <p:cNvPr id="2063953703" name="Rectángulo: esquinas redondeadas 13"/>
          <p:cNvSpPr/>
          <p:nvPr/>
        </p:nvSpPr>
        <p:spPr bwMode="auto">
          <a:xfrm>
            <a:off x="8457790" y="828675"/>
            <a:ext cx="3600000" cy="2585016"/>
          </a:xfrm>
          <a:prstGeom prst="roundRect">
            <a:avLst>
              <a:gd name="adj" fmla="val 16667"/>
            </a:avLst>
          </a:prstGeom>
          <a:solidFill>
            <a:schemeClr val="bg1">
              <a:alpha val="90000"/>
            </a:scheme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t"/>
          <a:lstStyle/>
          <a:p>
            <a:pPr>
              <a:lnSpc>
                <a:spcPct val="150000"/>
              </a:lnSpc>
              <a:defRPr/>
            </a:pPr>
            <a:endParaRPr lang="es-ES" sz="1600" b="1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259630206" name="Rectángulo: esquinas redondeadas 33"/>
          <p:cNvSpPr/>
          <p:nvPr/>
        </p:nvSpPr>
        <p:spPr bwMode="auto">
          <a:xfrm>
            <a:off x="8725635" y="2184768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</a:t>
            </a:r>
            <a:r>
              <a:rPr lang="en-GB" sz="1400">
                <a:latin typeface="Trebuchet MS"/>
              </a:rPr>
              <a:t>C</a:t>
            </a:r>
            <a:endParaRPr/>
          </a:p>
        </p:txBody>
      </p:sp>
      <p:sp>
        <p:nvSpPr>
          <p:cNvPr id="533560379" name="Rectángulo: esquinas redondeadas 85"/>
          <p:cNvSpPr/>
          <p:nvPr/>
        </p:nvSpPr>
        <p:spPr bwMode="auto">
          <a:xfrm>
            <a:off x="10849113" y="2184768"/>
            <a:ext cx="90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ES" sz="1400">
                <a:latin typeface="Trebuchet MS"/>
              </a:rPr>
              <a:t>RL</a:t>
            </a:r>
            <a:endParaRPr/>
          </a:p>
        </p:txBody>
      </p:sp>
      <p:cxnSp>
        <p:nvCxnSpPr>
          <p:cNvPr id="460507969" name="Conector recto de flecha 9"/>
          <p:cNvCxnSpPr/>
          <p:nvPr/>
        </p:nvCxnSpPr>
        <p:spPr bwMode="auto">
          <a:xfrm flipH="1">
            <a:off x="3990206" y="4607002"/>
            <a:ext cx="212688" cy="2005011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2294301" name="Conector recto de flecha 9"/>
          <p:cNvCxnSpPr/>
          <p:nvPr/>
        </p:nvCxnSpPr>
        <p:spPr bwMode="auto">
          <a:xfrm flipH="1">
            <a:off x="6002150" y="3734316"/>
            <a:ext cx="187696" cy="2535528"/>
          </a:xfrm>
          <a:prstGeom prst="straightConnector1">
            <a:avLst/>
          </a:prstGeom>
          <a:solidFill>
            <a:schemeClr val="bg1"/>
          </a:solidFill>
          <a:ln w="76200" cap="sq" cmpd="sng" algn="ctr">
            <a:solidFill>
              <a:srgbClr val="3443A8"/>
            </a:solidFill>
            <a:prstDash val="sysDash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01243442" name="Picture 2" descr="Adidas Telstar 18, Adidas, Bola imagen png - imagen transparente descarga  gratuita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966567" y="2020688"/>
            <a:ext cx="264397" cy="235019"/>
          </a:xfrm>
          <a:prstGeom prst="rect">
            <a:avLst/>
          </a:prstGeom>
          <a:noFill/>
        </p:spPr>
      </p:pic>
      <p:grpSp>
        <p:nvGrpSpPr>
          <p:cNvPr id="329576169" name="Grupo 39"/>
          <p:cNvGrpSpPr/>
          <p:nvPr/>
        </p:nvGrpSpPr>
        <p:grpSpPr bwMode="auto">
          <a:xfrm>
            <a:off x="3358569" y="2195359"/>
            <a:ext cx="379980" cy="288000"/>
            <a:chOff x="0" y="0"/>
            <a:chExt cx="379980" cy="288000"/>
          </a:xfrm>
        </p:grpSpPr>
        <p:sp>
          <p:nvSpPr>
            <p:cNvPr id="1805249061" name="Elipse 40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241719243" name="CuadroTexto 41"/>
            <p:cNvSpPr txBox="1"/>
            <p:nvPr/>
          </p:nvSpPr>
          <p:spPr bwMode="auto">
            <a:xfrm>
              <a:off x="0" y="5499"/>
              <a:ext cx="379980" cy="259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100" b="1">
                  <a:latin typeface="Trebuchet MS"/>
                </a:rPr>
                <a:t>C</a:t>
              </a:r>
              <a:endParaRPr/>
            </a:p>
          </p:txBody>
        </p:sp>
      </p:grpSp>
      <p:grpSp>
        <p:nvGrpSpPr>
          <p:cNvPr id="1187875417" name="Grupo 66"/>
          <p:cNvGrpSpPr/>
          <p:nvPr/>
        </p:nvGrpSpPr>
        <p:grpSpPr bwMode="auto">
          <a:xfrm>
            <a:off x="5944358" y="3321924"/>
            <a:ext cx="377460" cy="288000"/>
            <a:chOff x="0" y="0"/>
            <a:chExt cx="377460" cy="288000"/>
          </a:xfrm>
        </p:grpSpPr>
        <p:sp>
          <p:nvSpPr>
            <p:cNvPr id="1670808367" name="Elipse 6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332233" name="CuadroTexto 68"/>
            <p:cNvSpPr txBox="1"/>
            <p:nvPr/>
          </p:nvSpPr>
          <p:spPr bwMode="auto">
            <a:xfrm>
              <a:off x="0" y="5499"/>
              <a:ext cx="377460" cy="274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RL</a:t>
              </a:r>
              <a:endParaRPr lang="es-ES" sz="1100" b="1">
                <a:latin typeface="Trebuchet MS"/>
              </a:endParaRPr>
            </a:p>
          </p:txBody>
        </p:sp>
      </p:grpSp>
      <p:grpSp>
        <p:nvGrpSpPr>
          <p:cNvPr id="1781809317" name="Grupo 15"/>
          <p:cNvGrpSpPr/>
          <p:nvPr/>
        </p:nvGrpSpPr>
        <p:grpSpPr bwMode="auto">
          <a:xfrm>
            <a:off x="4115034" y="2292768"/>
            <a:ext cx="378901" cy="288000"/>
            <a:chOff x="0" y="0"/>
            <a:chExt cx="378901" cy="288000"/>
          </a:xfrm>
        </p:grpSpPr>
        <p:sp>
          <p:nvSpPr>
            <p:cNvPr id="1965881121" name="Elipse 1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506963953" name="CuadroTexto 18"/>
            <p:cNvSpPr txBox="1"/>
            <p:nvPr/>
          </p:nvSpPr>
          <p:spPr bwMode="auto">
            <a:xfrm>
              <a:off x="0" y="5499"/>
              <a:ext cx="378901" cy="25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M</a:t>
              </a:r>
              <a:endParaRPr/>
            </a:p>
          </p:txBody>
        </p:sp>
      </p:grpSp>
      <p:grpSp>
        <p:nvGrpSpPr>
          <p:cNvPr id="139963976" name="Grupo 20"/>
          <p:cNvGrpSpPr/>
          <p:nvPr/>
        </p:nvGrpSpPr>
        <p:grpSpPr bwMode="auto">
          <a:xfrm>
            <a:off x="4593399" y="2993130"/>
            <a:ext cx="378181" cy="288000"/>
            <a:chOff x="0" y="0"/>
            <a:chExt cx="378181" cy="288000"/>
          </a:xfrm>
        </p:grpSpPr>
        <p:sp>
          <p:nvSpPr>
            <p:cNvPr id="98017727" name="Elipse 21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977233931" name="CuadroTexto 24"/>
            <p:cNvSpPr txBox="1"/>
            <p:nvPr/>
          </p:nvSpPr>
          <p:spPr bwMode="auto">
            <a:xfrm>
              <a:off x="0" y="5499"/>
              <a:ext cx="378181" cy="25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M</a:t>
              </a:r>
              <a:endParaRPr/>
            </a:p>
          </p:txBody>
        </p:sp>
      </p:grpSp>
      <p:grpSp>
        <p:nvGrpSpPr>
          <p:cNvPr id="1428231796" name="Grupo 26"/>
          <p:cNvGrpSpPr/>
          <p:nvPr/>
        </p:nvGrpSpPr>
        <p:grpSpPr bwMode="auto">
          <a:xfrm>
            <a:off x="3675572" y="3092373"/>
            <a:ext cx="378181" cy="288000"/>
            <a:chOff x="0" y="0"/>
            <a:chExt cx="378181" cy="288000"/>
          </a:xfrm>
        </p:grpSpPr>
        <p:sp>
          <p:nvSpPr>
            <p:cNvPr id="1673384011" name="Elipse 28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212632035" name="CuadroTexto 30"/>
            <p:cNvSpPr txBox="1"/>
            <p:nvPr/>
          </p:nvSpPr>
          <p:spPr bwMode="auto">
            <a:xfrm>
              <a:off x="0" y="5499"/>
              <a:ext cx="378181" cy="25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M</a:t>
              </a:r>
              <a:endParaRPr/>
            </a:p>
          </p:txBody>
        </p:sp>
      </p:grpSp>
      <p:sp>
        <p:nvSpPr>
          <p:cNvPr id="1070102292" name="Elipse 1"/>
          <p:cNvSpPr/>
          <p:nvPr/>
        </p:nvSpPr>
        <p:spPr bwMode="auto">
          <a:xfrm>
            <a:off x="557874" y="2004768"/>
            <a:ext cx="288000" cy="288000"/>
          </a:xfrm>
          <a:prstGeom prst="ellipse">
            <a:avLst/>
          </a:prstGeom>
          <a:solidFill>
            <a:srgbClr val="3443A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 sz="2400" b="1">
              <a:solidFill>
                <a:srgbClr val="000000"/>
              </a:solidFill>
            </a:endParaRPr>
          </a:p>
        </p:txBody>
      </p:sp>
      <p:sp>
        <p:nvSpPr>
          <p:cNvPr id="898680421" name="Rectángulo: esquinas redondeadas 16"/>
          <p:cNvSpPr/>
          <p:nvPr/>
        </p:nvSpPr>
        <p:spPr bwMode="auto">
          <a:xfrm>
            <a:off x="8725635" y="900523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400">
                <a:latin typeface="Trebuchet MS"/>
              </a:rPr>
              <a:t>SACADOR</a:t>
            </a:r>
            <a:endParaRPr/>
          </a:p>
        </p:txBody>
      </p:sp>
      <p:sp>
        <p:nvSpPr>
          <p:cNvPr id="2121192225" name="Rectángulo: esquinas redondeadas 84"/>
          <p:cNvSpPr/>
          <p:nvPr/>
        </p:nvSpPr>
        <p:spPr bwMode="auto">
          <a:xfrm>
            <a:off x="10385073" y="900522"/>
            <a:ext cx="1128789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400">
                <a:latin typeface="Trebuchet MS"/>
              </a:rPr>
              <a:t>DEF BANDA</a:t>
            </a:r>
            <a:endParaRPr/>
          </a:p>
        </p:txBody>
      </p:sp>
      <p:sp>
        <p:nvSpPr>
          <p:cNvPr id="887651450" name="Rectángulo: esquinas redondeadas 32"/>
          <p:cNvSpPr/>
          <p:nvPr/>
        </p:nvSpPr>
        <p:spPr bwMode="auto">
          <a:xfrm>
            <a:off x="8242876" y="3566516"/>
            <a:ext cx="1440000" cy="216000"/>
          </a:xfrm>
          <a:prstGeom prst="roundRect">
            <a:avLst>
              <a:gd name="adj" fmla="val 16667"/>
            </a:avLst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sz="1400">
                <a:latin typeface="Trebuchet MS"/>
              </a:rPr>
              <a:t>ÁREA</a:t>
            </a:r>
            <a:endParaRPr/>
          </a:p>
        </p:txBody>
      </p:sp>
      <p:grpSp>
        <p:nvGrpSpPr>
          <p:cNvPr id="128480973" name="Grupo 66"/>
          <p:cNvGrpSpPr/>
          <p:nvPr/>
        </p:nvGrpSpPr>
        <p:grpSpPr bwMode="auto">
          <a:xfrm>
            <a:off x="4058343" y="3562078"/>
            <a:ext cx="378541" cy="288000"/>
            <a:chOff x="0" y="0"/>
            <a:chExt cx="378541" cy="288000"/>
          </a:xfrm>
        </p:grpSpPr>
        <p:sp>
          <p:nvSpPr>
            <p:cNvPr id="1473271055" name="Elipse 6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138812847" name="CuadroTexto 68"/>
            <p:cNvSpPr txBox="1"/>
            <p:nvPr/>
          </p:nvSpPr>
          <p:spPr bwMode="auto">
            <a:xfrm>
              <a:off x="0" y="5499"/>
              <a:ext cx="378541" cy="274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s-ES" sz="1200" b="1">
                  <a:latin typeface="Trebuchet MS"/>
                </a:rPr>
                <a:t>R</a:t>
              </a:r>
              <a:r>
                <a:rPr lang="en-GB" sz="1200" b="1">
                  <a:latin typeface="Trebuchet MS"/>
                </a:rPr>
                <a:t>C</a:t>
              </a:r>
              <a:endParaRPr lang="es-ES" sz="1100" b="1">
                <a:latin typeface="Trebuchet MS"/>
              </a:endParaRPr>
            </a:p>
          </p:txBody>
        </p:sp>
      </p:grpSp>
      <p:sp>
        <p:nvSpPr>
          <p:cNvPr id="1079243881" name="Rectángulo: esquinas redondeadas 1"/>
          <p:cNvSpPr/>
          <p:nvPr/>
        </p:nvSpPr>
        <p:spPr bwMode="auto">
          <a:xfrm>
            <a:off x="7036349" y="5732686"/>
            <a:ext cx="5096812" cy="954739"/>
          </a:xfrm>
          <a:prstGeom prst="roundRect">
            <a:avLst>
              <a:gd name="adj" fmla="val 16667"/>
            </a:avLst>
          </a:prstGeom>
          <a:solidFill>
            <a:srgbClr val="FFFFFF">
              <a:alpha val="90000"/>
            </a:srgbClr>
          </a:solidFill>
          <a:ln w="38100">
            <a:solidFill>
              <a:srgbClr val="0030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/>
              <a:buChar char="q"/>
              <a:defRPr/>
            </a:pPr>
            <a:r>
              <a:rPr lang="en-GB" sz="1400" b="1" i="0" u="none" strike="noStrike" cap="none" spc="0">
                <a:solidFill>
                  <a:srgbClr val="C00000"/>
                </a:solidFill>
                <a:latin typeface="Trebuchet MS"/>
                <a:ea typeface="Trebuchet MS"/>
                <a:cs typeface="Trebuchet MS"/>
              </a:rPr>
              <a:t>ATENCIÓN A SEGUNDA ACCIÓN TRAS DUELO, DESPEJE EXPEDITIVO CON PIERNA CORTA</a:t>
            </a:r>
            <a:endParaRPr/>
          </a:p>
        </p:txBody>
      </p:sp>
      <p:pic>
        <p:nvPicPr>
          <p:cNvPr id="1515978653" name="Imagen 164547987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871851" y="2468386"/>
            <a:ext cx="607565" cy="759457"/>
          </a:xfrm>
          <a:prstGeom prst="rect">
            <a:avLst/>
          </a:prstGeom>
        </p:spPr>
      </p:pic>
      <p:pic>
        <p:nvPicPr>
          <p:cNvPr id="1081957276" name="Imagen 305392444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110077" y="1189333"/>
            <a:ext cx="607565" cy="759457"/>
          </a:xfrm>
          <a:prstGeom prst="rect">
            <a:avLst/>
          </a:prstGeom>
        </p:spPr>
      </p:pic>
      <p:pic>
        <p:nvPicPr>
          <p:cNvPr id="980265891" name="Imagen 4872707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10849113" y="1245310"/>
            <a:ext cx="607565" cy="759457"/>
          </a:xfrm>
          <a:prstGeom prst="rect">
            <a:avLst/>
          </a:prstGeom>
        </p:spPr>
      </p:pic>
      <p:pic>
        <p:nvPicPr>
          <p:cNvPr id="1579914444" name="Imagen 247095201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105916" y="3847548"/>
            <a:ext cx="607565" cy="759457"/>
          </a:xfrm>
          <a:prstGeom prst="rect">
            <a:avLst/>
          </a:prstGeom>
        </p:spPr>
      </p:pic>
      <p:pic>
        <p:nvPicPr>
          <p:cNvPr id="1066656102" name="Imagen 1943944929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866476" y="3847545"/>
            <a:ext cx="607565" cy="759457"/>
          </a:xfrm>
          <a:prstGeom prst="rect">
            <a:avLst/>
          </a:prstGeom>
        </p:spPr>
      </p:pic>
      <p:pic>
        <p:nvPicPr>
          <p:cNvPr id="1200632398" name="Imagen 1688598305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977323" y="1384111"/>
            <a:ext cx="607565" cy="759457"/>
          </a:xfrm>
          <a:prstGeom prst="rect">
            <a:avLst/>
          </a:prstGeom>
        </p:spPr>
      </p:pic>
      <p:pic>
        <p:nvPicPr>
          <p:cNvPr id="253332562" name="Imagen 132037946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2102434" y="2601548"/>
            <a:ext cx="607565" cy="759457"/>
          </a:xfrm>
          <a:prstGeom prst="rect">
            <a:avLst/>
          </a:prstGeom>
        </p:spPr>
      </p:pic>
      <p:pic>
        <p:nvPicPr>
          <p:cNvPr id="180338858" name="Imagen 1964924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3990205" y="1384111"/>
            <a:ext cx="607565" cy="759457"/>
          </a:xfrm>
          <a:prstGeom prst="rect">
            <a:avLst/>
          </a:prstGeom>
        </p:spPr>
      </p:pic>
      <p:grpSp>
        <p:nvGrpSpPr>
          <p:cNvPr id="671934327" name="Grupo 15"/>
          <p:cNvGrpSpPr/>
          <p:nvPr/>
        </p:nvGrpSpPr>
        <p:grpSpPr bwMode="auto">
          <a:xfrm>
            <a:off x="5195875" y="2320830"/>
            <a:ext cx="378901" cy="288000"/>
            <a:chOff x="0" y="0"/>
            <a:chExt cx="378901" cy="288000"/>
          </a:xfrm>
        </p:grpSpPr>
        <p:sp>
          <p:nvSpPr>
            <p:cNvPr id="1030385029" name="Elipse 1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882572946" name="CuadroTexto 18"/>
            <p:cNvSpPr txBox="1"/>
            <p:nvPr/>
          </p:nvSpPr>
          <p:spPr bwMode="auto">
            <a:xfrm>
              <a:off x="0" y="5499"/>
              <a:ext cx="378901" cy="25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M</a:t>
              </a:r>
              <a:endParaRPr/>
            </a:p>
          </p:txBody>
        </p:sp>
      </p:grpSp>
      <p:grpSp>
        <p:nvGrpSpPr>
          <p:cNvPr id="239211768" name="Grupo 15"/>
          <p:cNvGrpSpPr/>
          <p:nvPr/>
        </p:nvGrpSpPr>
        <p:grpSpPr bwMode="auto">
          <a:xfrm>
            <a:off x="5897750" y="2307726"/>
            <a:ext cx="378901" cy="288000"/>
            <a:chOff x="0" y="0"/>
            <a:chExt cx="378901" cy="288000"/>
          </a:xfrm>
        </p:grpSpPr>
        <p:sp>
          <p:nvSpPr>
            <p:cNvPr id="1968510633" name="Elipse 1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739596464" name="CuadroTexto 18"/>
            <p:cNvSpPr txBox="1"/>
            <p:nvPr/>
          </p:nvSpPr>
          <p:spPr bwMode="auto">
            <a:xfrm>
              <a:off x="0" y="5499"/>
              <a:ext cx="378901" cy="25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M</a:t>
              </a:r>
              <a:endParaRPr/>
            </a:p>
          </p:txBody>
        </p:sp>
      </p:grpSp>
      <p:grpSp>
        <p:nvGrpSpPr>
          <p:cNvPr id="39022753" name="Grupo 39"/>
          <p:cNvGrpSpPr/>
          <p:nvPr/>
        </p:nvGrpSpPr>
        <p:grpSpPr bwMode="auto">
          <a:xfrm>
            <a:off x="2154243" y="2189228"/>
            <a:ext cx="380340" cy="288000"/>
            <a:chOff x="0" y="0"/>
            <a:chExt cx="380340" cy="288000"/>
          </a:xfrm>
        </p:grpSpPr>
        <p:sp>
          <p:nvSpPr>
            <p:cNvPr id="827530910" name="Elipse 40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401263848" name="CuadroTexto 41"/>
            <p:cNvSpPr txBox="1"/>
            <p:nvPr/>
          </p:nvSpPr>
          <p:spPr bwMode="auto">
            <a:xfrm>
              <a:off x="0" y="5499"/>
              <a:ext cx="380340" cy="25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100" b="1">
                  <a:latin typeface="Trebuchet MS"/>
                </a:rPr>
                <a:t>S</a:t>
              </a:r>
              <a:endParaRPr/>
            </a:p>
          </p:txBody>
        </p:sp>
      </p:grpSp>
      <p:grpSp>
        <p:nvGrpSpPr>
          <p:cNvPr id="787364325" name="Grupo 66"/>
          <p:cNvGrpSpPr/>
          <p:nvPr/>
        </p:nvGrpSpPr>
        <p:grpSpPr bwMode="auto">
          <a:xfrm>
            <a:off x="2193242" y="3524738"/>
            <a:ext cx="379981" cy="288000"/>
            <a:chOff x="0" y="0"/>
            <a:chExt cx="379981" cy="288000"/>
          </a:xfrm>
        </p:grpSpPr>
        <p:sp>
          <p:nvSpPr>
            <p:cNvPr id="1524119602" name="Elipse 67"/>
            <p:cNvSpPr/>
            <p:nvPr/>
          </p:nvSpPr>
          <p:spPr bwMode="auto">
            <a:xfrm>
              <a:off x="34956" y="0"/>
              <a:ext cx="288000" cy="28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30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s-ES" sz="600" b="1">
                <a:solidFill>
                  <a:srgbClr val="000000"/>
                </a:solidFill>
              </a:endParaRPr>
            </a:p>
          </p:txBody>
        </p:sp>
        <p:sp>
          <p:nvSpPr>
            <p:cNvPr id="191135079" name="CuadroTexto 68"/>
            <p:cNvSpPr txBox="1"/>
            <p:nvPr/>
          </p:nvSpPr>
          <p:spPr bwMode="auto">
            <a:xfrm>
              <a:off x="0" y="5499"/>
              <a:ext cx="379981" cy="274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200" b="1">
                  <a:latin typeface="Trebuchet MS"/>
                </a:rPr>
                <a:t>DB</a:t>
              </a:r>
              <a:endParaRPr lang="es-ES" sz="1100" b="1">
                <a:latin typeface="Trebuchet MS"/>
              </a:endParaRPr>
            </a:p>
          </p:txBody>
        </p:sp>
      </p:grpSp>
      <p:pic>
        <p:nvPicPr>
          <p:cNvPr id="1770912369" name="object 25"/>
          <p:cNvPicPr/>
          <p:nvPr/>
        </p:nvPicPr>
        <p:blipFill rotWithShape="1">
          <a:blip r:embed="rId11"/>
          <a:stretch/>
        </p:blipFill>
        <p:spPr bwMode="auto">
          <a:xfrm>
            <a:off x="7470974" y="3847545"/>
            <a:ext cx="607565" cy="759459"/>
          </a:xfrm>
          <a:prstGeom prst="rect">
            <a:avLst/>
          </a:prstGeom>
        </p:spPr>
      </p:pic>
      <p:pic>
        <p:nvPicPr>
          <p:cNvPr id="1546713140" name="object 7"/>
          <p:cNvPicPr/>
          <p:nvPr/>
        </p:nvPicPr>
        <p:blipFill rotWithShape="1">
          <a:blip r:embed="rId12"/>
          <a:stretch/>
        </p:blipFill>
        <p:spPr bwMode="auto">
          <a:xfrm>
            <a:off x="8740857" y="3847546"/>
            <a:ext cx="607565" cy="759458"/>
          </a:xfrm>
          <a:prstGeom prst="rect">
            <a:avLst/>
          </a:prstGeom>
        </p:spPr>
      </p:pic>
      <p:pic>
        <p:nvPicPr>
          <p:cNvPr id="1557243240" name="object 27"/>
          <p:cNvPicPr/>
          <p:nvPr/>
        </p:nvPicPr>
        <p:blipFill rotWithShape="1">
          <a:blip r:embed="rId13"/>
          <a:stretch/>
        </p:blipFill>
        <p:spPr bwMode="auto">
          <a:xfrm>
            <a:off x="10645684" y="3847545"/>
            <a:ext cx="607565" cy="759459"/>
          </a:xfrm>
          <a:prstGeom prst="rect">
            <a:avLst/>
          </a:prstGeom>
        </p:spPr>
      </p:pic>
      <p:pic>
        <p:nvPicPr>
          <p:cNvPr id="1264166622" name="object 23"/>
          <p:cNvPicPr/>
          <p:nvPr/>
        </p:nvPicPr>
        <p:blipFill rotWithShape="1">
          <a:blip r:embed="rId14"/>
          <a:stretch/>
        </p:blipFill>
        <p:spPr bwMode="auto">
          <a:xfrm>
            <a:off x="10995329" y="2400768"/>
            <a:ext cx="607565" cy="759459"/>
          </a:xfrm>
          <a:prstGeom prst="rect">
            <a:avLst/>
          </a:prstGeom>
        </p:spPr>
      </p:pic>
      <p:pic>
        <p:nvPicPr>
          <p:cNvPr id="303083277" name="object 29"/>
          <p:cNvPicPr/>
          <p:nvPr/>
        </p:nvPicPr>
        <p:blipFill rotWithShape="1">
          <a:blip r:embed="rId15"/>
          <a:stretch/>
        </p:blipFill>
        <p:spPr bwMode="auto">
          <a:xfrm>
            <a:off x="9375799" y="3847545"/>
            <a:ext cx="607565" cy="759459"/>
          </a:xfrm>
          <a:prstGeom prst="rect">
            <a:avLst/>
          </a:prstGeom>
        </p:spPr>
      </p:pic>
      <p:pic>
        <p:nvPicPr>
          <p:cNvPr id="1089517064" name="object 25"/>
          <p:cNvPicPr/>
          <p:nvPr/>
        </p:nvPicPr>
        <p:blipFill rotWithShape="1">
          <a:blip r:embed="rId11"/>
          <a:stretch/>
        </p:blipFill>
        <p:spPr bwMode="auto">
          <a:xfrm>
            <a:off x="3258909" y="1384108"/>
            <a:ext cx="607565" cy="759459"/>
          </a:xfrm>
          <a:prstGeom prst="rect">
            <a:avLst/>
          </a:prstGeom>
        </p:spPr>
      </p:pic>
      <p:pic>
        <p:nvPicPr>
          <p:cNvPr id="1241168389" name="object 7"/>
          <p:cNvPicPr/>
          <p:nvPr/>
        </p:nvPicPr>
        <p:blipFill rotWithShape="1">
          <a:blip r:embed="rId12"/>
          <a:stretch/>
        </p:blipFill>
        <p:spPr bwMode="auto">
          <a:xfrm>
            <a:off x="5081606" y="1384110"/>
            <a:ext cx="607565" cy="759458"/>
          </a:xfrm>
          <a:prstGeom prst="rect">
            <a:avLst/>
          </a:prstGeom>
        </p:spPr>
      </p:pic>
      <p:pic>
        <p:nvPicPr>
          <p:cNvPr id="1564226421" name="object 27"/>
          <p:cNvPicPr/>
          <p:nvPr/>
        </p:nvPicPr>
        <p:blipFill rotWithShape="1">
          <a:blip r:embed="rId13"/>
          <a:stretch/>
        </p:blipFill>
        <p:spPr bwMode="auto">
          <a:xfrm>
            <a:off x="4474040" y="3294785"/>
            <a:ext cx="607565" cy="759459"/>
          </a:xfrm>
          <a:prstGeom prst="rect">
            <a:avLst/>
          </a:prstGeom>
        </p:spPr>
      </p:pic>
      <p:pic>
        <p:nvPicPr>
          <p:cNvPr id="726659207" name="object 23"/>
          <p:cNvPicPr/>
          <p:nvPr/>
        </p:nvPicPr>
        <p:blipFill rotWithShape="1">
          <a:blip r:embed="rId14"/>
          <a:stretch/>
        </p:blipFill>
        <p:spPr bwMode="auto">
          <a:xfrm>
            <a:off x="5872243" y="3734316"/>
            <a:ext cx="607565" cy="759459"/>
          </a:xfrm>
          <a:prstGeom prst="rect">
            <a:avLst/>
          </a:prstGeom>
        </p:spPr>
      </p:pic>
      <p:pic>
        <p:nvPicPr>
          <p:cNvPr id="756093318" name="object 29"/>
          <p:cNvPicPr/>
          <p:nvPr/>
        </p:nvPicPr>
        <p:blipFill rotWithShape="1">
          <a:blip r:embed="rId15"/>
          <a:stretch/>
        </p:blipFill>
        <p:spPr bwMode="auto">
          <a:xfrm>
            <a:off x="5872243" y="1384108"/>
            <a:ext cx="607565" cy="759459"/>
          </a:xfrm>
          <a:prstGeom prst="rect">
            <a:avLst/>
          </a:prstGeom>
        </p:spPr>
      </p:pic>
      <p:pic>
        <p:nvPicPr>
          <p:cNvPr id="338463087" name="Imagen 866501964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3562692" y="2231511"/>
            <a:ext cx="607565" cy="759457"/>
          </a:xfrm>
          <a:prstGeom prst="rect">
            <a:avLst/>
          </a:prstGeom>
        </p:spPr>
      </p:pic>
      <p:pic>
        <p:nvPicPr>
          <p:cNvPr id="260845806" name="Imagen 866501964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10010742" y="3847547"/>
            <a:ext cx="607565" cy="7594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Tsiknas, Panagiotis</dc:creator>
  <cp:lastModifiedBy/>
  <cp:revision>249</cp:revision>
  <dcterms:created xsi:type="dcterms:W3CDTF">2022-05-30T18:03:35Z</dcterms:created>
  <dcterms:modified xsi:type="dcterms:W3CDTF">2026-08-25T08:16:05Z</dcterms:modified>
</cp:coreProperties>
</file>