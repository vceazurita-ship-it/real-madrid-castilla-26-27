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208"/>
  </p:normalViewPr>
  <p:slideViewPr>
    <p:cSldViewPr snapToGrid="0" snapToObjects="1">
      <p:cViewPr varScale="1">
        <p:scale>
          <a:sx n="118" d="100"/>
          <a:sy n="118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3F99B-1112-4547-97C9-72885F55E0EC}" type="datetimeFigureOut">
              <a:rPr lang="es-ES" smtClean="0"/>
              <a:t>26/8/26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B7A4A-D4A0-324A-B7F1-78F412C4B2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7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00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44AAF-BD7A-F04A-89E3-9950A975A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B1928B-7DD6-EB45-A5C7-11261F2F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42BABB-5FBE-4344-96D0-601F3E34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2DB61C-F513-9045-A5BB-23B5CB55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350F5-560B-8A4F-8827-BD5979D9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299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E5531-22A4-5E45-8C25-9FF07685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2CF47-C4CA-774B-93E5-56C053815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12D72C-D1AF-B044-B7A7-D253163E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BF23D-213F-F745-8788-4FB5BDF2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81591-4793-1947-A96B-59113EBA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52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6F978-5FEC-C240-9F7E-D8A33746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E3D21-2D22-F345-A2BC-D06D0FECF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CD27D1-21D7-3E4B-8F86-F0DE1BAA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1E24F7-44E8-3A49-B560-68BCE4FE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BCCCB-384E-4E4E-80D6-7479273D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24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E1BAE-6794-8542-8581-BD3D598A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BD9409-FB03-F049-9DF3-65548D542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A21D84-71D4-6048-B99F-6F2CCA4F3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56DBDB-40A4-534F-930A-3C2024D2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812167-C2F2-2A41-A041-65E3FFCE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2A3FE-BBC5-2240-BE6D-6A255154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006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03EF5-F80C-E74E-84E2-13EA3CC0E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9FAA84-045B-764B-BFDA-073C30F88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5BB472-98A4-B943-8106-8E183B4B6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ED304C-22EB-6846-AEDC-4CB8E12B9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7DFCF7-4EBB-9547-9001-7717CDF94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86D8BD-E562-6148-BCB6-35AF2A65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D7523E6-3D39-024C-B99B-F4824F6F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444ACF-DD37-5F4C-AF52-86F883E2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045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76DBE-4D11-3041-9B3B-7A7EC0CC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5F007D-C05D-ED4A-9384-D3AF099D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BCACCB-DDF1-7046-8E12-EBF35F34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CF9B24-3C94-414C-90E4-4ABC47F1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875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62B791-F89F-F444-BAAF-9ECDAEA3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DE120A-BF89-294F-A6F0-5DAD4B67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375D67-B3BF-D54D-8361-96E53B23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16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870AC-DC95-FF4B-B5DD-F6846465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54F57E-073C-7E46-BCB0-BF27FE08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017E0E-DBC5-094B-A78A-21DC53781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F79B4E-8D50-2349-8412-DBCD35BA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37AE6E-2488-384E-BF55-27BA1035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AEF5DB-35F8-3345-AAFA-530E3430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76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E4C32-78BB-1141-A2FB-1202E8E6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D639C3-68FC-FD4D-9367-E5EC498C6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073AC0-E890-2B45-8C5E-92C0D51F0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5D1C7-3F64-E546-8F49-DC276A1A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15CCED-79B4-E44D-AC8C-03FD5837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22975B-18C1-7B46-A1BE-4C6E630E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20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F7641-5F98-0644-AA28-B7CDD6DF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CA109F-FA91-1046-A45E-24B8FDD0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34DDCB-1064-954C-81CB-AB97B209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E7327-ECEC-814F-8B5A-459A4D30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686BBA-8E56-C24B-BC63-DE013CF5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900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1DCCFD-9DD1-BE46-A115-B53713654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A2CCE3-C33B-F849-8DEF-767F25A6D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C5C796-A589-3241-9DA5-CED7B0C9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73A8B7-424D-C241-B49A-3DA30756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C44067-FBA5-4A4B-B7D9-2BCAD733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0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40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827D31-552B-1944-AE4B-EBC992C0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1FF225-E873-3A49-A898-5ED68C1EC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C53B72-E7A3-9F43-A459-745A3C79B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FD14F-C638-E945-B14B-D916432641D2}" type="datetimeFigureOut">
              <a:rPr lang="es-ES" smtClean="0"/>
              <a:t>26/8/26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7BD871-CF92-334C-AD75-D6D649226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47C9EC-D385-4341-A463-2E007BCCA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E2CF3-251A-7245-9E69-3BBD9CF50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05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/>
          <p:cNvSpPr/>
          <p:nvPr/>
        </p:nvSpPr>
        <p:spPr>
          <a:xfrm rot="2700000">
            <a:off x="635204" y="3841700"/>
            <a:ext cx="267005" cy="267005"/>
          </a:xfrm>
          <a:prstGeom prst="rect">
            <a:avLst/>
          </a:prstGeom>
          <a:solidFill>
            <a:srgbClr val="D89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120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557DEDB-76AB-FD43-96BF-2A348A42FCED}"/>
              </a:ext>
            </a:extLst>
          </p:cNvPr>
          <p:cNvGrpSpPr/>
          <p:nvPr/>
        </p:nvGrpSpPr>
        <p:grpSpPr>
          <a:xfrm>
            <a:off x="10090709" y="495605"/>
            <a:ext cx="1662989" cy="279807"/>
            <a:chOff x="15136063" y="743407"/>
            <a:chExt cx="2494483" cy="419710"/>
          </a:xfrm>
        </p:grpSpPr>
        <p:sp>
          <p:nvSpPr>
            <p:cNvPr id="5" name="Shape 0"/>
            <p:cNvSpPr/>
            <p:nvPr/>
          </p:nvSpPr>
          <p:spPr>
            <a:xfrm>
              <a:off x="15335402" y="743407"/>
              <a:ext cx="2095805" cy="418795"/>
            </a:xfrm>
            <a:prstGeom prst="roundRect">
              <a:avLst>
                <a:gd name="adj" fmla="val 50000"/>
              </a:avLst>
            </a:prstGeom>
            <a:solidFill>
              <a:srgbClr val="0F1E3D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s-ES" sz="1200"/>
            </a:p>
          </p:txBody>
        </p:sp>
        <p:sp>
          <p:nvSpPr>
            <p:cNvPr id="12" name="Text 7"/>
            <p:cNvSpPr txBox="1"/>
            <p:nvPr/>
          </p:nvSpPr>
          <p:spPr>
            <a:xfrm>
              <a:off x="15136063" y="743407"/>
              <a:ext cx="2494483" cy="4197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867" b="1" kern="0" spc="162" dirty="0">
                  <a:solidFill>
                    <a:srgbClr val="F7F4EC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INDIVIDUAL · 26/27</a:t>
              </a:r>
              <a:endParaRPr lang="en-US" sz="867" dirty="0"/>
            </a:p>
          </p:txBody>
        </p:sp>
      </p:grpSp>
      <p:sp>
        <p:nvSpPr>
          <p:cNvPr id="13" name="Text 8"/>
          <p:cNvSpPr txBox="1"/>
          <p:nvPr/>
        </p:nvSpPr>
        <p:spPr>
          <a:xfrm>
            <a:off x="571805" y="1778203"/>
            <a:ext cx="7874203" cy="1651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1" b="1" kern="0" spc="-260" dirty="0">
                <a:solidFill>
                  <a:srgbClr val="1B3A2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ANÁLISIS</a:t>
            </a:r>
            <a:endParaRPr lang="en-US" sz="13001" dirty="0"/>
          </a:p>
        </p:txBody>
      </p:sp>
      <p:sp>
        <p:nvSpPr>
          <p:cNvPr id="14" name="Text 9"/>
          <p:cNvSpPr txBox="1"/>
          <p:nvPr/>
        </p:nvSpPr>
        <p:spPr>
          <a:xfrm>
            <a:off x="1143001" y="3524098"/>
            <a:ext cx="7874203" cy="13972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1" b="1" kern="0" spc="-220" dirty="0">
                <a:solidFill>
                  <a:srgbClr val="0F1E3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INDIVIDUAL</a:t>
            </a:r>
            <a:endParaRPr lang="en-US" sz="11001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5B89262-7FFC-C040-8A01-21E1BDBECB12}"/>
              </a:ext>
            </a:extLst>
          </p:cNvPr>
          <p:cNvGrpSpPr/>
          <p:nvPr/>
        </p:nvGrpSpPr>
        <p:grpSpPr>
          <a:xfrm>
            <a:off x="7937602" y="5397399"/>
            <a:ext cx="1778203" cy="381000"/>
            <a:chOff x="11906402" y="8096098"/>
            <a:chExt cx="2667305" cy="571500"/>
          </a:xfrm>
        </p:grpSpPr>
        <p:sp>
          <p:nvSpPr>
            <p:cNvPr id="7" name="Shape 2"/>
            <p:cNvSpPr/>
            <p:nvPr/>
          </p:nvSpPr>
          <p:spPr>
            <a:xfrm>
              <a:off x="11906402" y="8096098"/>
              <a:ext cx="2667305" cy="571500"/>
            </a:xfrm>
            <a:prstGeom prst="roundRect">
              <a:avLst>
                <a:gd name="adj" fmla="val 50080"/>
              </a:avLst>
            </a:prstGeom>
            <a:solidFill>
              <a:srgbClr val="1B3A2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s-ES" sz="120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11906402" y="8096098"/>
              <a:ext cx="2667305" cy="571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000" b="1" kern="0" spc="140" dirty="0">
                  <a:solidFill>
                    <a:srgbClr val="F7F4EC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ROMERA</a:t>
              </a:r>
              <a:endParaRPr lang="en-US" sz="1000" dirty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BF297E0-4C09-1E4D-8D08-027AEADF0B55}"/>
              </a:ext>
            </a:extLst>
          </p:cNvPr>
          <p:cNvGrpSpPr/>
          <p:nvPr/>
        </p:nvGrpSpPr>
        <p:grpSpPr>
          <a:xfrm>
            <a:off x="9842602" y="5397399"/>
            <a:ext cx="1778203" cy="381000"/>
            <a:chOff x="14763902" y="8096098"/>
            <a:chExt cx="2667305" cy="571500"/>
          </a:xfrm>
        </p:grpSpPr>
        <p:sp>
          <p:nvSpPr>
            <p:cNvPr id="8" name="Shape 3"/>
            <p:cNvSpPr/>
            <p:nvPr/>
          </p:nvSpPr>
          <p:spPr>
            <a:xfrm>
              <a:off x="14763902" y="8096098"/>
              <a:ext cx="2667305" cy="571500"/>
            </a:xfrm>
            <a:prstGeom prst="roundRect">
              <a:avLst>
                <a:gd name="adj" fmla="val 50080"/>
              </a:avLst>
            </a:prstGeom>
            <a:solidFill>
              <a:srgbClr val="0F1E3D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s-ES" sz="120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14763902" y="8096098"/>
              <a:ext cx="2667305" cy="571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000" b="1" kern="0" spc="140" dirty="0">
                  <a:solidFill>
                    <a:srgbClr val="F7F4EC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MEDIAPUNTA · Nº8</a:t>
              </a:r>
              <a:endParaRPr lang="en-US" sz="1000" dirty="0"/>
            </a:p>
          </p:txBody>
        </p:sp>
      </p:grpSp>
      <p:pic>
        <p:nvPicPr>
          <p:cNvPr id="24" name="Image 0" descr="gen-dedup-d7b6685adc8ad9289a74beb661ab32c2.png">
            <a:extLst>
              <a:ext uri="{FF2B5EF4-FFF2-40B4-BE49-F238E27FC236}">
                <a16:creationId xmlns:a16="http://schemas.microsoft.com/office/drawing/2014/main" id="{91E7D33B-7C54-0048-969C-664C0122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-2083" r="-2083"/>
          <a:stretch/>
        </p:blipFill>
        <p:spPr>
          <a:xfrm>
            <a:off x="616306" y="1196358"/>
            <a:ext cx="11084357" cy="30479"/>
          </a:xfrm>
          <a:prstGeom prst="rect">
            <a:avLst/>
          </a:prstGeom>
          <a:solidFill>
            <a:srgbClr val="F6AFB6"/>
          </a:solidFill>
          <a:ln w="0">
            <a:solidFill>
              <a:srgbClr val="F6AFB6"/>
            </a:solidFill>
          </a:ln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08E65C34-E70C-2E40-BFB3-FA0BF9EBA91B}"/>
              </a:ext>
            </a:extLst>
          </p:cNvPr>
          <p:cNvSpPr txBox="1"/>
          <p:nvPr/>
        </p:nvSpPr>
        <p:spPr>
          <a:xfrm>
            <a:off x="1397203" y="760086"/>
            <a:ext cx="31754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67" b="1" kern="0" spc="32" dirty="0">
                <a:solidFill>
                  <a:srgbClr val="1B3A2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C.D. TERUEL</a:t>
            </a:r>
            <a:endParaRPr lang="en-US" sz="1867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B0200EA5-2643-8E4F-BF51-A95E48D7FE14}"/>
              </a:ext>
            </a:extLst>
          </p:cNvPr>
          <p:cNvSpPr/>
          <p:nvPr/>
        </p:nvSpPr>
        <p:spPr>
          <a:xfrm>
            <a:off x="1382127" y="455460"/>
            <a:ext cx="1397203" cy="279197"/>
          </a:xfrm>
          <a:prstGeom prst="roundRect">
            <a:avLst>
              <a:gd name="adj" fmla="val 50000"/>
            </a:avLst>
          </a:prstGeom>
          <a:solidFill>
            <a:srgbClr val="1B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120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46ECAED-6CB7-EF46-898A-52B8A0B2F5AD}"/>
              </a:ext>
            </a:extLst>
          </p:cNvPr>
          <p:cNvSpPr txBox="1"/>
          <p:nvPr/>
        </p:nvSpPr>
        <p:spPr>
          <a:xfrm>
            <a:off x="1296700" y="466345"/>
            <a:ext cx="1589837" cy="27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67" b="1" kern="0" spc="162" dirty="0">
                <a:solidFill>
                  <a:srgbClr val="F7F4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TEMPORADA 26 / 27</a:t>
            </a:r>
            <a:endParaRPr lang="en-US" sz="867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7F9B2F1-81A8-F944-8F52-604EB8F9F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447" y="1196358"/>
            <a:ext cx="4350309" cy="4194941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C3DBEB28-5D34-904B-9192-FC28A3A3B640}"/>
              </a:ext>
            </a:extLst>
          </p:cNvPr>
          <p:cNvGrpSpPr/>
          <p:nvPr/>
        </p:nvGrpSpPr>
        <p:grpSpPr>
          <a:xfrm>
            <a:off x="-62789" y="-119388"/>
            <a:ext cx="1662990" cy="1451271"/>
            <a:chOff x="4860060" y="2161307"/>
            <a:chExt cx="2482850" cy="2642177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90D97D36-12B9-DA4D-A1E7-4F2216A93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D25842BA-B112-F54F-BE2B-46B9BB596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0324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Macintosh PowerPoint</Application>
  <PresentationFormat>Panorámica</PresentationFormat>
  <Paragraphs>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Barlow Condensed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2</cp:revision>
  <dcterms:created xsi:type="dcterms:W3CDTF">2026-08-26T10:05:59Z</dcterms:created>
  <dcterms:modified xsi:type="dcterms:W3CDTF">2026-08-26T10:16:32Z</dcterms:modified>
</cp:coreProperties>
</file>