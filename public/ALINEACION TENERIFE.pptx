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63"/>
    <p:restoredTop sz="94663"/>
  </p:normalViewPr>
  <p:slideViewPr>
    <p:cSldViewPr snapToGrid="0" snapToObjects="1">
      <p:cViewPr>
        <p:scale>
          <a:sx n="63" d="100"/>
          <a:sy n="63" d="100"/>
        </p:scale>
        <p:origin x="144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A9DB0-EB8C-3643-B1A7-56F0C26D6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4F0ECC-2A4B-4A45-8AD0-F4CCE1074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2DE9CC-563F-9A42-9004-27962D8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158CDB-7827-EB40-AAC4-53B3F8BD3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700424-59A2-D344-AD5E-CE0FF439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154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80608-BEFA-1D42-95CA-9D91F264E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9811BC-278A-D245-B2E3-DD5D69CEF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2E0631-0CF2-7B4E-BE1B-522617F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ED4F86-927A-4E4A-8688-BB4AC917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42B0EF-47CA-1840-9A01-AEA728EDC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979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68460-9D8D-0241-807C-442F8615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32BFE4-AF4D-B648-845A-AD3FED9FD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0ECE35-1FDC-DD49-BB09-08D6E1A09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BB9E88-836B-6B47-9392-79978C7E2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B1570-9573-F548-8EBF-7EFA3DCE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932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77793-DA1E-384F-8632-CC845210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AE00A8-279A-6549-A673-AD9FD2F8F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0A7721-2B22-0D41-9325-3A6E64FDA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45AEF4-624D-2F48-B487-FA9BEDF77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7B0003-2E30-FC4F-AFFC-6BF60F90A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CE02E5-2FD4-324B-ACBC-F9F5E677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107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BCF37-2157-1045-8EB7-B2100951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B5FCD0-BE63-AF4A-843C-553E04566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D3FCA-E5D0-2544-8B9D-30E10A526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181A96-01A2-2344-BA2E-3746E623A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DA732B-3939-9649-BD39-80148830A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E8D5A54-C937-A84C-9817-276C978C3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30B3C0A-B55D-4F47-ACA0-B83CAE7E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59282F-C6E9-FE43-A340-8D7C924D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794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F5F2C-C9A1-9540-A013-AB6D50CC2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BF2C6E-7431-074A-88F4-B4726E5D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28E8F6-4F09-9A4F-A9BF-E8D214A32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A4C928-AA48-ED40-803F-03535577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915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3380617-51C8-1044-8E06-7EC34E31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BE3745-0983-004E-B044-06E11D240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56C811-E99F-D343-BABE-F1E81C11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358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FFC1C-09F8-BB42-A450-51A2D4148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AD01A7-CFD9-4641-96C4-0F4FD89C6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099F22-4746-864D-BA7B-94C31901F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44F433-E2AA-2447-8B83-9F7A0BB65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F8F032-C6A2-624C-9FC8-32F2719C6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55767F-48D8-6244-90E9-D4446668E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40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776DB-E1CD-DA46-851A-F1782E7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5B221A0-B189-3B46-813C-A2528AD4E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798F4F-26F9-A044-A8A8-02F4DCE7E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925DC-D981-234F-AC6F-1A844723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5D69FE-1C4C-5349-A7F6-0C1D3C69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3ED3C4-B44B-F04A-B6EC-2859947B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53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486DA-72F1-D641-8317-B27A684D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45DA1A-699F-F342-A80C-02448D40F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7D16C3-0613-A848-A048-45D327DA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B0C22E-C30E-2D47-9C1E-DBCA7B06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C86840-79AA-934B-A672-8E31A124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3044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DD9135-F4AB-3E4C-9D42-4FA9F3FAD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3CAFB5-CDCB-B04D-ACEE-3F07161F4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966EC6-2D70-3043-9B80-D709717C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9555D3-B7ED-C54B-9FB4-30701D90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7E8C84-9A9C-5241-9D12-1725C2B9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817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556A94-7275-8D45-9D9E-9CA0827D3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2A6996-59CF-C341-B7B4-327C6F86F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A51074-3403-DA4A-B75A-3265AAED2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C6996-7EEE-EF40-A309-35D2233E11E3}" type="datetimeFigureOut">
              <a:rPr lang="es-ES" smtClean="0"/>
              <a:t>24/1/26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438912-2A9D-2443-B11C-D5624443A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59855F-B266-DA42-8080-3573F892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E917E-A710-F340-B840-102C51BA3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944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tif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F0C72EE-68E3-7D4F-B3CA-71DDA835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8" name="Grupo 37">
            <a:extLst>
              <a:ext uri="{FF2B5EF4-FFF2-40B4-BE49-F238E27FC236}">
                <a16:creationId xmlns:a16="http://schemas.microsoft.com/office/drawing/2014/main" id="{F73D6BCC-D1AB-2549-B19D-0B09EF5B1129}"/>
              </a:ext>
            </a:extLst>
          </p:cNvPr>
          <p:cNvGrpSpPr/>
          <p:nvPr/>
        </p:nvGrpSpPr>
        <p:grpSpPr>
          <a:xfrm>
            <a:off x="10749549" y="2955051"/>
            <a:ext cx="1273215" cy="1176173"/>
            <a:chOff x="2118167" y="437558"/>
            <a:chExt cx="1273215" cy="1176173"/>
          </a:xfrm>
        </p:grpSpPr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AD6E71ED-3B0C-8241-9C01-2E1DF13949ED}"/>
                </a:ext>
              </a:extLst>
            </p:cNvPr>
            <p:cNvSpPr/>
            <p:nvPr/>
          </p:nvSpPr>
          <p:spPr>
            <a:xfrm>
              <a:off x="2118167" y="437558"/>
              <a:ext cx="1273215" cy="335665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DANI MARTIN (27)</a:t>
              </a:r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1D904D0E-4A31-714C-A6D5-488DE0123E4F}"/>
                </a:ext>
              </a:extLst>
            </p:cNvPr>
            <p:cNvSpPr/>
            <p:nvPr/>
          </p:nvSpPr>
          <p:spPr>
            <a:xfrm>
              <a:off x="2118167" y="787078"/>
              <a:ext cx="1273215" cy="826653"/>
            </a:xfrm>
            <a:prstGeom prst="rect">
              <a:avLst/>
            </a:prstGeom>
            <a:solidFill>
              <a:srgbClr val="00B05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400" dirty="0"/>
            </a:p>
            <a:p>
              <a:pPr algn="ctr"/>
              <a:r>
                <a:rPr lang="es-ES" sz="1400" dirty="0"/>
                <a:t>DIESTRO</a:t>
              </a:r>
            </a:p>
            <a:p>
              <a:pPr algn="ctr"/>
              <a:r>
                <a:rPr lang="es-ES" sz="1400" dirty="0"/>
                <a:t>PJ TITULAR: 20</a:t>
              </a:r>
            </a:p>
            <a:p>
              <a:pPr algn="ctr"/>
              <a:r>
                <a:rPr lang="es-ES" sz="1400" dirty="0"/>
                <a:t>187-76KG</a:t>
              </a:r>
            </a:p>
            <a:p>
              <a:pPr algn="ctr"/>
              <a:endParaRPr lang="es-ES" dirty="0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FA9F0F24-A75C-004F-A0FD-5C9357D3E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297" y="64039"/>
            <a:ext cx="872132" cy="87213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53B3E52-1976-B746-8DEE-C508D02B5122}"/>
              </a:ext>
            </a:extLst>
          </p:cNvPr>
          <p:cNvSpPr txBox="1"/>
          <p:nvPr/>
        </p:nvSpPr>
        <p:spPr>
          <a:xfrm>
            <a:off x="10091058" y="163286"/>
            <a:ext cx="138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J.21</a:t>
            </a:r>
          </a:p>
          <a:p>
            <a:r>
              <a:rPr lang="es-ES" dirty="0"/>
              <a:t>24/01/2026</a:t>
            </a:r>
          </a:p>
        </p:txBody>
      </p: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C0AE35A1-6B8C-C745-9EA1-13055F421F83}"/>
              </a:ext>
            </a:extLst>
          </p:cNvPr>
          <p:cNvGrpSpPr/>
          <p:nvPr/>
        </p:nvGrpSpPr>
        <p:grpSpPr>
          <a:xfrm>
            <a:off x="9909946" y="2794000"/>
            <a:ext cx="876300" cy="1187450"/>
            <a:chOff x="9909946" y="2794000"/>
            <a:chExt cx="876300" cy="1187450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B92854A2-740B-2A43-8D7A-978023C15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09946" y="2794000"/>
              <a:ext cx="876300" cy="1187450"/>
            </a:xfrm>
            <a:prstGeom prst="rect">
              <a:avLst/>
            </a:prstGeom>
          </p:spPr>
        </p:pic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7F432218-2C82-0044-9ABB-3B0C56CB1AA1}"/>
                </a:ext>
              </a:extLst>
            </p:cNvPr>
            <p:cNvSpPr txBox="1"/>
            <p:nvPr/>
          </p:nvSpPr>
          <p:spPr>
            <a:xfrm>
              <a:off x="10112226" y="3572616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4446499D-5DE4-644B-A504-ED4AE92A034A}"/>
              </a:ext>
            </a:extLst>
          </p:cNvPr>
          <p:cNvGrpSpPr/>
          <p:nvPr/>
        </p:nvGrpSpPr>
        <p:grpSpPr>
          <a:xfrm>
            <a:off x="8156718" y="4101142"/>
            <a:ext cx="2120372" cy="1168400"/>
            <a:chOff x="8156718" y="1804260"/>
            <a:chExt cx="2120372" cy="1168400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DF2651F3-B165-5E4A-9EC3-F3A6979A01A2}"/>
                </a:ext>
              </a:extLst>
            </p:cNvPr>
            <p:cNvGrpSpPr/>
            <p:nvPr/>
          </p:nvGrpSpPr>
          <p:grpSpPr>
            <a:xfrm>
              <a:off x="9003875" y="1842655"/>
              <a:ext cx="1273215" cy="1106662"/>
              <a:chOff x="2118167" y="437558"/>
              <a:chExt cx="1273215" cy="1106662"/>
            </a:xfrm>
          </p:grpSpPr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FA11168E-BD47-3B49-BDFA-D4BC3961FFF7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tx1"/>
                    </a:solidFill>
                  </a:rPr>
                  <a:t>JOSE LEÓN (30)</a:t>
                </a:r>
              </a:p>
            </p:txBody>
          </p:sp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22D232BB-2BAD-1D4F-8F65-F1843CDE391B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757142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/>
                  <a:t>DIESTRO</a:t>
                </a:r>
              </a:p>
              <a:p>
                <a:pPr algn="ctr"/>
                <a:r>
                  <a:rPr lang="es-ES" sz="1400" dirty="0"/>
                  <a:t>PJ TITULAR: 12</a:t>
                </a:r>
              </a:p>
              <a:p>
                <a:pPr algn="ctr"/>
                <a:r>
                  <a:rPr lang="es-ES" sz="1400" dirty="0"/>
                  <a:t>185-82KG</a:t>
                </a:r>
              </a:p>
            </p:txBody>
          </p:sp>
        </p:grpSp>
        <p:pic>
          <p:nvPicPr>
            <p:cNvPr id="75" name="Imagen 74">
              <a:extLst>
                <a:ext uri="{FF2B5EF4-FFF2-40B4-BE49-F238E27FC236}">
                  <a16:creationId xmlns:a16="http://schemas.microsoft.com/office/drawing/2014/main" id="{70D47503-0B3A-CC44-B39C-D2DFEEEB6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56718" y="1804260"/>
              <a:ext cx="774700" cy="1168400"/>
            </a:xfrm>
            <a:prstGeom prst="rect">
              <a:avLst/>
            </a:prstGeom>
          </p:spPr>
        </p:pic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79FF4449-BD01-374F-ABE4-15CE59B69DD9}"/>
                </a:ext>
              </a:extLst>
            </p:cNvPr>
            <p:cNvSpPr txBox="1"/>
            <p:nvPr/>
          </p:nvSpPr>
          <p:spPr>
            <a:xfrm>
              <a:off x="8312025" y="2561035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E604F707-9E11-0946-87C5-BE5B6F7E8ED7}"/>
              </a:ext>
            </a:extLst>
          </p:cNvPr>
          <p:cNvGrpSpPr/>
          <p:nvPr/>
        </p:nvGrpSpPr>
        <p:grpSpPr>
          <a:xfrm>
            <a:off x="5883418" y="5489446"/>
            <a:ext cx="6096000" cy="1221597"/>
            <a:chOff x="5883418" y="5489446"/>
            <a:chExt cx="6096000" cy="1221597"/>
          </a:xfrm>
        </p:grpSpPr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F5BE2CB5-08A2-1747-B4F4-64EC5F89C3CA}"/>
                </a:ext>
              </a:extLst>
            </p:cNvPr>
            <p:cNvGrpSpPr/>
            <p:nvPr/>
          </p:nvGrpSpPr>
          <p:grpSpPr>
            <a:xfrm>
              <a:off x="7393506" y="5489446"/>
              <a:ext cx="2148719" cy="1221597"/>
              <a:chOff x="7354097" y="349519"/>
              <a:chExt cx="2148719" cy="1221597"/>
            </a:xfrm>
          </p:grpSpPr>
          <p:grpSp>
            <p:nvGrpSpPr>
              <p:cNvPr id="99" name="Grupo 98">
                <a:extLst>
                  <a:ext uri="{FF2B5EF4-FFF2-40B4-BE49-F238E27FC236}">
                    <a16:creationId xmlns:a16="http://schemas.microsoft.com/office/drawing/2014/main" id="{4AB62848-2544-904C-8023-AEF864AF8E61}"/>
                  </a:ext>
                </a:extLst>
              </p:cNvPr>
              <p:cNvGrpSpPr/>
              <p:nvPr/>
            </p:nvGrpSpPr>
            <p:grpSpPr>
              <a:xfrm>
                <a:off x="7354097" y="349519"/>
                <a:ext cx="2148719" cy="1221597"/>
                <a:chOff x="7354097" y="349519"/>
                <a:chExt cx="2148719" cy="1221597"/>
              </a:xfrm>
            </p:grpSpPr>
            <p:grpSp>
              <p:nvGrpSpPr>
                <p:cNvPr id="26" name="Grupo 25">
                  <a:extLst>
                    <a:ext uri="{FF2B5EF4-FFF2-40B4-BE49-F238E27FC236}">
                      <a16:creationId xmlns:a16="http://schemas.microsoft.com/office/drawing/2014/main" id="{A7196FF1-7025-444B-B96D-AA37A5F36953}"/>
                    </a:ext>
                  </a:extLst>
                </p:cNvPr>
                <p:cNvGrpSpPr/>
                <p:nvPr/>
              </p:nvGrpSpPr>
              <p:grpSpPr>
                <a:xfrm>
                  <a:off x="8229601" y="349519"/>
                  <a:ext cx="1273215" cy="1221597"/>
                  <a:chOff x="2118167" y="437558"/>
                  <a:chExt cx="1273215" cy="1221597"/>
                </a:xfrm>
              </p:grpSpPr>
              <p:sp>
                <p:nvSpPr>
                  <p:cNvPr id="27" name="Rectángulo 26">
                    <a:extLst>
                      <a:ext uri="{FF2B5EF4-FFF2-40B4-BE49-F238E27FC236}">
                        <a16:creationId xmlns:a16="http://schemas.microsoft.com/office/drawing/2014/main" id="{01B7F781-0CFD-3A48-AFE8-431DBF16481C}"/>
                      </a:ext>
                    </a:extLst>
                  </p:cNvPr>
                  <p:cNvSpPr/>
                  <p:nvPr/>
                </p:nvSpPr>
                <p:spPr>
                  <a:xfrm>
                    <a:off x="2118167" y="437558"/>
                    <a:ext cx="1273215" cy="335665"/>
                  </a:xfrm>
                  <a:prstGeom prst="rect">
                    <a:avLst/>
                  </a:prstGeom>
                  <a:solidFill>
                    <a:srgbClr val="FFFF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1100" dirty="0">
                        <a:solidFill>
                          <a:schemeClr val="tx1"/>
                        </a:solidFill>
                      </a:rPr>
                      <a:t>D. RODRIGUEZ (25)</a:t>
                    </a:r>
                  </a:p>
                </p:txBody>
              </p:sp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B60C22A1-A58C-B941-98C4-B531AFE25D86}"/>
                      </a:ext>
                    </a:extLst>
                  </p:cNvPr>
                  <p:cNvSpPr/>
                  <p:nvPr/>
                </p:nvSpPr>
                <p:spPr>
                  <a:xfrm>
                    <a:off x="2118167" y="787078"/>
                    <a:ext cx="1273215" cy="872077"/>
                  </a:xfrm>
                  <a:prstGeom prst="rect">
                    <a:avLst/>
                  </a:prstGeom>
                  <a:solidFill>
                    <a:srgbClr val="00B05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pic>
              <p:nvPicPr>
                <p:cNvPr id="79" name="Imagen 78">
                  <a:extLst>
                    <a:ext uri="{FF2B5EF4-FFF2-40B4-BE49-F238E27FC236}">
                      <a16:creationId xmlns:a16="http://schemas.microsoft.com/office/drawing/2014/main" id="{81FF3849-1BE8-4940-95A3-AD452F2BB4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54097" y="395460"/>
                  <a:ext cx="742950" cy="1143000"/>
                </a:xfrm>
                <a:prstGeom prst="rect">
                  <a:avLst/>
                </a:prstGeom>
              </p:spPr>
            </p:pic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EF999F6B-DAC7-0D40-AE6D-8791F734B9E7}"/>
                  </a:ext>
                </a:extLst>
              </p:cNvPr>
              <p:cNvSpPr txBox="1"/>
              <p:nvPr/>
            </p:nvSpPr>
            <p:spPr>
              <a:xfrm>
                <a:off x="7494904" y="1148108"/>
                <a:ext cx="483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/>
                  <a:t>2</a:t>
                </a:r>
              </a:p>
            </p:txBody>
          </p:sp>
        </p:grpSp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BDEA4D47-066D-1744-8444-9995113E732A}"/>
                </a:ext>
              </a:extLst>
            </p:cNvPr>
            <p:cNvSpPr/>
            <p:nvPr/>
          </p:nvSpPr>
          <p:spPr>
            <a:xfrm>
              <a:off x="5883418" y="5860127"/>
              <a:ext cx="6096000" cy="7386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20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179-67KG</a:t>
              </a:r>
            </a:p>
          </p:txBody>
        </p:sp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D4DCA3F2-29A3-AD42-9DAA-E09CC837027E}"/>
              </a:ext>
            </a:extLst>
          </p:cNvPr>
          <p:cNvGrpSpPr/>
          <p:nvPr/>
        </p:nvGrpSpPr>
        <p:grpSpPr>
          <a:xfrm>
            <a:off x="2212555" y="5381997"/>
            <a:ext cx="6096000" cy="1345370"/>
            <a:chOff x="2212555" y="5512629"/>
            <a:chExt cx="6096000" cy="1345370"/>
          </a:xfrm>
        </p:grpSpPr>
        <p:grpSp>
          <p:nvGrpSpPr>
            <p:cNvPr id="105" name="Grupo 104">
              <a:extLst>
                <a:ext uri="{FF2B5EF4-FFF2-40B4-BE49-F238E27FC236}">
                  <a16:creationId xmlns:a16="http://schemas.microsoft.com/office/drawing/2014/main" id="{D73AFDE3-B0A3-D54E-9758-B9B8300707DA}"/>
                </a:ext>
              </a:extLst>
            </p:cNvPr>
            <p:cNvGrpSpPr/>
            <p:nvPr/>
          </p:nvGrpSpPr>
          <p:grpSpPr>
            <a:xfrm>
              <a:off x="3650920" y="5512629"/>
              <a:ext cx="2259987" cy="1345370"/>
              <a:chOff x="1218207" y="5489555"/>
              <a:chExt cx="2259987" cy="1345370"/>
            </a:xfrm>
          </p:grpSpPr>
          <p:grpSp>
            <p:nvGrpSpPr>
              <p:cNvPr id="87" name="Grupo 86">
                <a:extLst>
                  <a:ext uri="{FF2B5EF4-FFF2-40B4-BE49-F238E27FC236}">
                    <a16:creationId xmlns:a16="http://schemas.microsoft.com/office/drawing/2014/main" id="{74E3A6C7-912D-484D-8A90-BF249F6C38F9}"/>
                  </a:ext>
                </a:extLst>
              </p:cNvPr>
              <p:cNvGrpSpPr/>
              <p:nvPr/>
            </p:nvGrpSpPr>
            <p:grpSpPr>
              <a:xfrm>
                <a:off x="1218207" y="5489555"/>
                <a:ext cx="2259987" cy="1345370"/>
                <a:chOff x="1218207" y="5489555"/>
                <a:chExt cx="2259987" cy="1345370"/>
              </a:xfrm>
            </p:grpSpPr>
            <p:grpSp>
              <p:nvGrpSpPr>
                <p:cNvPr id="11" name="Grupo 10">
                  <a:extLst>
                    <a:ext uri="{FF2B5EF4-FFF2-40B4-BE49-F238E27FC236}">
                      <a16:creationId xmlns:a16="http://schemas.microsoft.com/office/drawing/2014/main" id="{CB6BC884-27C6-8049-BD15-333D3292DD72}"/>
                    </a:ext>
                  </a:extLst>
                </p:cNvPr>
                <p:cNvGrpSpPr/>
                <p:nvPr/>
              </p:nvGrpSpPr>
              <p:grpSpPr>
                <a:xfrm>
                  <a:off x="2204979" y="5489555"/>
                  <a:ext cx="1273215" cy="1345370"/>
                  <a:chOff x="2118167" y="437558"/>
                  <a:chExt cx="1273215" cy="1345370"/>
                </a:xfrm>
              </p:grpSpPr>
              <p:sp>
                <p:nvSpPr>
                  <p:cNvPr id="12" name="Rectángulo 11">
                    <a:extLst>
                      <a:ext uri="{FF2B5EF4-FFF2-40B4-BE49-F238E27FC236}">
                        <a16:creationId xmlns:a16="http://schemas.microsoft.com/office/drawing/2014/main" id="{ADB1BEFD-8EEB-5A4D-B945-CB7BF44A518E}"/>
                      </a:ext>
                    </a:extLst>
                  </p:cNvPr>
                  <p:cNvSpPr/>
                  <p:nvPr/>
                </p:nvSpPr>
                <p:spPr>
                  <a:xfrm>
                    <a:off x="2118167" y="437558"/>
                    <a:ext cx="1273215" cy="335665"/>
                  </a:xfrm>
                  <a:prstGeom prst="rect">
                    <a:avLst/>
                  </a:prstGeom>
                  <a:solidFill>
                    <a:srgbClr val="FFFF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1200" dirty="0">
                        <a:solidFill>
                          <a:schemeClr val="tx1"/>
                        </a:solidFill>
                      </a:rPr>
                      <a:t>NACHO GIL (30)</a:t>
                    </a:r>
                  </a:p>
                </p:txBody>
              </p:sp>
              <p:sp>
                <p:nvSpPr>
                  <p:cNvPr id="13" name="Rectángulo 12">
                    <a:extLst>
                      <a:ext uri="{FF2B5EF4-FFF2-40B4-BE49-F238E27FC236}">
                        <a16:creationId xmlns:a16="http://schemas.microsoft.com/office/drawing/2014/main" id="{E55306EF-77C1-9F49-B978-77939B5364ED}"/>
                      </a:ext>
                    </a:extLst>
                  </p:cNvPr>
                  <p:cNvSpPr/>
                  <p:nvPr/>
                </p:nvSpPr>
                <p:spPr>
                  <a:xfrm>
                    <a:off x="2118167" y="787077"/>
                    <a:ext cx="1273215" cy="995851"/>
                  </a:xfrm>
                  <a:prstGeom prst="rect">
                    <a:avLst/>
                  </a:prstGeom>
                  <a:solidFill>
                    <a:srgbClr val="00B05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pic>
              <p:nvPicPr>
                <p:cNvPr id="61" name="Imagen 60">
                  <a:extLst>
                    <a:ext uri="{FF2B5EF4-FFF2-40B4-BE49-F238E27FC236}">
                      <a16:creationId xmlns:a16="http://schemas.microsoft.com/office/drawing/2014/main" id="{1E0C8E8F-9C21-5544-809A-995E0DA0BC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18207" y="5517042"/>
                  <a:ext cx="939800" cy="1231900"/>
                </a:xfrm>
                <a:prstGeom prst="rect">
                  <a:avLst/>
                </a:prstGeom>
              </p:spPr>
            </p:pic>
          </p:grpSp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3F051C85-F855-2844-B859-9C400E5B1834}"/>
                  </a:ext>
                </a:extLst>
              </p:cNvPr>
              <p:cNvSpPr txBox="1"/>
              <p:nvPr/>
            </p:nvSpPr>
            <p:spPr>
              <a:xfrm>
                <a:off x="1467719" y="6362037"/>
                <a:ext cx="483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/>
                  <a:t>10</a:t>
                </a:r>
              </a:p>
            </p:txBody>
          </p:sp>
        </p:grp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5A97BD41-FD10-BE4C-A73D-E62F0E372E75}"/>
                </a:ext>
              </a:extLst>
            </p:cNvPr>
            <p:cNvSpPr/>
            <p:nvPr/>
          </p:nvSpPr>
          <p:spPr>
            <a:xfrm>
              <a:off x="2212555" y="5850293"/>
              <a:ext cx="6096000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20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170-69KG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GOLES: 4</a:t>
              </a:r>
            </a:p>
          </p:txBody>
        </p: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6F269AE4-E113-0246-B71C-618ED7C5265B}"/>
              </a:ext>
            </a:extLst>
          </p:cNvPr>
          <p:cNvGrpSpPr/>
          <p:nvPr/>
        </p:nvGrpSpPr>
        <p:grpSpPr>
          <a:xfrm>
            <a:off x="3523894" y="3663493"/>
            <a:ext cx="6096000" cy="1562235"/>
            <a:chOff x="3523894" y="3663493"/>
            <a:chExt cx="6096000" cy="1562235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ABEF6E71-986E-BC4F-87FA-2D5D20E14B61}"/>
                </a:ext>
              </a:extLst>
            </p:cNvPr>
            <p:cNvGrpSpPr/>
            <p:nvPr/>
          </p:nvGrpSpPr>
          <p:grpSpPr>
            <a:xfrm>
              <a:off x="4888557" y="3663493"/>
              <a:ext cx="2319945" cy="1562235"/>
              <a:chOff x="5519929" y="3946525"/>
              <a:chExt cx="2319945" cy="1562235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428DB98D-C9BF-5E49-B28F-1FFB4BEB273B}"/>
                  </a:ext>
                </a:extLst>
              </p:cNvPr>
              <p:cNvGrpSpPr/>
              <p:nvPr/>
            </p:nvGrpSpPr>
            <p:grpSpPr>
              <a:xfrm>
                <a:off x="6566659" y="4142891"/>
                <a:ext cx="1273215" cy="1365869"/>
                <a:chOff x="2232469" y="388571"/>
                <a:chExt cx="1273215" cy="1365869"/>
              </a:xfrm>
            </p:grpSpPr>
            <p:sp>
              <p:nvSpPr>
                <p:cNvPr id="21" name="Rectángulo 20">
                  <a:extLst>
                    <a:ext uri="{FF2B5EF4-FFF2-40B4-BE49-F238E27FC236}">
                      <a16:creationId xmlns:a16="http://schemas.microsoft.com/office/drawing/2014/main" id="{0ADB6C6C-1FD8-D746-8FC8-4BFA5530C055}"/>
                    </a:ext>
                  </a:extLst>
                </p:cNvPr>
                <p:cNvSpPr/>
                <p:nvPr/>
              </p:nvSpPr>
              <p:spPr>
                <a:xfrm>
                  <a:off x="2232469" y="388571"/>
                  <a:ext cx="1273215" cy="335665"/>
                </a:xfrm>
                <a:prstGeom prst="rect">
                  <a:avLst/>
                </a:prstGeom>
                <a:solidFill>
                  <a:srgbClr val="FFFF00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1200" dirty="0">
                      <a:solidFill>
                        <a:schemeClr val="tx1"/>
                      </a:solidFill>
                    </a:rPr>
                    <a:t>AITOR SANZ (41)</a:t>
                  </a:r>
                </a:p>
              </p:txBody>
            </p:sp>
            <p:sp>
              <p:nvSpPr>
                <p:cNvPr id="22" name="Rectángulo 21">
                  <a:extLst>
                    <a:ext uri="{FF2B5EF4-FFF2-40B4-BE49-F238E27FC236}">
                      <a16:creationId xmlns:a16="http://schemas.microsoft.com/office/drawing/2014/main" id="{A0112E7F-E29D-AB4A-9A0C-0265B0685ABE}"/>
                    </a:ext>
                  </a:extLst>
                </p:cNvPr>
                <p:cNvSpPr/>
                <p:nvPr/>
              </p:nvSpPr>
              <p:spPr>
                <a:xfrm>
                  <a:off x="2232469" y="738091"/>
                  <a:ext cx="1273215" cy="1016349"/>
                </a:xfrm>
                <a:prstGeom prst="rect">
                  <a:avLst/>
                </a:prstGeom>
                <a:solidFill>
                  <a:srgbClr val="00B050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4B014081-F055-914B-BB65-1B490848F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9929" y="3946525"/>
                <a:ext cx="1022350" cy="1301750"/>
              </a:xfrm>
              <a:prstGeom prst="rect">
                <a:avLst/>
              </a:prstGeom>
            </p:spPr>
          </p:pic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424B30A7-1624-6C47-8BA6-CD4A8364AD64}"/>
                  </a:ext>
                </a:extLst>
              </p:cNvPr>
              <p:cNvSpPr txBox="1"/>
              <p:nvPr/>
            </p:nvSpPr>
            <p:spPr>
              <a:xfrm>
                <a:off x="5800436" y="4822539"/>
                <a:ext cx="483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/>
                  <a:t>16</a:t>
                </a:r>
              </a:p>
            </p:txBody>
          </p:sp>
        </p:grpSp>
        <p:sp>
          <p:nvSpPr>
            <p:cNvPr id="117" name="Rectángulo 116">
              <a:extLst>
                <a:ext uri="{FF2B5EF4-FFF2-40B4-BE49-F238E27FC236}">
                  <a16:creationId xmlns:a16="http://schemas.microsoft.com/office/drawing/2014/main" id="{87595646-837C-0C44-9480-8603D7ACD621}"/>
                </a:ext>
              </a:extLst>
            </p:cNvPr>
            <p:cNvSpPr/>
            <p:nvPr/>
          </p:nvSpPr>
          <p:spPr>
            <a:xfrm>
              <a:off x="3523894" y="4271621"/>
              <a:ext cx="6096000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15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181-71KG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GOLES: 2</a:t>
              </a:r>
            </a:p>
          </p:txBody>
        </p:sp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D97508C7-4685-1948-956E-827CA6C6DA99}"/>
              </a:ext>
            </a:extLst>
          </p:cNvPr>
          <p:cNvGrpSpPr/>
          <p:nvPr/>
        </p:nvGrpSpPr>
        <p:grpSpPr>
          <a:xfrm>
            <a:off x="-112158" y="3701254"/>
            <a:ext cx="6096000" cy="1607725"/>
            <a:chOff x="-112158" y="3701254"/>
            <a:chExt cx="6096000" cy="1607725"/>
          </a:xfrm>
        </p:grpSpPr>
        <p:grpSp>
          <p:nvGrpSpPr>
            <p:cNvPr id="102" name="Grupo 101">
              <a:extLst>
                <a:ext uri="{FF2B5EF4-FFF2-40B4-BE49-F238E27FC236}">
                  <a16:creationId xmlns:a16="http://schemas.microsoft.com/office/drawing/2014/main" id="{1A1BCF3E-75A1-3540-94AD-C0DE8B8CE55C}"/>
                </a:ext>
              </a:extLst>
            </p:cNvPr>
            <p:cNvGrpSpPr/>
            <p:nvPr/>
          </p:nvGrpSpPr>
          <p:grpSpPr>
            <a:xfrm>
              <a:off x="1410797" y="3701254"/>
              <a:ext cx="2161653" cy="1607725"/>
              <a:chOff x="393020" y="2683378"/>
              <a:chExt cx="2161653" cy="1607725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406F4FF6-E225-4F49-8B8E-10959FFB2465}"/>
                  </a:ext>
                </a:extLst>
              </p:cNvPr>
              <p:cNvGrpSpPr/>
              <p:nvPr/>
            </p:nvGrpSpPr>
            <p:grpSpPr>
              <a:xfrm>
                <a:off x="393020" y="2683378"/>
                <a:ext cx="2161653" cy="1607725"/>
                <a:chOff x="393020" y="2683378"/>
                <a:chExt cx="2161653" cy="1607725"/>
              </a:xfrm>
            </p:grpSpPr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373922B7-DD41-0D43-B9BA-BFF033406F8F}"/>
                    </a:ext>
                  </a:extLst>
                </p:cNvPr>
                <p:cNvGrpSpPr/>
                <p:nvPr/>
              </p:nvGrpSpPr>
              <p:grpSpPr>
                <a:xfrm>
                  <a:off x="1281458" y="2955051"/>
                  <a:ext cx="1273215" cy="1336052"/>
                  <a:chOff x="2118167" y="437558"/>
                  <a:chExt cx="1273215" cy="1336052"/>
                </a:xfrm>
              </p:grpSpPr>
              <p:sp>
                <p:nvSpPr>
                  <p:cNvPr id="15" name="Rectángulo 14">
                    <a:extLst>
                      <a:ext uri="{FF2B5EF4-FFF2-40B4-BE49-F238E27FC236}">
                        <a16:creationId xmlns:a16="http://schemas.microsoft.com/office/drawing/2014/main" id="{388E882B-598C-9840-A04E-2950846390E4}"/>
                      </a:ext>
                    </a:extLst>
                  </p:cNvPr>
                  <p:cNvSpPr/>
                  <p:nvPr/>
                </p:nvSpPr>
                <p:spPr>
                  <a:xfrm>
                    <a:off x="2118167" y="437558"/>
                    <a:ext cx="1273215" cy="335665"/>
                  </a:xfrm>
                  <a:prstGeom prst="rect">
                    <a:avLst/>
                  </a:prstGeom>
                  <a:solidFill>
                    <a:srgbClr val="FFFF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1000" dirty="0">
                        <a:solidFill>
                          <a:schemeClr val="tx1"/>
                        </a:solidFill>
                      </a:rPr>
                      <a:t>ENRIC GALLEGO (39)</a:t>
                    </a:r>
                  </a:p>
                </p:txBody>
              </p:sp>
              <p:sp>
                <p:nvSpPr>
                  <p:cNvPr id="16" name="Rectángulo 15">
                    <a:extLst>
                      <a:ext uri="{FF2B5EF4-FFF2-40B4-BE49-F238E27FC236}">
                        <a16:creationId xmlns:a16="http://schemas.microsoft.com/office/drawing/2014/main" id="{25273EB8-F839-FC40-B69C-2AED41928E78}"/>
                      </a:ext>
                    </a:extLst>
                  </p:cNvPr>
                  <p:cNvSpPr/>
                  <p:nvPr/>
                </p:nvSpPr>
                <p:spPr>
                  <a:xfrm>
                    <a:off x="2118167" y="787078"/>
                    <a:ext cx="1273215" cy="986532"/>
                  </a:xfrm>
                  <a:prstGeom prst="rect">
                    <a:avLst/>
                  </a:prstGeom>
                  <a:solidFill>
                    <a:srgbClr val="00B05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pic>
              <p:nvPicPr>
                <p:cNvPr id="43" name="Imagen 42">
                  <a:extLst>
                    <a:ext uri="{FF2B5EF4-FFF2-40B4-BE49-F238E27FC236}">
                      <a16:creationId xmlns:a16="http://schemas.microsoft.com/office/drawing/2014/main" id="{528EEE83-DE42-E14E-97CE-45574D1698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3020" y="2683378"/>
                  <a:ext cx="863600" cy="1231900"/>
                </a:xfrm>
                <a:prstGeom prst="rect">
                  <a:avLst/>
                </a:prstGeom>
              </p:spPr>
            </p:pic>
          </p:grpSp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5B810D5D-38AB-C045-A0E2-C37E74C07FE0}"/>
                  </a:ext>
                </a:extLst>
              </p:cNvPr>
              <p:cNvSpPr txBox="1"/>
              <p:nvPr/>
            </p:nvSpPr>
            <p:spPr>
              <a:xfrm>
                <a:off x="597652" y="3494315"/>
                <a:ext cx="483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/>
                  <a:t>18</a:t>
                </a:r>
              </a:p>
            </p:txBody>
          </p:sp>
        </p:grpSp>
        <p:sp>
          <p:nvSpPr>
            <p:cNvPr id="118" name="Rectángulo 117">
              <a:extLst>
                <a:ext uri="{FF2B5EF4-FFF2-40B4-BE49-F238E27FC236}">
                  <a16:creationId xmlns:a16="http://schemas.microsoft.com/office/drawing/2014/main" id="{6B79FBC2-785D-844D-8B32-540B366016AE}"/>
                </a:ext>
              </a:extLst>
            </p:cNvPr>
            <p:cNvSpPr/>
            <p:nvPr/>
          </p:nvSpPr>
          <p:spPr>
            <a:xfrm>
              <a:off x="-112158" y="4353237"/>
              <a:ext cx="6096000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ZURDO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18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189-90KG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GOLES: 9</a:t>
              </a: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C30BF9B8-1FFF-8B42-8923-DB6606038FC6}"/>
              </a:ext>
            </a:extLst>
          </p:cNvPr>
          <p:cNvGrpSpPr/>
          <p:nvPr/>
        </p:nvGrpSpPr>
        <p:grpSpPr>
          <a:xfrm>
            <a:off x="-196253" y="1708332"/>
            <a:ext cx="6096000" cy="1448414"/>
            <a:chOff x="-196253" y="1708332"/>
            <a:chExt cx="6096000" cy="1448414"/>
          </a:xfrm>
        </p:grpSpPr>
        <p:grpSp>
          <p:nvGrpSpPr>
            <p:cNvPr id="103" name="Grupo 102">
              <a:extLst>
                <a:ext uri="{FF2B5EF4-FFF2-40B4-BE49-F238E27FC236}">
                  <a16:creationId xmlns:a16="http://schemas.microsoft.com/office/drawing/2014/main" id="{AC7BA074-8103-3746-9185-A7C9FDC13555}"/>
                </a:ext>
              </a:extLst>
            </p:cNvPr>
            <p:cNvGrpSpPr/>
            <p:nvPr/>
          </p:nvGrpSpPr>
          <p:grpSpPr>
            <a:xfrm>
              <a:off x="1348725" y="1708332"/>
              <a:ext cx="2161408" cy="1448414"/>
              <a:chOff x="2996925" y="2657978"/>
              <a:chExt cx="2161408" cy="1448414"/>
            </a:xfrm>
          </p:grpSpPr>
          <p:grpSp>
            <p:nvGrpSpPr>
              <p:cNvPr id="101" name="Grupo 100">
                <a:extLst>
                  <a:ext uri="{FF2B5EF4-FFF2-40B4-BE49-F238E27FC236}">
                    <a16:creationId xmlns:a16="http://schemas.microsoft.com/office/drawing/2014/main" id="{A34EAA62-229C-7546-A3D5-394B492260F4}"/>
                  </a:ext>
                </a:extLst>
              </p:cNvPr>
              <p:cNvGrpSpPr/>
              <p:nvPr/>
            </p:nvGrpSpPr>
            <p:grpSpPr>
              <a:xfrm>
                <a:off x="2996925" y="2657978"/>
                <a:ext cx="2161408" cy="1448414"/>
                <a:chOff x="2996925" y="2657978"/>
                <a:chExt cx="2161408" cy="1448414"/>
              </a:xfrm>
            </p:grpSpPr>
            <p:grpSp>
              <p:nvGrpSpPr>
                <p:cNvPr id="17" name="Grupo 16">
                  <a:extLst>
                    <a:ext uri="{FF2B5EF4-FFF2-40B4-BE49-F238E27FC236}">
                      <a16:creationId xmlns:a16="http://schemas.microsoft.com/office/drawing/2014/main" id="{8BEF12D8-BCF3-9C4C-B725-0CCDFD447F73}"/>
                    </a:ext>
                  </a:extLst>
                </p:cNvPr>
                <p:cNvGrpSpPr/>
                <p:nvPr/>
              </p:nvGrpSpPr>
              <p:grpSpPr>
                <a:xfrm>
                  <a:off x="3885118" y="2775432"/>
                  <a:ext cx="1273215" cy="1330960"/>
                  <a:chOff x="2167154" y="257939"/>
                  <a:chExt cx="1273215" cy="1330960"/>
                </a:xfrm>
              </p:grpSpPr>
              <p:sp>
                <p:nvSpPr>
                  <p:cNvPr id="18" name="Rectángulo 17">
                    <a:extLst>
                      <a:ext uri="{FF2B5EF4-FFF2-40B4-BE49-F238E27FC236}">
                        <a16:creationId xmlns:a16="http://schemas.microsoft.com/office/drawing/2014/main" id="{BA21321E-F450-8941-B80D-5CFE4F949458}"/>
                      </a:ext>
                    </a:extLst>
                  </p:cNvPr>
                  <p:cNvSpPr/>
                  <p:nvPr/>
                </p:nvSpPr>
                <p:spPr>
                  <a:xfrm>
                    <a:off x="2167154" y="257939"/>
                    <a:ext cx="1273215" cy="335665"/>
                  </a:xfrm>
                  <a:prstGeom prst="rect">
                    <a:avLst/>
                  </a:prstGeom>
                  <a:solidFill>
                    <a:srgbClr val="FFFF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1100" dirty="0">
                        <a:solidFill>
                          <a:schemeClr val="tx1"/>
                        </a:solidFill>
                      </a:rPr>
                      <a:t>J. DE MIGUEL (29)</a:t>
                    </a:r>
                  </a:p>
                </p:txBody>
              </p:sp>
              <p:sp>
                <p:nvSpPr>
                  <p:cNvPr id="19" name="Rectángulo 18">
                    <a:extLst>
                      <a:ext uri="{FF2B5EF4-FFF2-40B4-BE49-F238E27FC236}">
                        <a16:creationId xmlns:a16="http://schemas.microsoft.com/office/drawing/2014/main" id="{A8E717BE-884C-D64C-B0F5-B09C54800B99}"/>
                      </a:ext>
                    </a:extLst>
                  </p:cNvPr>
                  <p:cNvSpPr/>
                  <p:nvPr/>
                </p:nvSpPr>
                <p:spPr>
                  <a:xfrm>
                    <a:off x="2167154" y="607459"/>
                    <a:ext cx="1273215" cy="981440"/>
                  </a:xfrm>
                  <a:prstGeom prst="rect">
                    <a:avLst/>
                  </a:prstGeom>
                  <a:solidFill>
                    <a:srgbClr val="00B05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pic>
              <p:nvPicPr>
                <p:cNvPr id="47" name="Imagen 46">
                  <a:extLst>
                    <a:ext uri="{FF2B5EF4-FFF2-40B4-BE49-F238E27FC236}">
                      <a16:creationId xmlns:a16="http://schemas.microsoft.com/office/drawing/2014/main" id="{EF24550A-5622-A844-835A-27B3AC59BA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96925" y="2657978"/>
                  <a:ext cx="857250" cy="1257300"/>
                </a:xfrm>
                <a:prstGeom prst="rect">
                  <a:avLst/>
                </a:prstGeom>
              </p:spPr>
            </p:pic>
          </p:grpSp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98B4DA5C-A8CC-1247-8B88-097DB13077D8}"/>
                  </a:ext>
                </a:extLst>
              </p:cNvPr>
              <p:cNvSpPr txBox="1"/>
              <p:nvPr/>
            </p:nvSpPr>
            <p:spPr>
              <a:xfrm>
                <a:off x="3189795" y="3494182"/>
                <a:ext cx="483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/>
                  <a:t>9</a:t>
                </a:r>
              </a:p>
            </p:txBody>
          </p:sp>
        </p:grpSp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D86759C9-C97F-9C48-9AC3-9FCCFB788A55}"/>
                </a:ext>
              </a:extLst>
            </p:cNvPr>
            <p:cNvSpPr/>
            <p:nvPr/>
          </p:nvSpPr>
          <p:spPr>
            <a:xfrm>
              <a:off x="-196253" y="2181300"/>
              <a:ext cx="6096000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17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189-75KG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GOLES: 8</a:t>
              </a:r>
            </a:p>
          </p:txBody>
        </p:sp>
      </p:grp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7FD48401-196E-5241-B289-ADB194A8906B}"/>
              </a:ext>
            </a:extLst>
          </p:cNvPr>
          <p:cNvGrpSpPr/>
          <p:nvPr/>
        </p:nvGrpSpPr>
        <p:grpSpPr>
          <a:xfrm>
            <a:off x="2073114" y="294896"/>
            <a:ext cx="6096000" cy="1257144"/>
            <a:chOff x="2073114" y="294896"/>
            <a:chExt cx="6096000" cy="1257144"/>
          </a:xfrm>
        </p:grpSpPr>
        <p:grpSp>
          <p:nvGrpSpPr>
            <p:cNvPr id="104" name="Grupo 103">
              <a:extLst>
                <a:ext uri="{FF2B5EF4-FFF2-40B4-BE49-F238E27FC236}">
                  <a16:creationId xmlns:a16="http://schemas.microsoft.com/office/drawing/2014/main" id="{70D21E6F-479E-CF49-AF6F-04A337D36BD6}"/>
                </a:ext>
              </a:extLst>
            </p:cNvPr>
            <p:cNvGrpSpPr/>
            <p:nvPr/>
          </p:nvGrpSpPr>
          <p:grpSpPr>
            <a:xfrm>
              <a:off x="3585622" y="294896"/>
              <a:ext cx="2174281" cy="1251762"/>
              <a:chOff x="1151509" y="235216"/>
              <a:chExt cx="2174281" cy="1251762"/>
            </a:xfrm>
          </p:grpSpPr>
          <p:grpSp>
            <p:nvGrpSpPr>
              <p:cNvPr id="86" name="Grupo 85">
                <a:extLst>
                  <a:ext uri="{FF2B5EF4-FFF2-40B4-BE49-F238E27FC236}">
                    <a16:creationId xmlns:a16="http://schemas.microsoft.com/office/drawing/2014/main" id="{B31255E7-B453-5B42-A8ED-AE9076CAF53E}"/>
                  </a:ext>
                </a:extLst>
              </p:cNvPr>
              <p:cNvGrpSpPr/>
              <p:nvPr/>
            </p:nvGrpSpPr>
            <p:grpSpPr>
              <a:xfrm>
                <a:off x="1151509" y="235216"/>
                <a:ext cx="2174281" cy="1251762"/>
                <a:chOff x="1151509" y="235216"/>
                <a:chExt cx="2174281" cy="1251762"/>
              </a:xfrm>
            </p:grpSpPr>
            <p:grpSp>
              <p:nvGrpSpPr>
                <p:cNvPr id="10" name="Grupo 9">
                  <a:extLst>
                    <a:ext uri="{FF2B5EF4-FFF2-40B4-BE49-F238E27FC236}">
                      <a16:creationId xmlns:a16="http://schemas.microsoft.com/office/drawing/2014/main" id="{5B5226FB-FA5D-9641-ADAA-2DDB59879EEA}"/>
                    </a:ext>
                  </a:extLst>
                </p:cNvPr>
                <p:cNvGrpSpPr/>
                <p:nvPr/>
              </p:nvGrpSpPr>
              <p:grpSpPr>
                <a:xfrm>
                  <a:off x="2052575" y="235216"/>
                  <a:ext cx="1273215" cy="1251762"/>
                  <a:chOff x="2118167" y="323255"/>
                  <a:chExt cx="1273215" cy="1251762"/>
                </a:xfrm>
              </p:grpSpPr>
              <p:sp>
                <p:nvSpPr>
                  <p:cNvPr id="8" name="Rectángulo 7">
                    <a:extLst>
                      <a:ext uri="{FF2B5EF4-FFF2-40B4-BE49-F238E27FC236}">
                        <a16:creationId xmlns:a16="http://schemas.microsoft.com/office/drawing/2014/main" id="{22B6BD36-B0B2-A048-825D-D986AADBDFAB}"/>
                      </a:ext>
                    </a:extLst>
                  </p:cNvPr>
                  <p:cNvSpPr/>
                  <p:nvPr/>
                </p:nvSpPr>
                <p:spPr>
                  <a:xfrm>
                    <a:off x="2118167" y="323255"/>
                    <a:ext cx="1273215" cy="335665"/>
                  </a:xfrm>
                  <a:prstGeom prst="rect">
                    <a:avLst/>
                  </a:prstGeom>
                  <a:solidFill>
                    <a:srgbClr val="FFFF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1400" dirty="0">
                        <a:solidFill>
                          <a:schemeClr val="tx1"/>
                        </a:solidFill>
                      </a:rPr>
                      <a:t>ALASSAN (23)</a:t>
                    </a:r>
                  </a:p>
                </p:txBody>
              </p:sp>
              <p:sp>
                <p:nvSpPr>
                  <p:cNvPr id="9" name="Rectángulo 8">
                    <a:extLst>
                      <a:ext uri="{FF2B5EF4-FFF2-40B4-BE49-F238E27FC236}">
                        <a16:creationId xmlns:a16="http://schemas.microsoft.com/office/drawing/2014/main" id="{92E8C0A5-B33C-0140-B504-22EC083133A6}"/>
                      </a:ext>
                    </a:extLst>
                  </p:cNvPr>
                  <p:cNvSpPr/>
                  <p:nvPr/>
                </p:nvSpPr>
                <p:spPr>
                  <a:xfrm>
                    <a:off x="2118167" y="672775"/>
                    <a:ext cx="1273215" cy="902242"/>
                  </a:xfrm>
                  <a:prstGeom prst="rect">
                    <a:avLst/>
                  </a:prstGeom>
                  <a:solidFill>
                    <a:srgbClr val="00B05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pic>
              <p:nvPicPr>
                <p:cNvPr id="53" name="Imagen 52">
                  <a:extLst>
                    <a:ext uri="{FF2B5EF4-FFF2-40B4-BE49-F238E27FC236}">
                      <a16:creationId xmlns:a16="http://schemas.microsoft.com/office/drawing/2014/main" id="{09592418-5BF2-4549-B4DD-2898DE3882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1509" y="239539"/>
                  <a:ext cx="863600" cy="1073150"/>
                </a:xfrm>
                <a:prstGeom prst="rect">
                  <a:avLst/>
                </a:prstGeom>
              </p:spPr>
            </p:pic>
          </p:grpSp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0CFCBD8D-F95A-7F47-A50F-95EBFD08E945}"/>
                  </a:ext>
                </a:extLst>
              </p:cNvPr>
              <p:cNvSpPr txBox="1"/>
              <p:nvPr/>
            </p:nvSpPr>
            <p:spPr>
              <a:xfrm>
                <a:off x="1371598" y="936171"/>
                <a:ext cx="483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/>
                  <a:t>20</a:t>
                </a:r>
              </a:p>
            </p:txBody>
          </p:sp>
        </p:grp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FEE8BBFF-C634-8B45-9D26-0E276B251D4C}"/>
                </a:ext>
              </a:extLst>
            </p:cNvPr>
            <p:cNvSpPr/>
            <p:nvPr/>
          </p:nvSpPr>
          <p:spPr>
            <a:xfrm>
              <a:off x="2073114" y="597933"/>
              <a:ext cx="6096000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14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177-63KG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GOLES: 1</a:t>
              </a:r>
            </a:p>
          </p:txBody>
        </p:sp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47A0D545-0B5F-054D-81D9-BD74AA63D0A9}"/>
              </a:ext>
            </a:extLst>
          </p:cNvPr>
          <p:cNvGrpSpPr/>
          <p:nvPr/>
        </p:nvGrpSpPr>
        <p:grpSpPr>
          <a:xfrm>
            <a:off x="5825480" y="162126"/>
            <a:ext cx="6096000" cy="1263536"/>
            <a:chOff x="5825480" y="162126"/>
            <a:chExt cx="6096000" cy="1263536"/>
          </a:xfrm>
        </p:grpSpPr>
        <p:grpSp>
          <p:nvGrpSpPr>
            <p:cNvPr id="107" name="Grupo 106">
              <a:extLst>
                <a:ext uri="{FF2B5EF4-FFF2-40B4-BE49-F238E27FC236}">
                  <a16:creationId xmlns:a16="http://schemas.microsoft.com/office/drawing/2014/main" id="{C157E750-257D-AF4D-9BAC-200A4BF13B95}"/>
                </a:ext>
              </a:extLst>
            </p:cNvPr>
            <p:cNvGrpSpPr/>
            <p:nvPr/>
          </p:nvGrpSpPr>
          <p:grpSpPr>
            <a:xfrm>
              <a:off x="7409179" y="162126"/>
              <a:ext cx="2103760" cy="1258613"/>
              <a:chOff x="7399057" y="5342594"/>
              <a:chExt cx="2103760" cy="1258613"/>
            </a:xfrm>
          </p:grpSpPr>
          <p:grpSp>
            <p:nvGrpSpPr>
              <p:cNvPr id="85" name="Grupo 84">
                <a:extLst>
                  <a:ext uri="{FF2B5EF4-FFF2-40B4-BE49-F238E27FC236}">
                    <a16:creationId xmlns:a16="http://schemas.microsoft.com/office/drawing/2014/main" id="{F52910D2-E4B1-4D43-B0B5-51159239AEDC}"/>
                  </a:ext>
                </a:extLst>
              </p:cNvPr>
              <p:cNvGrpSpPr/>
              <p:nvPr/>
            </p:nvGrpSpPr>
            <p:grpSpPr>
              <a:xfrm>
                <a:off x="7399057" y="5342594"/>
                <a:ext cx="2103760" cy="1258613"/>
                <a:chOff x="7399057" y="5342594"/>
                <a:chExt cx="2103760" cy="1258613"/>
              </a:xfrm>
            </p:grpSpPr>
            <p:grpSp>
              <p:nvGrpSpPr>
                <p:cNvPr id="35" name="Grupo 34">
                  <a:extLst>
                    <a:ext uri="{FF2B5EF4-FFF2-40B4-BE49-F238E27FC236}">
                      <a16:creationId xmlns:a16="http://schemas.microsoft.com/office/drawing/2014/main" id="{51E02143-005D-6D40-953B-57A660BDE456}"/>
                    </a:ext>
                  </a:extLst>
                </p:cNvPr>
                <p:cNvGrpSpPr/>
                <p:nvPr/>
              </p:nvGrpSpPr>
              <p:grpSpPr>
                <a:xfrm>
                  <a:off x="8229602" y="5342594"/>
                  <a:ext cx="1273215" cy="1258613"/>
                  <a:chOff x="2118167" y="290597"/>
                  <a:chExt cx="1273215" cy="1258613"/>
                </a:xfrm>
              </p:grpSpPr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36425B42-72CE-F948-9B85-E01A6A394E09}"/>
                      </a:ext>
                    </a:extLst>
                  </p:cNvPr>
                  <p:cNvSpPr/>
                  <p:nvPr/>
                </p:nvSpPr>
                <p:spPr>
                  <a:xfrm>
                    <a:off x="2118167" y="290597"/>
                    <a:ext cx="1273215" cy="335665"/>
                  </a:xfrm>
                  <a:prstGeom prst="rect">
                    <a:avLst/>
                  </a:prstGeom>
                  <a:solidFill>
                    <a:srgbClr val="FFFF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1000" dirty="0">
                        <a:solidFill>
                          <a:schemeClr val="tx1"/>
                        </a:solidFill>
                      </a:rPr>
                      <a:t>CESAR ALVAREZ (22)</a:t>
                    </a:r>
                  </a:p>
                </p:txBody>
              </p:sp>
              <p:sp>
                <p:nvSpPr>
                  <p:cNvPr id="37" name="Rectángulo 36">
                    <a:extLst>
                      <a:ext uri="{FF2B5EF4-FFF2-40B4-BE49-F238E27FC236}">
                        <a16:creationId xmlns:a16="http://schemas.microsoft.com/office/drawing/2014/main" id="{FAAC336C-861A-7A48-891B-4D3F96A244C2}"/>
                      </a:ext>
                    </a:extLst>
                  </p:cNvPr>
                  <p:cNvSpPr/>
                  <p:nvPr/>
                </p:nvSpPr>
                <p:spPr>
                  <a:xfrm>
                    <a:off x="2118167" y="640117"/>
                    <a:ext cx="1273215" cy="909093"/>
                  </a:xfrm>
                  <a:prstGeom prst="rect">
                    <a:avLst/>
                  </a:prstGeom>
                  <a:solidFill>
                    <a:srgbClr val="00B05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pic>
              <p:nvPicPr>
                <p:cNvPr id="71" name="Imagen 70">
                  <a:extLst>
                    <a:ext uri="{FF2B5EF4-FFF2-40B4-BE49-F238E27FC236}">
                      <a16:creationId xmlns:a16="http://schemas.microsoft.com/office/drawing/2014/main" id="{B2F679AC-4BC5-5B40-8196-A155369E43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99057" y="5375435"/>
                  <a:ext cx="736600" cy="1104900"/>
                </a:xfrm>
                <a:prstGeom prst="rect">
                  <a:avLst/>
                </a:prstGeom>
              </p:spPr>
            </p:pic>
          </p:grpSp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8BD84ED6-B2CC-6C4C-83CC-E7FF8EC0142B}"/>
                  </a:ext>
                </a:extLst>
              </p:cNvPr>
              <p:cNvSpPr txBox="1"/>
              <p:nvPr/>
            </p:nvSpPr>
            <p:spPr>
              <a:xfrm>
                <a:off x="7550392" y="6075070"/>
                <a:ext cx="483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/>
                  <a:t>19</a:t>
                </a:r>
              </a:p>
            </p:txBody>
          </p:sp>
        </p:grpSp>
        <p:sp>
          <p:nvSpPr>
            <p:cNvPr id="121" name="Rectángulo 120">
              <a:extLst>
                <a:ext uri="{FF2B5EF4-FFF2-40B4-BE49-F238E27FC236}">
                  <a16:creationId xmlns:a16="http://schemas.microsoft.com/office/drawing/2014/main" id="{99CBB108-25FB-C542-95F5-71341F526C16}"/>
                </a:ext>
              </a:extLst>
            </p:cNvPr>
            <p:cNvSpPr/>
            <p:nvPr/>
          </p:nvSpPr>
          <p:spPr>
            <a:xfrm>
              <a:off x="5825480" y="471555"/>
              <a:ext cx="6096000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11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173-69KG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GOLES: 1</a:t>
              </a:r>
            </a:p>
          </p:txBody>
        </p:sp>
      </p:grp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A636C021-C208-9347-9307-712179F74C2B}"/>
              </a:ext>
            </a:extLst>
          </p:cNvPr>
          <p:cNvGrpSpPr/>
          <p:nvPr/>
        </p:nvGrpSpPr>
        <p:grpSpPr>
          <a:xfrm>
            <a:off x="3389998" y="1810376"/>
            <a:ext cx="6096000" cy="1340198"/>
            <a:chOff x="3389998" y="1810376"/>
            <a:chExt cx="6096000" cy="1340198"/>
          </a:xfrm>
        </p:grpSpPr>
        <p:grpSp>
          <p:nvGrpSpPr>
            <p:cNvPr id="113" name="Grupo 112">
              <a:extLst>
                <a:ext uri="{FF2B5EF4-FFF2-40B4-BE49-F238E27FC236}">
                  <a16:creationId xmlns:a16="http://schemas.microsoft.com/office/drawing/2014/main" id="{E71E1D6A-858A-324F-B423-3D8BC3E5ED61}"/>
                </a:ext>
              </a:extLst>
            </p:cNvPr>
            <p:cNvGrpSpPr/>
            <p:nvPr/>
          </p:nvGrpSpPr>
          <p:grpSpPr>
            <a:xfrm>
              <a:off x="4953453" y="1810376"/>
              <a:ext cx="2140747" cy="1340198"/>
              <a:chOff x="5584825" y="1570885"/>
              <a:chExt cx="2140747" cy="1340198"/>
            </a:xfrm>
          </p:grpSpPr>
          <p:grpSp>
            <p:nvGrpSpPr>
              <p:cNvPr id="100" name="Grupo 99">
                <a:extLst>
                  <a:ext uri="{FF2B5EF4-FFF2-40B4-BE49-F238E27FC236}">
                    <a16:creationId xmlns:a16="http://schemas.microsoft.com/office/drawing/2014/main" id="{34B1DB7E-5995-E140-BAE5-1E22FAD0789B}"/>
                  </a:ext>
                </a:extLst>
              </p:cNvPr>
              <p:cNvGrpSpPr/>
              <p:nvPr/>
            </p:nvGrpSpPr>
            <p:grpSpPr>
              <a:xfrm>
                <a:off x="5584825" y="1570885"/>
                <a:ext cx="2140747" cy="1340198"/>
                <a:chOff x="5584825" y="1570885"/>
                <a:chExt cx="2140747" cy="1340198"/>
              </a:xfrm>
            </p:grpSpPr>
            <p:grpSp>
              <p:nvGrpSpPr>
                <p:cNvPr id="23" name="Grupo 22">
                  <a:extLst>
                    <a:ext uri="{FF2B5EF4-FFF2-40B4-BE49-F238E27FC236}">
                      <a16:creationId xmlns:a16="http://schemas.microsoft.com/office/drawing/2014/main" id="{1E8F16F1-C888-ED4A-AC74-0F358FE3A270}"/>
                    </a:ext>
                  </a:extLst>
                </p:cNvPr>
                <p:cNvGrpSpPr/>
                <p:nvPr/>
              </p:nvGrpSpPr>
              <p:grpSpPr>
                <a:xfrm>
                  <a:off x="6452357" y="1620252"/>
                  <a:ext cx="1273215" cy="1290831"/>
                  <a:chOff x="2118167" y="339584"/>
                  <a:chExt cx="1273215" cy="1290831"/>
                </a:xfrm>
              </p:grpSpPr>
              <p:sp>
                <p:nvSpPr>
                  <p:cNvPr id="24" name="Rectángulo 23">
                    <a:extLst>
                      <a:ext uri="{FF2B5EF4-FFF2-40B4-BE49-F238E27FC236}">
                        <a16:creationId xmlns:a16="http://schemas.microsoft.com/office/drawing/2014/main" id="{F6821D55-A022-B049-B74D-6C34C4E21DBE}"/>
                      </a:ext>
                    </a:extLst>
                  </p:cNvPr>
                  <p:cNvSpPr/>
                  <p:nvPr/>
                </p:nvSpPr>
                <p:spPr>
                  <a:xfrm>
                    <a:off x="2118167" y="339584"/>
                    <a:ext cx="1273215" cy="335665"/>
                  </a:xfrm>
                  <a:prstGeom prst="rect">
                    <a:avLst/>
                  </a:prstGeom>
                  <a:solidFill>
                    <a:srgbClr val="FFFF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1400" dirty="0">
                        <a:solidFill>
                          <a:schemeClr val="tx1"/>
                        </a:solidFill>
                      </a:rPr>
                      <a:t>FABRICIO (27)</a:t>
                    </a:r>
                  </a:p>
                </p:txBody>
              </p:sp>
              <p:sp>
                <p:nvSpPr>
                  <p:cNvPr id="25" name="Rectángulo 24">
                    <a:extLst>
                      <a:ext uri="{FF2B5EF4-FFF2-40B4-BE49-F238E27FC236}">
                        <a16:creationId xmlns:a16="http://schemas.microsoft.com/office/drawing/2014/main" id="{510D0979-E600-4749-AD5F-1D2E65898B84}"/>
                      </a:ext>
                    </a:extLst>
                  </p:cNvPr>
                  <p:cNvSpPr/>
                  <p:nvPr/>
                </p:nvSpPr>
                <p:spPr>
                  <a:xfrm>
                    <a:off x="2118167" y="689104"/>
                    <a:ext cx="1273215" cy="941311"/>
                  </a:xfrm>
                  <a:prstGeom prst="rect">
                    <a:avLst/>
                  </a:prstGeom>
                  <a:solidFill>
                    <a:srgbClr val="00B05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50EA6D8F-9A33-014D-81BB-3AF0345D53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84825" y="1570885"/>
                  <a:ext cx="806450" cy="1079500"/>
                </a:xfrm>
                <a:prstGeom prst="rect">
                  <a:avLst/>
                </a:prstGeom>
              </p:spPr>
            </p:pic>
          </p:grpSp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8684D2CC-6913-A948-9145-9684310C1F91}"/>
                  </a:ext>
                </a:extLst>
              </p:cNvPr>
              <p:cNvSpPr txBox="1"/>
              <p:nvPr/>
            </p:nvSpPr>
            <p:spPr>
              <a:xfrm>
                <a:off x="5746387" y="2279261"/>
                <a:ext cx="483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/>
                  <a:t>15</a:t>
                </a:r>
              </a:p>
            </p:txBody>
          </p:sp>
        </p:grpSp>
        <p:sp>
          <p:nvSpPr>
            <p:cNvPr id="122" name="Rectángulo 121">
              <a:extLst>
                <a:ext uri="{FF2B5EF4-FFF2-40B4-BE49-F238E27FC236}">
                  <a16:creationId xmlns:a16="http://schemas.microsoft.com/office/drawing/2014/main" id="{AC7D6455-1D58-5E4D-A7A3-6373719B562B}"/>
                </a:ext>
              </a:extLst>
            </p:cNvPr>
            <p:cNvSpPr/>
            <p:nvPr/>
          </p:nvSpPr>
          <p:spPr>
            <a:xfrm>
              <a:off x="3389998" y="2186633"/>
              <a:ext cx="6096000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9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170-71KG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GOLES: 3</a:t>
              </a:r>
            </a:p>
          </p:txBody>
        </p:sp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D5A53F5F-62EA-C243-B8F0-CA4DCD3FE8B1}"/>
              </a:ext>
            </a:extLst>
          </p:cNvPr>
          <p:cNvGrpSpPr/>
          <p:nvPr/>
        </p:nvGrpSpPr>
        <p:grpSpPr>
          <a:xfrm>
            <a:off x="6603557" y="1547831"/>
            <a:ext cx="6096000" cy="1299195"/>
            <a:chOff x="6603557" y="1547831"/>
            <a:chExt cx="6096000" cy="1299195"/>
          </a:xfrm>
        </p:grpSpPr>
        <p:grpSp>
          <p:nvGrpSpPr>
            <p:cNvPr id="112" name="Grupo 111">
              <a:extLst>
                <a:ext uri="{FF2B5EF4-FFF2-40B4-BE49-F238E27FC236}">
                  <a16:creationId xmlns:a16="http://schemas.microsoft.com/office/drawing/2014/main" id="{8BE917C1-EF13-804A-8E6E-551D3FBF35F4}"/>
                </a:ext>
              </a:extLst>
            </p:cNvPr>
            <p:cNvGrpSpPr/>
            <p:nvPr/>
          </p:nvGrpSpPr>
          <p:grpSpPr>
            <a:xfrm>
              <a:off x="8043997" y="1547831"/>
              <a:ext cx="2244213" cy="1275166"/>
              <a:chOff x="8049207" y="3823723"/>
              <a:chExt cx="2244213" cy="1275166"/>
            </a:xfrm>
          </p:grpSpPr>
          <p:grpSp>
            <p:nvGrpSpPr>
              <p:cNvPr id="32" name="Grupo 31">
                <a:extLst>
                  <a:ext uri="{FF2B5EF4-FFF2-40B4-BE49-F238E27FC236}">
                    <a16:creationId xmlns:a16="http://schemas.microsoft.com/office/drawing/2014/main" id="{628DF73A-A5D2-BE41-AA70-E90E46F36BC0}"/>
                  </a:ext>
                </a:extLst>
              </p:cNvPr>
              <p:cNvGrpSpPr/>
              <p:nvPr/>
            </p:nvGrpSpPr>
            <p:grpSpPr>
              <a:xfrm>
                <a:off x="9020205" y="3841589"/>
                <a:ext cx="1273215" cy="1257300"/>
                <a:chOff x="2134496" y="306926"/>
                <a:chExt cx="1273215" cy="1257300"/>
              </a:xfrm>
            </p:grpSpPr>
            <p:sp>
              <p:nvSpPr>
                <p:cNvPr id="33" name="Rectángulo 32">
                  <a:extLst>
                    <a:ext uri="{FF2B5EF4-FFF2-40B4-BE49-F238E27FC236}">
                      <a16:creationId xmlns:a16="http://schemas.microsoft.com/office/drawing/2014/main" id="{C55C174B-CCCF-2540-A3D3-115829A4D8D5}"/>
                    </a:ext>
                  </a:extLst>
                </p:cNvPr>
                <p:cNvSpPr/>
                <p:nvPr/>
              </p:nvSpPr>
              <p:spPr>
                <a:xfrm>
                  <a:off x="2134496" y="306926"/>
                  <a:ext cx="1273215" cy="335665"/>
                </a:xfrm>
                <a:prstGeom prst="rect">
                  <a:avLst/>
                </a:prstGeom>
                <a:solidFill>
                  <a:srgbClr val="FFFF00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1200" dirty="0">
                      <a:solidFill>
                        <a:schemeClr val="tx1"/>
                      </a:solidFill>
                    </a:rPr>
                    <a:t>LANDAZURI (28)</a:t>
                  </a:r>
                </a:p>
              </p:txBody>
            </p:sp>
            <p:sp>
              <p:nvSpPr>
                <p:cNvPr id="34" name="Rectángulo 33">
                  <a:extLst>
                    <a:ext uri="{FF2B5EF4-FFF2-40B4-BE49-F238E27FC236}">
                      <a16:creationId xmlns:a16="http://schemas.microsoft.com/office/drawing/2014/main" id="{48A68CBF-F23E-414E-A089-43B34E92F652}"/>
                    </a:ext>
                  </a:extLst>
                </p:cNvPr>
                <p:cNvSpPr/>
                <p:nvPr/>
              </p:nvSpPr>
              <p:spPr>
                <a:xfrm>
                  <a:off x="2134496" y="656446"/>
                  <a:ext cx="1273215" cy="907780"/>
                </a:xfrm>
                <a:prstGeom prst="rect">
                  <a:avLst/>
                </a:prstGeom>
                <a:solidFill>
                  <a:srgbClr val="00B050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C87B314D-DB04-4E40-905E-98B9DFACA032}"/>
                  </a:ext>
                </a:extLst>
              </p:cNvPr>
              <p:cNvGrpSpPr/>
              <p:nvPr/>
            </p:nvGrpSpPr>
            <p:grpSpPr>
              <a:xfrm>
                <a:off x="8049207" y="3823723"/>
                <a:ext cx="965200" cy="1257300"/>
                <a:chOff x="8049207" y="3823723"/>
                <a:chExt cx="965200" cy="1257300"/>
              </a:xfrm>
            </p:grpSpPr>
            <p:pic>
              <p:nvPicPr>
                <p:cNvPr id="73" name="Imagen 72">
                  <a:extLst>
                    <a:ext uri="{FF2B5EF4-FFF2-40B4-BE49-F238E27FC236}">
                      <a16:creationId xmlns:a16="http://schemas.microsoft.com/office/drawing/2014/main" id="{A652687C-C4D0-8549-A1B3-B5436D81C9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49207" y="3823723"/>
                  <a:ext cx="965200" cy="1257300"/>
                </a:xfrm>
                <a:prstGeom prst="rect">
                  <a:avLst/>
                </a:prstGeom>
              </p:spPr>
            </p:pic>
            <p:sp>
              <p:nvSpPr>
                <p:cNvPr id="96" name="CuadroTexto 95">
                  <a:extLst>
                    <a:ext uri="{FF2B5EF4-FFF2-40B4-BE49-F238E27FC236}">
                      <a16:creationId xmlns:a16="http://schemas.microsoft.com/office/drawing/2014/main" id="{8B5F3829-4B29-E243-A6E8-306A061E2D9A}"/>
                    </a:ext>
                  </a:extLst>
                </p:cNvPr>
                <p:cNvSpPr txBox="1"/>
                <p:nvPr/>
              </p:nvSpPr>
              <p:spPr>
                <a:xfrm>
                  <a:off x="8313400" y="4669061"/>
                  <a:ext cx="4831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/>
                    <a:t>12</a:t>
                  </a:r>
                </a:p>
              </p:txBody>
            </p:sp>
          </p:grpSp>
        </p:grpSp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ACFB62CA-8DC3-9645-8D4A-460A71E2CDAB}"/>
                </a:ext>
              </a:extLst>
            </p:cNvPr>
            <p:cNvSpPr/>
            <p:nvPr/>
          </p:nvSpPr>
          <p:spPr>
            <a:xfrm>
              <a:off x="6603557" y="1892919"/>
              <a:ext cx="6096000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19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179-73KG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GOLES: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173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F0C72EE-68E3-7D4F-B3CA-71DDA835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5B5226FB-FA5D-9641-ADAA-2DDB59879EEA}"/>
              </a:ext>
            </a:extLst>
          </p:cNvPr>
          <p:cNvGrpSpPr/>
          <p:nvPr/>
        </p:nvGrpSpPr>
        <p:grpSpPr>
          <a:xfrm>
            <a:off x="2052575" y="349519"/>
            <a:ext cx="1273215" cy="1183733"/>
            <a:chOff x="2118167" y="437558"/>
            <a:chExt cx="1273215" cy="1183733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22B6BD36-B0B2-A048-825D-D986AADBDFAB}"/>
                </a:ext>
              </a:extLst>
            </p:cNvPr>
            <p:cNvSpPr/>
            <p:nvPr/>
          </p:nvSpPr>
          <p:spPr>
            <a:xfrm>
              <a:off x="2118167" y="437558"/>
              <a:ext cx="1273215" cy="335665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JAVI PEREZ (30)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2E8C0A5-B33C-0140-B504-22EC083133A6}"/>
                </a:ext>
              </a:extLst>
            </p:cNvPr>
            <p:cNvSpPr/>
            <p:nvPr/>
          </p:nvSpPr>
          <p:spPr>
            <a:xfrm>
              <a:off x="2118167" y="787078"/>
              <a:ext cx="1273215" cy="834213"/>
            </a:xfrm>
            <a:prstGeom prst="rect">
              <a:avLst/>
            </a:prstGeom>
            <a:solidFill>
              <a:srgbClr val="00B05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BEF12D8-BCF3-9C4C-B725-0CCDFD447F73}"/>
              </a:ext>
            </a:extLst>
          </p:cNvPr>
          <p:cNvGrpSpPr/>
          <p:nvPr/>
        </p:nvGrpSpPr>
        <p:grpSpPr>
          <a:xfrm>
            <a:off x="3836131" y="2955051"/>
            <a:ext cx="1273215" cy="1236827"/>
            <a:chOff x="2118167" y="437558"/>
            <a:chExt cx="1273215" cy="1236827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BA21321E-F450-8941-B80D-5CFE4F949458}"/>
                </a:ext>
              </a:extLst>
            </p:cNvPr>
            <p:cNvSpPr/>
            <p:nvPr/>
          </p:nvSpPr>
          <p:spPr>
            <a:xfrm>
              <a:off x="2118167" y="437558"/>
              <a:ext cx="1273215" cy="335665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MAIKEL MESA (34)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A8E717BE-884C-D64C-B0F5-B09C54800B99}"/>
                </a:ext>
              </a:extLst>
            </p:cNvPr>
            <p:cNvSpPr/>
            <p:nvPr/>
          </p:nvSpPr>
          <p:spPr>
            <a:xfrm>
              <a:off x="2118167" y="787078"/>
              <a:ext cx="1273215" cy="887307"/>
            </a:xfrm>
            <a:prstGeom prst="rect">
              <a:avLst/>
            </a:prstGeom>
            <a:solidFill>
              <a:srgbClr val="00B05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7196FF1-7025-444B-B96D-AA37A5F36953}"/>
              </a:ext>
            </a:extLst>
          </p:cNvPr>
          <p:cNvGrpSpPr/>
          <p:nvPr/>
        </p:nvGrpSpPr>
        <p:grpSpPr>
          <a:xfrm>
            <a:off x="8229601" y="218887"/>
            <a:ext cx="1273215" cy="1153701"/>
            <a:chOff x="2118167" y="437558"/>
            <a:chExt cx="1273215" cy="1153701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01B7F781-0CFD-3A48-AFE8-431DBF16481C}"/>
                </a:ext>
              </a:extLst>
            </p:cNvPr>
            <p:cNvSpPr/>
            <p:nvPr/>
          </p:nvSpPr>
          <p:spPr>
            <a:xfrm>
              <a:off x="2118167" y="437558"/>
              <a:ext cx="1273215" cy="335665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CRIS MONTES (28)</a:t>
              </a: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B60C22A1-A58C-B941-98C4-B531AFE25D86}"/>
                </a:ext>
              </a:extLst>
            </p:cNvPr>
            <p:cNvSpPr/>
            <p:nvPr/>
          </p:nvSpPr>
          <p:spPr>
            <a:xfrm>
              <a:off x="2118167" y="787078"/>
              <a:ext cx="1273215" cy="804181"/>
            </a:xfrm>
            <a:prstGeom prst="rect">
              <a:avLst/>
            </a:prstGeom>
            <a:solidFill>
              <a:srgbClr val="00B05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44" name="Imagen 43">
            <a:extLst>
              <a:ext uri="{FF2B5EF4-FFF2-40B4-BE49-F238E27FC236}">
                <a16:creationId xmlns:a16="http://schemas.microsoft.com/office/drawing/2014/main" id="{9A7107BF-EB39-854F-B336-958E5A835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510" y="2972926"/>
            <a:ext cx="812800" cy="1117600"/>
          </a:xfrm>
          <a:prstGeom prst="rect">
            <a:avLst/>
          </a:prstGeom>
        </p:spPr>
      </p:pic>
      <p:grpSp>
        <p:nvGrpSpPr>
          <p:cNvPr id="67" name="Grupo 66">
            <a:extLst>
              <a:ext uri="{FF2B5EF4-FFF2-40B4-BE49-F238E27FC236}">
                <a16:creationId xmlns:a16="http://schemas.microsoft.com/office/drawing/2014/main" id="{742A9461-4EDF-D943-AE88-33FB046ED08E}"/>
              </a:ext>
            </a:extLst>
          </p:cNvPr>
          <p:cNvGrpSpPr/>
          <p:nvPr/>
        </p:nvGrpSpPr>
        <p:grpSpPr>
          <a:xfrm>
            <a:off x="5561493" y="4177087"/>
            <a:ext cx="2164079" cy="1236559"/>
            <a:chOff x="5561493" y="4177087"/>
            <a:chExt cx="2164079" cy="1236559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428DB98D-C9BF-5E49-B28F-1FFB4BEB273B}"/>
                </a:ext>
              </a:extLst>
            </p:cNvPr>
            <p:cNvGrpSpPr/>
            <p:nvPr/>
          </p:nvGrpSpPr>
          <p:grpSpPr>
            <a:xfrm>
              <a:off x="6452357" y="4191878"/>
              <a:ext cx="1273215" cy="1221768"/>
              <a:chOff x="2118167" y="437558"/>
              <a:chExt cx="1273215" cy="1221768"/>
            </a:xfrm>
          </p:grpSpPr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0ADB6C6C-1FD8-D746-8FC8-4BFA5530C055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600" dirty="0">
                    <a:solidFill>
                      <a:schemeClr val="tx1"/>
                    </a:solidFill>
                  </a:rPr>
                  <a:t>JUANJO (25)</a:t>
                </a:r>
              </a:p>
            </p:txBody>
          </p:sp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A0112E7F-E29D-AB4A-9A0C-0265B0685ABE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872248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46" name="Imagen 45">
              <a:extLst>
                <a:ext uri="{FF2B5EF4-FFF2-40B4-BE49-F238E27FC236}">
                  <a16:creationId xmlns:a16="http://schemas.microsoft.com/office/drawing/2014/main" id="{87FEB03D-4B78-2B4D-984B-46AFDD3BD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1493" y="4177087"/>
              <a:ext cx="793750" cy="1212850"/>
            </a:xfrm>
            <a:prstGeom prst="rect">
              <a:avLst/>
            </a:prstGeom>
          </p:spPr>
        </p:pic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0CCA9A4A-6642-2F43-8E69-D38A7F1AF8D8}"/>
              </a:ext>
            </a:extLst>
          </p:cNvPr>
          <p:cNvGrpSpPr/>
          <p:nvPr/>
        </p:nvGrpSpPr>
        <p:grpSpPr>
          <a:xfrm>
            <a:off x="7338222" y="5489555"/>
            <a:ext cx="2164595" cy="1254622"/>
            <a:chOff x="7338222" y="5489555"/>
            <a:chExt cx="2164595" cy="1254622"/>
          </a:xfrm>
        </p:grpSpPr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51E02143-005D-6D40-953B-57A660BDE456}"/>
                </a:ext>
              </a:extLst>
            </p:cNvPr>
            <p:cNvGrpSpPr/>
            <p:nvPr/>
          </p:nvGrpSpPr>
          <p:grpSpPr>
            <a:xfrm>
              <a:off x="8229602" y="5489555"/>
              <a:ext cx="1273215" cy="1254622"/>
              <a:chOff x="2118167" y="437558"/>
              <a:chExt cx="1273215" cy="1254622"/>
            </a:xfrm>
          </p:grpSpPr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36425B42-72CE-F948-9B85-E01A6A394E09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100" dirty="0">
                    <a:solidFill>
                      <a:schemeClr val="tx1"/>
                    </a:solidFill>
                  </a:rPr>
                  <a:t>MARC MATEU (35)</a:t>
                </a:r>
              </a:p>
            </p:txBody>
          </p:sp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FAAC336C-861A-7A48-891B-4D3F96A244C2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905102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47" name="Imagen 46">
              <a:extLst>
                <a:ext uri="{FF2B5EF4-FFF2-40B4-BE49-F238E27FC236}">
                  <a16:creationId xmlns:a16="http://schemas.microsoft.com/office/drawing/2014/main" id="{502248D7-F0F8-674E-AE56-262CE24A8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38222" y="5517473"/>
              <a:ext cx="774700" cy="1136650"/>
            </a:xfrm>
            <a:prstGeom prst="rect">
              <a:avLst/>
            </a:prstGeom>
          </p:spPr>
        </p:pic>
      </p:grpSp>
      <p:pic>
        <p:nvPicPr>
          <p:cNvPr id="49" name="Imagen 48">
            <a:extLst>
              <a:ext uri="{FF2B5EF4-FFF2-40B4-BE49-F238E27FC236}">
                <a16:creationId xmlns:a16="http://schemas.microsoft.com/office/drawing/2014/main" id="{585B8124-8D52-1D48-B74D-63D2470F2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422" y="135600"/>
            <a:ext cx="825500" cy="11938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A8579F2B-B8B9-4D4F-8561-91E3C912CF43}"/>
              </a:ext>
            </a:extLst>
          </p:cNvPr>
          <p:cNvGrpSpPr/>
          <p:nvPr/>
        </p:nvGrpSpPr>
        <p:grpSpPr>
          <a:xfrm>
            <a:off x="1057737" y="324518"/>
            <a:ext cx="901700" cy="1200150"/>
            <a:chOff x="1057737" y="324518"/>
            <a:chExt cx="901700" cy="1200150"/>
          </a:xfrm>
        </p:grpSpPr>
        <p:pic>
          <p:nvPicPr>
            <p:cNvPr id="45" name="Imagen 44">
              <a:extLst>
                <a:ext uri="{FF2B5EF4-FFF2-40B4-BE49-F238E27FC236}">
                  <a16:creationId xmlns:a16="http://schemas.microsoft.com/office/drawing/2014/main" id="{80C8D589-32A0-5147-A6EB-D168A32B3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7737" y="324518"/>
              <a:ext cx="901700" cy="1200150"/>
            </a:xfrm>
            <a:prstGeom prst="rect">
              <a:avLst/>
            </a:prstGeom>
          </p:spPr>
        </p:pic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F45BAFD4-B86C-D943-9C60-DC0BF48A2887}"/>
                </a:ext>
              </a:extLst>
            </p:cNvPr>
            <p:cNvSpPr txBox="1"/>
            <p:nvPr/>
          </p:nvSpPr>
          <p:spPr>
            <a:xfrm>
              <a:off x="1262740" y="1115790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8</a:t>
              </a:r>
            </a:p>
          </p:txBody>
        </p:sp>
      </p:grpSp>
      <p:sp>
        <p:nvSpPr>
          <p:cNvPr id="52" name="CuadroTexto 51">
            <a:extLst>
              <a:ext uri="{FF2B5EF4-FFF2-40B4-BE49-F238E27FC236}">
                <a16:creationId xmlns:a16="http://schemas.microsoft.com/office/drawing/2014/main" id="{9352CD68-24BD-EE4A-9A76-DC25810D6C76}"/>
              </a:ext>
            </a:extLst>
          </p:cNvPr>
          <p:cNvSpPr txBox="1"/>
          <p:nvPr/>
        </p:nvSpPr>
        <p:spPr>
          <a:xfrm>
            <a:off x="7502162" y="6268787"/>
            <a:ext cx="48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21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97FF42B-73B7-444C-8F58-E13C0C60E9D7}"/>
              </a:ext>
            </a:extLst>
          </p:cNvPr>
          <p:cNvSpPr txBox="1"/>
          <p:nvPr/>
        </p:nvSpPr>
        <p:spPr>
          <a:xfrm>
            <a:off x="7473132" y="899462"/>
            <a:ext cx="48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7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98BC468-71D5-D640-8F97-B0EC22BE2C0F}"/>
              </a:ext>
            </a:extLst>
          </p:cNvPr>
          <p:cNvSpPr txBox="1"/>
          <p:nvPr/>
        </p:nvSpPr>
        <p:spPr>
          <a:xfrm>
            <a:off x="3155043" y="3691243"/>
            <a:ext cx="48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11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9BC5D12-295F-284C-9D1E-61E6A5F51456}"/>
              </a:ext>
            </a:extLst>
          </p:cNvPr>
          <p:cNvGrpSpPr/>
          <p:nvPr/>
        </p:nvGrpSpPr>
        <p:grpSpPr>
          <a:xfrm>
            <a:off x="339777" y="1903793"/>
            <a:ext cx="2214896" cy="1240520"/>
            <a:chOff x="339777" y="2951358"/>
            <a:chExt cx="2214896" cy="1240520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373922B7-DD41-0D43-B9BA-BFF033406F8F}"/>
                </a:ext>
              </a:extLst>
            </p:cNvPr>
            <p:cNvGrpSpPr/>
            <p:nvPr/>
          </p:nvGrpSpPr>
          <p:grpSpPr>
            <a:xfrm>
              <a:off x="1281458" y="2955051"/>
              <a:ext cx="1273215" cy="1236827"/>
              <a:chOff x="2118167" y="437558"/>
              <a:chExt cx="1273215" cy="1236827"/>
            </a:xfrm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388E882B-598C-9840-A04E-2950846390E4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>
                    <a:solidFill>
                      <a:schemeClr val="tx1"/>
                    </a:solidFill>
                  </a:rPr>
                  <a:t>ULLOA (22)</a:t>
                </a:r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25273EB8-F839-FC40-B69C-2AED41928E78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887307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F3732B0E-B013-B64B-8360-2BEE5331D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9777" y="2951358"/>
              <a:ext cx="908050" cy="1212850"/>
            </a:xfrm>
            <a:prstGeom prst="rect">
              <a:avLst/>
            </a:prstGeom>
          </p:spPr>
        </p:pic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C500A446-4B8E-CA48-8C26-31D0FD9904F4}"/>
                </a:ext>
              </a:extLst>
            </p:cNvPr>
            <p:cNvSpPr txBox="1"/>
            <p:nvPr/>
          </p:nvSpPr>
          <p:spPr>
            <a:xfrm>
              <a:off x="576431" y="3762089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27</a:t>
              </a:r>
            </a:p>
          </p:txBody>
        </p:sp>
      </p:grpSp>
      <p:sp>
        <p:nvSpPr>
          <p:cNvPr id="59" name="CuadroTexto 58">
            <a:extLst>
              <a:ext uri="{FF2B5EF4-FFF2-40B4-BE49-F238E27FC236}">
                <a16:creationId xmlns:a16="http://schemas.microsoft.com/office/drawing/2014/main" id="{09E3EFE0-F161-9D4B-B5C5-1E0B6448F950}"/>
              </a:ext>
            </a:extLst>
          </p:cNvPr>
          <p:cNvSpPr txBox="1"/>
          <p:nvPr/>
        </p:nvSpPr>
        <p:spPr>
          <a:xfrm>
            <a:off x="5749627" y="5009719"/>
            <a:ext cx="48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6</a:t>
            </a:r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29FC5CC6-4FD6-D94F-89A6-A5E280353577}"/>
              </a:ext>
            </a:extLst>
          </p:cNvPr>
          <p:cNvGrpSpPr/>
          <p:nvPr/>
        </p:nvGrpSpPr>
        <p:grpSpPr>
          <a:xfrm>
            <a:off x="9913846" y="2824419"/>
            <a:ext cx="2108918" cy="1236827"/>
            <a:chOff x="9913846" y="2824419"/>
            <a:chExt cx="2108918" cy="1236827"/>
          </a:xfrm>
        </p:grpSpPr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F73D6BCC-D1AB-2549-B19D-0B09EF5B1129}"/>
                </a:ext>
              </a:extLst>
            </p:cNvPr>
            <p:cNvGrpSpPr/>
            <p:nvPr/>
          </p:nvGrpSpPr>
          <p:grpSpPr>
            <a:xfrm>
              <a:off x="10749549" y="2824419"/>
              <a:ext cx="1273215" cy="1236827"/>
              <a:chOff x="2118167" y="437558"/>
              <a:chExt cx="1273215" cy="1236827"/>
            </a:xfrm>
          </p:grpSpPr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AD6E71ED-3B0C-8241-9C01-2E1DF13949ED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tx1"/>
                    </a:solidFill>
                  </a:rPr>
                  <a:t>DE VUYST (21)</a:t>
                </a:r>
              </a:p>
            </p:txBody>
          </p:sp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1D904D0E-4A31-714C-A6D5-488DE0123E4F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887307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48" name="Imagen 47">
              <a:extLst>
                <a:ext uri="{FF2B5EF4-FFF2-40B4-BE49-F238E27FC236}">
                  <a16:creationId xmlns:a16="http://schemas.microsoft.com/office/drawing/2014/main" id="{61889613-DB4C-3940-A91A-E92555C5D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913846" y="2939999"/>
              <a:ext cx="793750" cy="1092200"/>
            </a:xfrm>
            <a:prstGeom prst="rect">
              <a:avLst/>
            </a:prstGeom>
          </p:spPr>
        </p:pic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8986D19A-CD43-F54F-BE1C-377CB4DB472A}"/>
                </a:ext>
              </a:extLst>
            </p:cNvPr>
            <p:cNvSpPr txBox="1"/>
            <p:nvPr/>
          </p:nvSpPr>
          <p:spPr>
            <a:xfrm>
              <a:off x="10080053" y="3691566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bg1"/>
                  </a:solidFill>
                </a:rPr>
                <a:t>13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79FF431A-DA9B-0B44-8A20-95BFDD8DB02F}"/>
              </a:ext>
            </a:extLst>
          </p:cNvPr>
          <p:cNvGrpSpPr/>
          <p:nvPr/>
        </p:nvGrpSpPr>
        <p:grpSpPr>
          <a:xfrm>
            <a:off x="7906090" y="4055619"/>
            <a:ext cx="2371001" cy="1285331"/>
            <a:chOff x="7906090" y="3908658"/>
            <a:chExt cx="2371001" cy="1285331"/>
          </a:xfrm>
        </p:grpSpPr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628DF73A-A5D2-BE41-AA70-E90E46F36BC0}"/>
                </a:ext>
              </a:extLst>
            </p:cNvPr>
            <p:cNvGrpSpPr/>
            <p:nvPr/>
          </p:nvGrpSpPr>
          <p:grpSpPr>
            <a:xfrm>
              <a:off x="9003876" y="3972221"/>
              <a:ext cx="1273215" cy="1221768"/>
              <a:chOff x="2118167" y="437558"/>
              <a:chExt cx="1273215" cy="1221768"/>
            </a:xfrm>
          </p:grpSpPr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id="{C55C174B-CCCF-2540-A3D3-115829A4D8D5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tx1"/>
                    </a:solidFill>
                  </a:rPr>
                  <a:t>GASTON VALLES (24)</a:t>
                </a:r>
              </a:p>
            </p:txBody>
          </p:sp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48A68CBF-F23E-414E-A089-43B34E92F652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872248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1ADF59E1-9F27-0748-945B-74826807C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06090" y="3908658"/>
              <a:ext cx="1018795" cy="1212851"/>
            </a:xfrm>
            <a:prstGeom prst="rect">
              <a:avLst/>
            </a:prstGeom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75EC02CD-E35B-DC4D-982C-D9B73AE7543D}"/>
                </a:ext>
              </a:extLst>
            </p:cNvPr>
            <p:cNvSpPr txBox="1"/>
            <p:nvPr/>
          </p:nvSpPr>
          <p:spPr>
            <a:xfrm>
              <a:off x="8152161" y="4796096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sp>
        <p:nvSpPr>
          <p:cNvPr id="62" name="Rectángulo 61">
            <a:extLst>
              <a:ext uri="{FF2B5EF4-FFF2-40B4-BE49-F238E27FC236}">
                <a16:creationId xmlns:a16="http://schemas.microsoft.com/office/drawing/2014/main" id="{44EEFEA8-E23F-3E48-8DDC-A915CC2AD106}"/>
              </a:ext>
            </a:extLst>
          </p:cNvPr>
          <p:cNvSpPr/>
          <p:nvPr/>
        </p:nvSpPr>
        <p:spPr>
          <a:xfrm>
            <a:off x="-357260" y="660562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DIESTRO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PJ TITULAR</a:t>
            </a:r>
            <a:r>
              <a:rPr lang="es-ES" sz="1400">
                <a:solidFill>
                  <a:schemeClr val="bg1"/>
                </a:solidFill>
              </a:rPr>
              <a:t>: 0</a:t>
            </a:r>
            <a:endParaRPr lang="es-ES" sz="1400" dirty="0">
              <a:solidFill>
                <a:schemeClr val="bg1"/>
              </a:solidFill>
            </a:endParaRP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185-74KG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C8BBA2BD-2032-2644-8D44-64195E4DD6FE}"/>
              </a:ext>
            </a:extLst>
          </p:cNvPr>
          <p:cNvSpPr/>
          <p:nvPr/>
        </p:nvSpPr>
        <p:spPr>
          <a:xfrm>
            <a:off x="5801192" y="550238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ZURDO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PJ TITULAR: 2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163-64KG</a:t>
            </a: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75872C62-8D8F-694F-A1F4-709A86155163}"/>
              </a:ext>
            </a:extLst>
          </p:cNvPr>
          <p:cNvGrpSpPr/>
          <p:nvPr/>
        </p:nvGrpSpPr>
        <p:grpSpPr>
          <a:xfrm>
            <a:off x="4016711" y="1680211"/>
            <a:ext cx="6096000" cy="1325094"/>
            <a:chOff x="4016711" y="1680211"/>
            <a:chExt cx="6096000" cy="1325094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1E8F16F1-C888-ED4A-AC74-0F358FE3A270}"/>
                </a:ext>
              </a:extLst>
            </p:cNvPr>
            <p:cNvGrpSpPr/>
            <p:nvPr/>
          </p:nvGrpSpPr>
          <p:grpSpPr>
            <a:xfrm>
              <a:off x="6452357" y="1718226"/>
              <a:ext cx="1273215" cy="1236825"/>
              <a:chOff x="2118167" y="437558"/>
              <a:chExt cx="1273215" cy="1236825"/>
            </a:xfrm>
          </p:grpSpPr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F6821D55-A022-B049-B74D-6C34C4E21DBE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>
                    <a:solidFill>
                      <a:schemeClr val="tx1"/>
                    </a:solidFill>
                  </a:rPr>
                  <a:t>M. BALDE (22)</a:t>
                </a:r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510D0979-E600-4749-AD5F-1D2E65898B84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887305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41" name="Imagen 40">
              <a:extLst>
                <a:ext uri="{FF2B5EF4-FFF2-40B4-BE49-F238E27FC236}">
                  <a16:creationId xmlns:a16="http://schemas.microsoft.com/office/drawing/2014/main" id="{99EF0B45-26F0-884F-863D-A683FA327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17043" y="1680211"/>
              <a:ext cx="838200" cy="1257300"/>
            </a:xfrm>
            <a:prstGeom prst="rect">
              <a:avLst/>
            </a:prstGeom>
          </p:spPr>
        </p:pic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CF27687-AE52-5241-AB07-FA1572987976}"/>
                </a:ext>
              </a:extLst>
            </p:cNvPr>
            <p:cNvSpPr txBox="1"/>
            <p:nvPr/>
          </p:nvSpPr>
          <p:spPr>
            <a:xfrm>
              <a:off x="5713053" y="2522155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17</a:t>
              </a:r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B7692E46-8DE6-D449-A782-6D15C6C6CDB3}"/>
                </a:ext>
              </a:extLst>
            </p:cNvPr>
            <p:cNvSpPr/>
            <p:nvPr/>
          </p:nvSpPr>
          <p:spPr>
            <a:xfrm>
              <a:off x="4016711" y="2051198"/>
              <a:ext cx="6096000" cy="9541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3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183-76KG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GOLES: 1</a:t>
              </a:r>
            </a:p>
          </p:txBody>
        </p:sp>
      </p:grpSp>
      <p:sp>
        <p:nvSpPr>
          <p:cNvPr id="65" name="Rectángulo 64">
            <a:extLst>
              <a:ext uri="{FF2B5EF4-FFF2-40B4-BE49-F238E27FC236}">
                <a16:creationId xmlns:a16="http://schemas.microsoft.com/office/drawing/2014/main" id="{250213E5-AFC6-794D-8495-BF851E3EA2C1}"/>
              </a:ext>
            </a:extLst>
          </p:cNvPr>
          <p:cNvSpPr/>
          <p:nvPr/>
        </p:nvSpPr>
        <p:spPr>
          <a:xfrm>
            <a:off x="1434022" y="325987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DIESTRO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PJ TITULAR: 2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188-78KG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GOLES: 1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B8C38866-3CFD-1A46-85AD-5EA2090A05BF}"/>
              </a:ext>
            </a:extLst>
          </p:cNvPr>
          <p:cNvSpPr/>
          <p:nvPr/>
        </p:nvSpPr>
        <p:spPr>
          <a:xfrm>
            <a:off x="-1153879" y="2210394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DIESTRO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PJ TITULAR: 0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190-78KG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GOLES: 2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E289A47A-C9CC-B341-A01C-11C4A79B8E72}"/>
              </a:ext>
            </a:extLst>
          </p:cNvPr>
          <p:cNvGrpSpPr/>
          <p:nvPr/>
        </p:nvGrpSpPr>
        <p:grpSpPr>
          <a:xfrm>
            <a:off x="6587713" y="1599292"/>
            <a:ext cx="6096000" cy="1327150"/>
            <a:chOff x="6587713" y="1740808"/>
            <a:chExt cx="6096000" cy="1327150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DF2651F3-B165-5E4A-9EC3-F3A6979A01A2}"/>
                </a:ext>
              </a:extLst>
            </p:cNvPr>
            <p:cNvGrpSpPr/>
            <p:nvPr/>
          </p:nvGrpSpPr>
          <p:grpSpPr>
            <a:xfrm>
              <a:off x="9003875" y="1842655"/>
              <a:ext cx="1273215" cy="1210609"/>
              <a:chOff x="2118167" y="437558"/>
              <a:chExt cx="1273215" cy="1210609"/>
            </a:xfrm>
          </p:grpSpPr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FA11168E-BD47-3B49-BDFA-D4BC3961FFF7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tx1"/>
                    </a:solidFill>
                  </a:rPr>
                  <a:t>F. AGÜERO (31)</a:t>
                </a:r>
              </a:p>
            </p:txBody>
          </p:sp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22D232BB-2BAD-1D4F-8F65-F1843CDE391B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861089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50" name="Imagen 49">
              <a:extLst>
                <a:ext uri="{FF2B5EF4-FFF2-40B4-BE49-F238E27FC236}">
                  <a16:creationId xmlns:a16="http://schemas.microsoft.com/office/drawing/2014/main" id="{E7EF0064-910E-474D-BEA5-4B452D902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7526" y="1740808"/>
              <a:ext cx="857250" cy="1327150"/>
            </a:xfrm>
            <a:prstGeom prst="rect">
              <a:avLst/>
            </a:prstGeom>
          </p:spPr>
        </p:pic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945FE141-FE62-A34B-A5C7-8CBB2F8A2506}"/>
                </a:ext>
              </a:extLst>
            </p:cNvPr>
            <p:cNvSpPr txBox="1"/>
            <p:nvPr/>
          </p:nvSpPr>
          <p:spPr>
            <a:xfrm>
              <a:off x="8265483" y="2624326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9C7821E0-D63A-0149-B3AC-3430C0024BA8}"/>
                </a:ext>
              </a:extLst>
            </p:cNvPr>
            <p:cNvSpPr/>
            <p:nvPr/>
          </p:nvSpPr>
          <p:spPr>
            <a:xfrm>
              <a:off x="6587713" y="2154625"/>
              <a:ext cx="6096000" cy="7386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0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189-73KG</a:t>
              </a:r>
            </a:p>
          </p:txBody>
        </p:sp>
      </p:grpSp>
      <p:sp>
        <p:nvSpPr>
          <p:cNvPr id="75" name="Rectángulo 74">
            <a:extLst>
              <a:ext uri="{FF2B5EF4-FFF2-40B4-BE49-F238E27FC236}">
                <a16:creationId xmlns:a16="http://schemas.microsoft.com/office/drawing/2014/main" id="{62096A0F-94CE-D643-B2ED-9D8C13F4DC2A}"/>
              </a:ext>
            </a:extLst>
          </p:cNvPr>
          <p:cNvSpPr/>
          <p:nvPr/>
        </p:nvSpPr>
        <p:spPr>
          <a:xfrm>
            <a:off x="4040964" y="4493336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DIESTRO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PJ TITULAR: 15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175-70KG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2C8D1282-ED06-6D45-B9BF-090D3B688F48}"/>
              </a:ext>
            </a:extLst>
          </p:cNvPr>
          <p:cNvSpPr/>
          <p:nvPr/>
        </p:nvSpPr>
        <p:spPr>
          <a:xfrm>
            <a:off x="5818208" y="5829992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ZURDO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PJ TITULAR: 1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180-71KG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6047B792-09B3-334E-81B8-74685607C9FD}"/>
              </a:ext>
            </a:extLst>
          </p:cNvPr>
          <p:cNvSpPr/>
          <p:nvPr/>
        </p:nvSpPr>
        <p:spPr>
          <a:xfrm>
            <a:off x="6580805" y="4444788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DIESTRO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PJ TITULAR: 0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192-78KG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08460825-13CB-924C-8AC1-585BAA0A135F}"/>
              </a:ext>
            </a:extLst>
          </p:cNvPr>
          <p:cNvSpPr/>
          <p:nvPr/>
        </p:nvSpPr>
        <p:spPr>
          <a:xfrm>
            <a:off x="8330799" y="3153275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DIESTRO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PJ TITULAR: 0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188-84KG</a:t>
            </a:r>
          </a:p>
        </p:txBody>
      </p:sp>
      <p:grpSp>
        <p:nvGrpSpPr>
          <p:cNvPr id="88" name="Grupo 87">
            <a:extLst>
              <a:ext uri="{FF2B5EF4-FFF2-40B4-BE49-F238E27FC236}">
                <a16:creationId xmlns:a16="http://schemas.microsoft.com/office/drawing/2014/main" id="{7C2A2A64-D866-2A45-BD01-F92B5C2F6F2D}"/>
              </a:ext>
            </a:extLst>
          </p:cNvPr>
          <p:cNvGrpSpPr/>
          <p:nvPr/>
        </p:nvGrpSpPr>
        <p:grpSpPr>
          <a:xfrm>
            <a:off x="-1088563" y="3868302"/>
            <a:ext cx="6096000" cy="1236827"/>
            <a:chOff x="-1088563" y="3868302"/>
            <a:chExt cx="6096000" cy="1236827"/>
          </a:xfrm>
        </p:grpSpPr>
        <p:grpSp>
          <p:nvGrpSpPr>
            <p:cNvPr id="80" name="Grupo 79">
              <a:extLst>
                <a:ext uri="{FF2B5EF4-FFF2-40B4-BE49-F238E27FC236}">
                  <a16:creationId xmlns:a16="http://schemas.microsoft.com/office/drawing/2014/main" id="{C4F9703D-EE64-5D4A-A069-B0CF094BD419}"/>
                </a:ext>
              </a:extLst>
            </p:cNvPr>
            <p:cNvGrpSpPr/>
            <p:nvPr/>
          </p:nvGrpSpPr>
          <p:grpSpPr>
            <a:xfrm>
              <a:off x="1290216" y="3868302"/>
              <a:ext cx="1273215" cy="1236827"/>
              <a:chOff x="2118167" y="437558"/>
              <a:chExt cx="1273215" cy="1236827"/>
            </a:xfrm>
          </p:grpSpPr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42FE0C27-651B-3F40-AD03-8B4408C9370C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600" dirty="0">
                    <a:solidFill>
                      <a:schemeClr val="tx1"/>
                    </a:solidFill>
                  </a:rPr>
                  <a:t>JEREMY (23)</a:t>
                </a:r>
              </a:p>
            </p:txBody>
          </p:sp>
          <p:sp>
            <p:nvSpPr>
              <p:cNvPr id="84" name="Rectángulo 83">
                <a:extLst>
                  <a:ext uri="{FF2B5EF4-FFF2-40B4-BE49-F238E27FC236}">
                    <a16:creationId xmlns:a16="http://schemas.microsoft.com/office/drawing/2014/main" id="{4985E89B-AA16-F243-828C-C027FC7E7C87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887307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86" name="Imagen 85">
              <a:extLst>
                <a:ext uri="{FF2B5EF4-FFF2-40B4-BE49-F238E27FC236}">
                  <a16:creationId xmlns:a16="http://schemas.microsoft.com/office/drawing/2014/main" id="{3E3D2721-8A6D-7545-B0F8-6A4E71356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37312" y="3920330"/>
              <a:ext cx="822906" cy="1118638"/>
            </a:xfrm>
            <a:prstGeom prst="rect">
              <a:avLst/>
            </a:prstGeom>
          </p:spPr>
        </p:pic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C197EEF3-30B8-BF46-BB74-9F31DA98243A}"/>
                </a:ext>
              </a:extLst>
            </p:cNvPr>
            <p:cNvSpPr/>
            <p:nvPr/>
          </p:nvSpPr>
          <p:spPr>
            <a:xfrm>
              <a:off x="-1088563" y="4245755"/>
              <a:ext cx="6096000" cy="7386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0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169-61KG</a:t>
              </a:r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DEE204C1-255C-E64C-85B1-4A141C23063B}"/>
                </a:ext>
              </a:extLst>
            </p:cNvPr>
            <p:cNvSpPr txBox="1"/>
            <p:nvPr/>
          </p:nvSpPr>
          <p:spPr>
            <a:xfrm>
              <a:off x="605621" y="4696126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23</a:t>
              </a:r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99B953AF-8B33-894A-B2F7-84AA301D159E}"/>
              </a:ext>
            </a:extLst>
          </p:cNvPr>
          <p:cNvGrpSpPr/>
          <p:nvPr/>
        </p:nvGrpSpPr>
        <p:grpSpPr>
          <a:xfrm>
            <a:off x="3760459" y="187010"/>
            <a:ext cx="2356029" cy="1254622"/>
            <a:chOff x="1122165" y="5489555"/>
            <a:chExt cx="2356029" cy="1254622"/>
          </a:xfrm>
        </p:grpSpPr>
        <p:grpSp>
          <p:nvGrpSpPr>
            <p:cNvPr id="90" name="Grupo 89">
              <a:extLst>
                <a:ext uri="{FF2B5EF4-FFF2-40B4-BE49-F238E27FC236}">
                  <a16:creationId xmlns:a16="http://schemas.microsoft.com/office/drawing/2014/main" id="{69CB6C5E-1613-7343-8F17-D11D2D47D2A3}"/>
                </a:ext>
              </a:extLst>
            </p:cNvPr>
            <p:cNvGrpSpPr/>
            <p:nvPr/>
          </p:nvGrpSpPr>
          <p:grpSpPr>
            <a:xfrm>
              <a:off x="2204979" y="5489555"/>
              <a:ext cx="1273215" cy="1254622"/>
              <a:chOff x="2118167" y="437558"/>
              <a:chExt cx="1273215" cy="1254622"/>
            </a:xfrm>
          </p:grpSpPr>
          <p:sp>
            <p:nvSpPr>
              <p:cNvPr id="92" name="Rectángulo 91">
                <a:extLst>
                  <a:ext uri="{FF2B5EF4-FFF2-40B4-BE49-F238E27FC236}">
                    <a16:creationId xmlns:a16="http://schemas.microsoft.com/office/drawing/2014/main" id="{240E42DA-AE96-FA46-B202-B01877315094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tx1"/>
                    </a:solidFill>
                  </a:rPr>
                  <a:t>DANI FDEZ (17)</a:t>
                </a:r>
              </a:p>
            </p:txBody>
          </p:sp>
          <p:sp>
            <p:nvSpPr>
              <p:cNvPr id="93" name="Rectángulo 92">
                <a:extLst>
                  <a:ext uri="{FF2B5EF4-FFF2-40B4-BE49-F238E27FC236}">
                    <a16:creationId xmlns:a16="http://schemas.microsoft.com/office/drawing/2014/main" id="{A08AB063-735C-6F4E-A73E-0E0B8AE2EEC4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905102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91" name="Imagen 90">
              <a:extLst>
                <a:ext uri="{FF2B5EF4-FFF2-40B4-BE49-F238E27FC236}">
                  <a16:creationId xmlns:a16="http://schemas.microsoft.com/office/drawing/2014/main" id="{B63E2470-91A3-984F-934B-BB6B1DA8F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22165" y="5520216"/>
              <a:ext cx="920750" cy="1168400"/>
            </a:xfrm>
            <a:prstGeom prst="rect">
              <a:avLst/>
            </a:prstGeom>
          </p:spPr>
        </p:pic>
      </p:grpSp>
      <p:sp>
        <p:nvSpPr>
          <p:cNvPr id="94" name="CuadroTexto 93">
            <a:extLst>
              <a:ext uri="{FF2B5EF4-FFF2-40B4-BE49-F238E27FC236}">
                <a16:creationId xmlns:a16="http://schemas.microsoft.com/office/drawing/2014/main" id="{078EE6E5-2303-464F-BD3E-F4FAA5B379B2}"/>
              </a:ext>
            </a:extLst>
          </p:cNvPr>
          <p:cNvSpPr txBox="1"/>
          <p:nvPr/>
        </p:nvSpPr>
        <p:spPr>
          <a:xfrm>
            <a:off x="3989631" y="1032248"/>
            <a:ext cx="48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29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A6FA776A-AF64-514F-9F5F-EB654FD7BAE9}"/>
              </a:ext>
            </a:extLst>
          </p:cNvPr>
          <p:cNvSpPr/>
          <p:nvPr/>
        </p:nvSpPr>
        <p:spPr>
          <a:xfrm>
            <a:off x="2458384" y="520432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ZURDO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PJ TITULAR: 3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181-65KG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GOLES: 1</a:t>
            </a:r>
          </a:p>
        </p:txBody>
      </p:sp>
      <p:grpSp>
        <p:nvGrpSpPr>
          <p:cNvPr id="99" name="Grupo 98">
            <a:extLst>
              <a:ext uri="{FF2B5EF4-FFF2-40B4-BE49-F238E27FC236}">
                <a16:creationId xmlns:a16="http://schemas.microsoft.com/office/drawing/2014/main" id="{4B273021-3DAE-4E48-9A45-6DBE553F0F35}"/>
              </a:ext>
            </a:extLst>
          </p:cNvPr>
          <p:cNvGrpSpPr/>
          <p:nvPr/>
        </p:nvGrpSpPr>
        <p:grpSpPr>
          <a:xfrm>
            <a:off x="-1289237" y="5489555"/>
            <a:ext cx="6096000" cy="1254622"/>
            <a:chOff x="-242102" y="5489555"/>
            <a:chExt cx="6096000" cy="1254622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CB6BC884-27C6-8049-BD15-333D3292DD72}"/>
                </a:ext>
              </a:extLst>
            </p:cNvPr>
            <p:cNvGrpSpPr/>
            <p:nvPr/>
          </p:nvGrpSpPr>
          <p:grpSpPr>
            <a:xfrm>
              <a:off x="2204979" y="5489555"/>
              <a:ext cx="1273215" cy="1254622"/>
              <a:chOff x="2118167" y="437558"/>
              <a:chExt cx="1273215" cy="1254622"/>
            </a:xfrm>
          </p:grpSpPr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ADB1BEFD-8EEB-5A4D-B945-CB7BF44A518E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200" dirty="0">
                    <a:solidFill>
                      <a:schemeClr val="tx1"/>
                    </a:solidFill>
                  </a:rPr>
                  <a:t>NOEL LOPEZ (22)</a:t>
                </a:r>
              </a:p>
            </p:txBody>
          </p: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E55306EF-77C1-9F49-B978-77939B5364ED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905102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74" name="Rectángulo 73">
              <a:extLst>
                <a:ext uri="{FF2B5EF4-FFF2-40B4-BE49-F238E27FC236}">
                  <a16:creationId xmlns:a16="http://schemas.microsoft.com/office/drawing/2014/main" id="{7A4D2A4E-72C8-434E-87A9-FB2655FAEF8F}"/>
                </a:ext>
              </a:extLst>
            </p:cNvPr>
            <p:cNvSpPr/>
            <p:nvPr/>
          </p:nvSpPr>
          <p:spPr>
            <a:xfrm>
              <a:off x="-242102" y="5826098"/>
              <a:ext cx="6096000" cy="7386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DIESTRO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0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181-70KG</a:t>
              </a:r>
            </a:p>
          </p:txBody>
        </p:sp>
        <p:pic>
          <p:nvPicPr>
            <p:cNvPr id="97" name="Imagen 96">
              <a:extLst>
                <a:ext uri="{FF2B5EF4-FFF2-40B4-BE49-F238E27FC236}">
                  <a16:creationId xmlns:a16="http://schemas.microsoft.com/office/drawing/2014/main" id="{9399779D-ACED-3F4C-9A7B-B37322E43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72826" y="5533799"/>
              <a:ext cx="755572" cy="1145951"/>
            </a:xfrm>
            <a:prstGeom prst="rect">
              <a:avLst/>
            </a:prstGeom>
          </p:spPr>
        </p:pic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A98E61B1-54BE-134F-B88B-D6EE7F186431}"/>
                </a:ext>
              </a:extLst>
            </p:cNvPr>
            <p:cNvSpPr txBox="1"/>
            <p:nvPr/>
          </p:nvSpPr>
          <p:spPr>
            <a:xfrm>
              <a:off x="1519041" y="6282420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14</a:t>
              </a:r>
            </a:p>
          </p:txBody>
        </p:sp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FD1F18D2-D388-C141-8C05-2427D9B7F056}"/>
              </a:ext>
            </a:extLst>
          </p:cNvPr>
          <p:cNvGrpSpPr/>
          <p:nvPr/>
        </p:nvGrpSpPr>
        <p:grpSpPr>
          <a:xfrm>
            <a:off x="1984192" y="5491439"/>
            <a:ext cx="6096000" cy="1254622"/>
            <a:chOff x="-242102" y="5489555"/>
            <a:chExt cx="6096000" cy="1254622"/>
          </a:xfrm>
        </p:grpSpPr>
        <p:grpSp>
          <p:nvGrpSpPr>
            <p:cNvPr id="101" name="Grupo 100">
              <a:extLst>
                <a:ext uri="{FF2B5EF4-FFF2-40B4-BE49-F238E27FC236}">
                  <a16:creationId xmlns:a16="http://schemas.microsoft.com/office/drawing/2014/main" id="{F88F8CC4-5E53-934E-B362-B222C55BEC4E}"/>
                </a:ext>
              </a:extLst>
            </p:cNvPr>
            <p:cNvGrpSpPr/>
            <p:nvPr/>
          </p:nvGrpSpPr>
          <p:grpSpPr>
            <a:xfrm>
              <a:off x="2204979" y="5489555"/>
              <a:ext cx="1273215" cy="1254622"/>
              <a:chOff x="2118167" y="437558"/>
              <a:chExt cx="1273215" cy="1254622"/>
            </a:xfrm>
          </p:grpSpPr>
          <p:sp>
            <p:nvSpPr>
              <p:cNvPr id="105" name="Rectángulo 104">
                <a:extLst>
                  <a:ext uri="{FF2B5EF4-FFF2-40B4-BE49-F238E27FC236}">
                    <a16:creationId xmlns:a16="http://schemas.microsoft.com/office/drawing/2014/main" id="{ED58E450-66EF-244F-9B53-1FD87FB7ADB6}"/>
                  </a:ext>
                </a:extLst>
              </p:cNvPr>
              <p:cNvSpPr/>
              <p:nvPr/>
            </p:nvSpPr>
            <p:spPr>
              <a:xfrm>
                <a:off x="2118167" y="437558"/>
                <a:ext cx="1273215" cy="335665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100" dirty="0">
                    <a:solidFill>
                      <a:schemeClr val="tx1"/>
                    </a:solidFill>
                  </a:rPr>
                  <a:t>FRAN SABINA (22)</a:t>
                </a:r>
              </a:p>
            </p:txBody>
          </p:sp>
          <p:sp>
            <p:nvSpPr>
              <p:cNvPr id="106" name="Rectángulo 105">
                <a:extLst>
                  <a:ext uri="{FF2B5EF4-FFF2-40B4-BE49-F238E27FC236}">
                    <a16:creationId xmlns:a16="http://schemas.microsoft.com/office/drawing/2014/main" id="{3ABE9CBF-B944-2643-A88A-C05EC76DFC30}"/>
                  </a:ext>
                </a:extLst>
              </p:cNvPr>
              <p:cNvSpPr/>
              <p:nvPr/>
            </p:nvSpPr>
            <p:spPr>
              <a:xfrm>
                <a:off x="2118167" y="787078"/>
                <a:ext cx="1273215" cy="905102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9B6C2678-B2A0-0545-9413-477C8D032CC8}"/>
                </a:ext>
              </a:extLst>
            </p:cNvPr>
            <p:cNvSpPr/>
            <p:nvPr/>
          </p:nvSpPr>
          <p:spPr>
            <a:xfrm>
              <a:off x="-242102" y="5826098"/>
              <a:ext cx="6096000" cy="7386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ZURDO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PJ TITULAR: 0</a:t>
              </a:r>
            </a:p>
            <a:p>
              <a:pPr algn="ctr"/>
              <a:r>
                <a:rPr lang="es-ES" sz="1400" dirty="0">
                  <a:solidFill>
                    <a:schemeClr val="bg1"/>
                  </a:solidFill>
                </a:rPr>
                <a:t>178-71KG</a:t>
              </a:r>
            </a:p>
          </p:txBody>
        </p:sp>
        <p:pic>
          <p:nvPicPr>
            <p:cNvPr id="103" name="Imagen 102">
              <a:extLst>
                <a:ext uri="{FF2B5EF4-FFF2-40B4-BE49-F238E27FC236}">
                  <a16:creationId xmlns:a16="http://schemas.microsoft.com/office/drawing/2014/main" id="{4CB391D6-B1E2-4146-85B4-DA01556C5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72826" y="5533799"/>
              <a:ext cx="755572" cy="1145951"/>
            </a:xfrm>
            <a:prstGeom prst="rect">
              <a:avLst/>
            </a:prstGeom>
          </p:spPr>
        </p:pic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62122F05-F61C-AA4E-A217-30A274674F00}"/>
                </a:ext>
              </a:extLst>
            </p:cNvPr>
            <p:cNvSpPr txBox="1"/>
            <p:nvPr/>
          </p:nvSpPr>
          <p:spPr>
            <a:xfrm>
              <a:off x="1519041" y="6282420"/>
              <a:ext cx="483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0449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339</Words>
  <Application>Microsoft Macintosh PowerPoint</Application>
  <PresentationFormat>Panorámica</PresentationFormat>
  <Paragraphs>140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36</cp:revision>
  <dcterms:created xsi:type="dcterms:W3CDTF">2026-01-17T21:26:59Z</dcterms:created>
  <dcterms:modified xsi:type="dcterms:W3CDTF">2026-01-24T22:47:24Z</dcterms:modified>
</cp:coreProperties>
</file>