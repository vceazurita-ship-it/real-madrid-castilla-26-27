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1173" r:id="rId2"/>
    <p:sldId id="1184" r:id="rId3"/>
    <p:sldId id="1228" r:id="rId4"/>
    <p:sldId id="1239" r:id="rId5"/>
    <p:sldId id="1220" r:id="rId6"/>
    <p:sldId id="1250" r:id="rId7"/>
    <p:sldId id="1249" r:id="rId8"/>
    <p:sldId id="1234" r:id="rId9"/>
    <p:sldId id="1255" r:id="rId10"/>
    <p:sldId id="1218" r:id="rId11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avid Crespo Casilla" initials="DCC" lastIdx="1" clrIdx="0">
    <p:extLst>
      <p:ext uri="{19B8F6BF-5375-455C-9EA6-DF929625EA0E}">
        <p15:presenceInfo xmlns:p15="http://schemas.microsoft.com/office/powerpoint/2012/main" userId="6cd351eaa9ed61de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50000"/>
    <a:srgbClr val="FFE79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2838BEF-8BB2-4498-84A7-C5851F593DF1}" styleName="Estilo medio 4 - Énfasis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7DF18680-E054-41AD-8BC1-D1AEF772440D}" styleName="Estilo medio 2 - Énfasis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69012ECD-51FC-41F1-AA8D-1B2483CD663E}" styleName="Estilo claro 2 - Acento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Estilo claro 1 - Acent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125E5076-3810-47DD-B79F-674D7AD40C01}" styleName="Estilo oscuro 1 - Énfasis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9CF1AB2-1976-4502-BF36-3FF5EA218861}" styleName="Estilo medio 4 - Énfasis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B301B821-A1FF-4177-AEE7-76D212191A09}" styleName="Estilo medio 1 - Énfasis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E25E649-3F16-4E02-A733-19D2CDBF48F0}" styleName="Estilo medio 3 - Énfasis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18"/>
    <p:restoredTop sz="97030"/>
  </p:normalViewPr>
  <p:slideViewPr>
    <p:cSldViewPr snapToGrid="0" snapToObjects="1">
      <p:cViewPr varScale="1">
        <p:scale>
          <a:sx n="124" d="100"/>
          <a:sy n="124" d="100"/>
        </p:scale>
        <p:origin x="400" y="17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1097B4-8908-4A43-A673-DA5B37B8F5B8}" type="datetimeFigureOut">
              <a:rPr lang="es-ES" smtClean="0"/>
              <a:t>25/8/26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s-ES"/>
              <a:t>Editar los estilos de texto del patrón
Segundo nivel
Tercer nivel
Cuarto nivel
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7A227E-48E7-C343-BE4F-2FECAF107F3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756035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7A227E-48E7-C343-BE4F-2FECAF107F33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621043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96D6C2-12E9-1D7F-A193-C938833AAA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29283AF-7683-4083-5E85-ECF20495E4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0F54A65-0D35-66D9-6BE8-962E30580C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FBDC38A-E1FD-C832-F49F-16391DA1DD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7A227E-48E7-C343-BE4F-2FECAF107F33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999074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7A227E-48E7-C343-BE4F-2FECAF107F33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909763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96D6C2-12E9-1D7F-A193-C938833AAA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29283AF-7683-4083-5E85-ECF20495E4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0F54A65-0D35-66D9-6BE8-962E30580C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FBDC38A-E1FD-C832-F49F-16391DA1DD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7A227E-48E7-C343-BE4F-2FECAF107F33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281414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0345DC-4E3B-C79D-8D02-894695E1CE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EE3FFE7-FFCE-35F4-FF3A-DF7983DFC9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5FBDDAE5-55A1-79AC-D08F-A7D355FBD2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FB237C1-CFA1-9D40-0C78-A181AF4FCF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7A227E-48E7-C343-BE4F-2FECAF107F33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388944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7A227E-48E7-C343-BE4F-2FECAF107F33}" type="slidenum">
              <a:rPr lang="es-ES" smtClean="0"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861391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7A227E-48E7-C343-BE4F-2FECAF107F33}" type="slidenum">
              <a:rPr lang="es-ES" smtClean="0"/>
              <a:t>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421811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C0F706-8439-B70E-0A87-55CBD4D28C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F979D89-4372-6C4F-23A4-CEF0E01D9E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822B60E9-6900-C9F1-AF63-FCE14A788B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58D7D80-26DE-DEE1-4F13-FC5EBF4D9A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7A227E-48E7-C343-BE4F-2FECAF107F33}" type="slidenum">
              <a:rPr lang="es-ES" smtClean="0"/>
              <a:t>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647820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C0F706-8439-B70E-0A87-55CBD4D28C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F979D89-4372-6C4F-23A4-CEF0E01D9E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822B60E9-6900-C9F1-AF63-FCE14A788B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58D7D80-26DE-DEE1-4F13-FC5EBF4D9A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7A227E-48E7-C343-BE4F-2FECAF107F33}" type="slidenum">
              <a:rPr lang="es-ES" smtClean="0"/>
              <a:t>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7218703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7A227E-48E7-C343-BE4F-2FECAF107F33}" type="slidenum">
              <a:rPr lang="es-ES" smtClean="0"/>
              <a:t>10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604817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B60DF5-4C4D-5B4C-8381-BB25E48C0A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525AD56-AF01-0343-993C-25FC53AF9A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01713D4-3F67-104F-967A-A0544ABE2F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4D7F5-0710-8D4B-9366-42083D285775}" type="datetimeFigureOut">
              <a:rPr lang="es-ES" smtClean="0"/>
              <a:t>25/8/26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16E0B6B-365B-0246-8D87-66671C7B2F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8947347-558F-E745-AC1B-38CE9D8E3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C5A01-B7F0-F345-BDC3-45F9D6B757E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093039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C2941E-5E86-3740-AD9F-C07C4E543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42BB63F-C9A0-D34A-809A-2370FADBA7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/>
              <a:t>Editar los estilos de texto del patrón
Segundo nivel
Tercer nivel
Cuarto nivel
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220F30A-D432-DD42-BCD9-981446024F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4D7F5-0710-8D4B-9366-42083D285775}" type="datetimeFigureOut">
              <a:rPr lang="es-ES" smtClean="0"/>
              <a:t>25/8/26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F06E7FF-BF3B-8247-A79B-A11F96259B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32ECB9A-4A4A-7245-BEB3-46C43516F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C5A01-B7F0-F345-BDC3-45F9D6B757E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137676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3CE0BD-D0F4-3949-BECF-06D0EEB8FD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128AEFE-89C2-AD4E-A33C-EF4DF60962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Editar los estilos de texto del patrón
Segundo nivel
Tercer nivel
Cuarto nivel
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6279E9E-0254-A64A-B0E1-99E154D778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4D7F5-0710-8D4B-9366-42083D285775}" type="datetimeFigureOut">
              <a:rPr lang="es-ES" smtClean="0"/>
              <a:t>25/8/26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37B0018-EDD4-6147-83CD-222587679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B2108D3-701E-6248-BC6C-CA364504F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C5A01-B7F0-F345-BDC3-45F9D6B757E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230726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FD98B4-21A3-564E-987C-027AC3CC6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A1C8407-72F7-DD41-BCF6-BC7D7A61E7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r>
              <a:rPr lang="es-ES"/>
              <a:t>Editar los estilos de texto del patrón
Segundo nivel
Tercer nivel
Cuarto nivel
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26B1EEA-8A87-1C47-BFFD-8A2F2C2996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r>
              <a:rPr lang="es-ES"/>
              <a:t>Editar los estilos de texto del patrón
Segundo nivel
Tercer nivel
Cuarto nivel
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CEE15F4-5752-9B4B-AF49-5074BDA123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4D7F5-0710-8D4B-9366-42083D285775}" type="datetimeFigureOut">
              <a:rPr lang="es-ES" smtClean="0"/>
              <a:t>25/8/26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D5A8D2D-E71A-DD4A-BAD9-533CE304C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C785EE7-745E-A846-88C1-9FA043CEB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C5A01-B7F0-F345-BDC3-45F9D6B757E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869912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9B51F3-A604-1749-95AE-199A5C12C7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1E2D2EC-5B58-A24B-99F0-5CBB240494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s-ES"/>
              <a:t>Editar los estilos de texto del patrón
Segundo nivel
Tercer nivel
Cuarto nivel
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6ACA2B5-FC7B-114A-B2B9-AF15BE03D5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r>
              <a:rPr lang="es-ES"/>
              <a:t>Editar los estilos de texto del patrón
Segundo nivel
Tercer nivel
Cuarto nivel
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7321182-A3E7-9A48-A469-4D84B35DD1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s-ES"/>
              <a:t>Editar los estilos de texto del patrón
Segundo nivel
Tercer nivel
Cuarto nivel
Quinto nivel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189425E-9A42-B444-B8D8-8DFAC0F12D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r>
              <a:rPr lang="es-ES"/>
              <a:t>Editar los estilos de texto del patrón
Segundo nivel
Tercer nivel
Cuarto nivel
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1C3CFBD8-9FB1-464A-A368-40C26C39FE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4D7F5-0710-8D4B-9366-42083D285775}" type="datetimeFigureOut">
              <a:rPr lang="es-ES" smtClean="0"/>
              <a:t>25/8/26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7A96852-B66D-5F4E-8CED-9B11A00AE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BD39D5C1-5628-3E4D-B92E-A959950239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C5A01-B7F0-F345-BDC3-45F9D6B757E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99668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A232A9-CB25-6147-BF4A-A794C6F76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BE0C8C1-7F9C-B241-B205-858E3B138C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4D7F5-0710-8D4B-9366-42083D285775}" type="datetimeFigureOut">
              <a:rPr lang="es-ES" smtClean="0"/>
              <a:t>25/8/26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EB751A3-3129-5C47-8995-301CD8496D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1FC660B-F2CA-EA4C-82B5-94D40964E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C5A01-B7F0-F345-BDC3-45F9D6B757E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521515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35C16499-76E9-1346-8294-CFA64F4B4D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4D7F5-0710-8D4B-9366-42083D285775}" type="datetimeFigureOut">
              <a:rPr lang="es-ES" smtClean="0"/>
              <a:t>25/8/26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ACCD29B-0551-6C44-8219-5DCE77FA56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775AD31-5180-014E-B3E4-09B8A7F37D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C5A01-B7F0-F345-BDC3-45F9D6B757E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5554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2CB146-58C0-EB46-AEA8-4DCEF0EF38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56C2BDD-22B8-1F4B-9113-671F6073FE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es-ES"/>
              <a:t>Editar los estilos de texto del patrón
Segundo nivel
Tercer nivel
Cuarto nivel
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3F7F860-118D-BF4A-9D72-1288310728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es-ES"/>
              <a:t>Editar los estilos de texto del patrón
Segundo nivel
Tercer nivel
Cuarto nivel
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0933FFC-B6DF-EF4B-8F27-E6F9BD1C7D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4D7F5-0710-8D4B-9366-42083D285775}" type="datetimeFigureOut">
              <a:rPr lang="es-ES" smtClean="0"/>
              <a:t>25/8/26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99F245F-D8ED-CE40-88CE-F0D02D3AE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E6B4F97-87BA-6749-98D7-7C94B35ED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C5A01-B7F0-F345-BDC3-45F9D6B757E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00250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F29756-BA5B-8F47-9678-F7FFB6278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89134E6-A913-5D43-A59B-CC4294BA8D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ADCC942-49C6-AF40-A088-3B4463C4B7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es-ES"/>
              <a:t>Editar los estilos de texto del patrón
Segundo nivel
Tercer nivel
Cuarto nivel
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C353EC0-B769-8A4A-A01C-FEC5E5E28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4D7F5-0710-8D4B-9366-42083D285775}" type="datetimeFigureOut">
              <a:rPr lang="es-ES" smtClean="0"/>
              <a:t>25/8/26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615C777-85FF-C042-9861-90618C36C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DA9C14F-55C0-254E-BC3D-67A2CB762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C5A01-B7F0-F345-BDC3-45F9D6B757E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940228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F8062C-5D5C-CE43-A67D-7F0404DC36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045DFD4-0235-EC45-B22F-E83D029F45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s-ES"/>
              <a:t>Editar los estilos de texto del patrón
Segundo nivel
Tercer nivel
Cuarto nivel
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AB3A03E-FBC9-0042-AC5A-EACBE9BDA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4D7F5-0710-8D4B-9366-42083D285775}" type="datetimeFigureOut">
              <a:rPr lang="es-ES" smtClean="0"/>
              <a:t>25/8/26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C45D959-581A-584F-858C-F8C3F7EA86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E7E3074-FACE-A141-8A91-380341230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C5A01-B7F0-F345-BDC3-45F9D6B757E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724000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C193908-1B15-CE45-84DF-C204BA4696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88BC097-641D-BC4C-B49A-05E1897019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r>
              <a:rPr lang="es-ES"/>
              <a:t>Editar los estilos de texto del patrón
Segundo nivel
Tercer nivel
Cuarto nivel
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EEA85AE-E5FE-3347-9C00-802AB4ABE0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4D7F5-0710-8D4B-9366-42083D285775}" type="datetimeFigureOut">
              <a:rPr lang="es-ES" smtClean="0"/>
              <a:t>25/8/26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4D7A40F-99FD-714A-9E36-AB7AD8075D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982274B-F7E4-BE4E-A37D-94D1656E8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C5A01-B7F0-F345-BDC3-45F9D6B757E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761319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14FF5A95-A62C-B94D-892A-5CC8D77EEA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7E97399-F4A2-3548-88C9-BB51053ECA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s-ES"/>
              <a:t>Editar los estilos de texto del patrón
Segundo nivel
Tercer nivel
Cuarto nivel
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5702420-D259-8E40-A9E0-ACE49690BB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74D7F5-0710-8D4B-9366-42083D285775}" type="datetimeFigureOut">
              <a:rPr lang="es-ES" smtClean="0"/>
              <a:t>25/8/26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E918C97-D4DD-7D44-ADBF-D40979F5F5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E75F022-32EE-3649-B260-859B93373C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EC5A01-B7F0-F345-BDC3-45F9D6B757E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469334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png"/><Relationship Id="rId7" Type="http://schemas.openxmlformats.org/officeDocument/2006/relationships/image" Target="../media/image7.tif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5.tiff"/><Relationship Id="rId18" Type="http://schemas.openxmlformats.org/officeDocument/2006/relationships/image" Target="../media/image20.png"/><Relationship Id="rId26" Type="http://schemas.openxmlformats.org/officeDocument/2006/relationships/image" Target="../media/image28.png"/><Relationship Id="rId3" Type="http://schemas.openxmlformats.org/officeDocument/2006/relationships/image" Target="../media/image9.png"/><Relationship Id="rId21" Type="http://schemas.openxmlformats.org/officeDocument/2006/relationships/image" Target="../media/image23.png"/><Relationship Id="rId34" Type="http://schemas.openxmlformats.org/officeDocument/2006/relationships/image" Target="../media/image36.png"/><Relationship Id="rId7" Type="http://schemas.openxmlformats.org/officeDocument/2006/relationships/image" Target="../media/image11.png"/><Relationship Id="rId12" Type="http://schemas.openxmlformats.org/officeDocument/2006/relationships/image" Target="../media/image14.tiff"/><Relationship Id="rId17" Type="http://schemas.openxmlformats.org/officeDocument/2006/relationships/image" Target="../media/image19.png"/><Relationship Id="rId25" Type="http://schemas.openxmlformats.org/officeDocument/2006/relationships/image" Target="../media/image27.png"/><Relationship Id="rId33" Type="http://schemas.openxmlformats.org/officeDocument/2006/relationships/image" Target="../media/image35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18.png"/><Relationship Id="rId20" Type="http://schemas.openxmlformats.org/officeDocument/2006/relationships/image" Target="../media/image22.png"/><Relationship Id="rId29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6" Type="http://schemas.microsoft.com/office/2007/relationships/hdphoto" Target="../media/hdphoto2.wdp"/><Relationship Id="rId11" Type="http://schemas.openxmlformats.org/officeDocument/2006/relationships/image" Target="../media/image13.tiff"/><Relationship Id="rId24" Type="http://schemas.openxmlformats.org/officeDocument/2006/relationships/image" Target="../media/image26.png"/><Relationship Id="rId32" Type="http://schemas.openxmlformats.org/officeDocument/2006/relationships/image" Target="../media/image34.png"/><Relationship Id="rId5" Type="http://schemas.openxmlformats.org/officeDocument/2006/relationships/image" Target="../media/image10.png"/><Relationship Id="rId15" Type="http://schemas.openxmlformats.org/officeDocument/2006/relationships/image" Target="../media/image17.png"/><Relationship Id="rId23" Type="http://schemas.openxmlformats.org/officeDocument/2006/relationships/image" Target="../media/image25.png"/><Relationship Id="rId28" Type="http://schemas.openxmlformats.org/officeDocument/2006/relationships/image" Target="../media/image30.png"/><Relationship Id="rId36" Type="http://schemas.openxmlformats.org/officeDocument/2006/relationships/image" Target="../media/image38.png"/><Relationship Id="rId10" Type="http://schemas.openxmlformats.org/officeDocument/2006/relationships/image" Target="../media/image3.png"/><Relationship Id="rId19" Type="http://schemas.openxmlformats.org/officeDocument/2006/relationships/image" Target="../media/image21.png"/><Relationship Id="rId31" Type="http://schemas.openxmlformats.org/officeDocument/2006/relationships/image" Target="../media/image33.png"/><Relationship Id="rId4" Type="http://schemas.microsoft.com/office/2007/relationships/hdphoto" Target="../media/hdphoto1.wdp"/><Relationship Id="rId9" Type="http://schemas.openxmlformats.org/officeDocument/2006/relationships/image" Target="../media/image2.png"/><Relationship Id="rId14" Type="http://schemas.openxmlformats.org/officeDocument/2006/relationships/image" Target="../media/image16.tiff"/><Relationship Id="rId22" Type="http://schemas.openxmlformats.org/officeDocument/2006/relationships/image" Target="../media/image24.png"/><Relationship Id="rId27" Type="http://schemas.openxmlformats.org/officeDocument/2006/relationships/image" Target="../media/image29.png"/><Relationship Id="rId30" Type="http://schemas.openxmlformats.org/officeDocument/2006/relationships/image" Target="../media/image32.png"/><Relationship Id="rId35" Type="http://schemas.openxmlformats.org/officeDocument/2006/relationships/image" Target="../media/image37.png"/><Relationship Id="rId8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8.png"/><Relationship Id="rId18" Type="http://schemas.openxmlformats.org/officeDocument/2006/relationships/image" Target="../media/image37.png"/><Relationship Id="rId3" Type="http://schemas.openxmlformats.org/officeDocument/2006/relationships/image" Target="../media/image39.jpg"/><Relationship Id="rId7" Type="http://schemas.openxmlformats.org/officeDocument/2006/relationships/image" Target="../media/image6.png"/><Relationship Id="rId12" Type="http://schemas.openxmlformats.org/officeDocument/2006/relationships/image" Target="../media/image24.png"/><Relationship Id="rId17" Type="http://schemas.openxmlformats.org/officeDocument/2006/relationships/image" Target="../media/image35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11" Type="http://schemas.openxmlformats.org/officeDocument/2006/relationships/image" Target="../media/image23.png"/><Relationship Id="rId5" Type="http://schemas.openxmlformats.org/officeDocument/2006/relationships/image" Target="../media/image2.png"/><Relationship Id="rId15" Type="http://schemas.openxmlformats.org/officeDocument/2006/relationships/image" Target="../media/image30.png"/><Relationship Id="rId10" Type="http://schemas.openxmlformats.org/officeDocument/2006/relationships/image" Target="../media/image20.png"/><Relationship Id="rId19" Type="http://schemas.openxmlformats.org/officeDocument/2006/relationships/image" Target="../media/image27.png"/><Relationship Id="rId4" Type="http://schemas.openxmlformats.org/officeDocument/2006/relationships/image" Target="../media/image40.png"/><Relationship Id="rId9" Type="http://schemas.openxmlformats.org/officeDocument/2006/relationships/image" Target="../media/image19.png"/><Relationship Id="rId14" Type="http://schemas.openxmlformats.org/officeDocument/2006/relationships/image" Target="../media/image29.png"/></Relationships>
</file>

<file path=ppt/slides/_rels/slide8.xml.rels><?xml version="1.0" encoding="UTF-8" standalone="yes"?>
<Relationships xmlns="http://schemas.openxmlformats.org/package/2006/relationships"><Relationship Id="rId8" Type="http://schemas.microsoft.com/office/2007/relationships/hdphoto" Target="../media/hdphoto6.wdp"/><Relationship Id="rId13" Type="http://schemas.openxmlformats.org/officeDocument/2006/relationships/image" Target="../media/image15.tiff"/><Relationship Id="rId18" Type="http://schemas.openxmlformats.org/officeDocument/2006/relationships/image" Target="../media/image22.png"/><Relationship Id="rId26" Type="http://schemas.openxmlformats.org/officeDocument/2006/relationships/image" Target="../media/image37.png"/><Relationship Id="rId3" Type="http://schemas.openxmlformats.org/officeDocument/2006/relationships/image" Target="../media/image9.png"/><Relationship Id="rId21" Type="http://schemas.openxmlformats.org/officeDocument/2006/relationships/image" Target="../media/image29.png"/><Relationship Id="rId7" Type="http://schemas.microsoft.com/office/2007/relationships/hdphoto" Target="../media/hdphoto5.wdp"/><Relationship Id="rId12" Type="http://schemas.openxmlformats.org/officeDocument/2006/relationships/image" Target="../media/image3.png"/><Relationship Id="rId17" Type="http://schemas.openxmlformats.org/officeDocument/2006/relationships/image" Target="../media/image20.png"/><Relationship Id="rId25" Type="http://schemas.openxmlformats.org/officeDocument/2006/relationships/image" Target="../media/image35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19.png"/><Relationship Id="rId20" Type="http://schemas.openxmlformats.org/officeDocument/2006/relationships/image" Target="../media/image26.png"/><Relationship Id="rId29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6" Type="http://schemas.microsoft.com/office/2007/relationships/hdphoto" Target="../media/hdphoto4.wdp"/><Relationship Id="rId11" Type="http://schemas.openxmlformats.org/officeDocument/2006/relationships/image" Target="../media/image2.png"/><Relationship Id="rId24" Type="http://schemas.openxmlformats.org/officeDocument/2006/relationships/image" Target="../media/image32.png"/><Relationship Id="rId5" Type="http://schemas.openxmlformats.org/officeDocument/2006/relationships/image" Target="../media/image41.png"/><Relationship Id="rId15" Type="http://schemas.openxmlformats.org/officeDocument/2006/relationships/image" Target="../media/image18.png"/><Relationship Id="rId23" Type="http://schemas.openxmlformats.org/officeDocument/2006/relationships/image" Target="../media/image31.png"/><Relationship Id="rId28" Type="http://schemas.openxmlformats.org/officeDocument/2006/relationships/image" Target="../media/image24.png"/><Relationship Id="rId10" Type="http://schemas.microsoft.com/office/2007/relationships/hdphoto" Target="../media/hdphoto7.wdp"/><Relationship Id="rId19" Type="http://schemas.openxmlformats.org/officeDocument/2006/relationships/image" Target="../media/image25.png"/><Relationship Id="rId4" Type="http://schemas.microsoft.com/office/2007/relationships/hdphoto" Target="../media/hdphoto3.wdp"/><Relationship Id="rId9" Type="http://schemas.openxmlformats.org/officeDocument/2006/relationships/image" Target="../media/image10.png"/><Relationship Id="rId14" Type="http://schemas.openxmlformats.org/officeDocument/2006/relationships/image" Target="../media/image16.tiff"/><Relationship Id="rId22" Type="http://schemas.openxmlformats.org/officeDocument/2006/relationships/image" Target="../media/image30.png"/><Relationship Id="rId27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8" Type="http://schemas.microsoft.com/office/2007/relationships/hdphoto" Target="../media/hdphoto6.wdp"/><Relationship Id="rId13" Type="http://schemas.openxmlformats.org/officeDocument/2006/relationships/image" Target="../media/image13.tiff"/><Relationship Id="rId18" Type="http://schemas.openxmlformats.org/officeDocument/2006/relationships/image" Target="../media/image22.png"/><Relationship Id="rId26" Type="http://schemas.openxmlformats.org/officeDocument/2006/relationships/image" Target="../media/image37.png"/><Relationship Id="rId3" Type="http://schemas.openxmlformats.org/officeDocument/2006/relationships/image" Target="../media/image9.png"/><Relationship Id="rId21" Type="http://schemas.openxmlformats.org/officeDocument/2006/relationships/image" Target="../media/image28.png"/><Relationship Id="rId7" Type="http://schemas.microsoft.com/office/2007/relationships/hdphoto" Target="../media/hdphoto5.wdp"/><Relationship Id="rId12" Type="http://schemas.openxmlformats.org/officeDocument/2006/relationships/image" Target="../media/image3.png"/><Relationship Id="rId17" Type="http://schemas.openxmlformats.org/officeDocument/2006/relationships/image" Target="../media/image20.png"/><Relationship Id="rId25" Type="http://schemas.openxmlformats.org/officeDocument/2006/relationships/image" Target="../media/image35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19.png"/><Relationship Id="rId20" Type="http://schemas.openxmlformats.org/officeDocument/2006/relationships/image" Target="../media/image26.png"/><Relationship Id="rId29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6" Type="http://schemas.microsoft.com/office/2007/relationships/hdphoto" Target="../media/hdphoto4.wdp"/><Relationship Id="rId11" Type="http://schemas.openxmlformats.org/officeDocument/2006/relationships/image" Target="../media/image2.png"/><Relationship Id="rId24" Type="http://schemas.openxmlformats.org/officeDocument/2006/relationships/image" Target="../media/image31.png"/><Relationship Id="rId5" Type="http://schemas.openxmlformats.org/officeDocument/2006/relationships/image" Target="../media/image41.png"/><Relationship Id="rId15" Type="http://schemas.openxmlformats.org/officeDocument/2006/relationships/image" Target="../media/image18.png"/><Relationship Id="rId23" Type="http://schemas.openxmlformats.org/officeDocument/2006/relationships/image" Target="../media/image30.png"/><Relationship Id="rId28" Type="http://schemas.openxmlformats.org/officeDocument/2006/relationships/image" Target="../media/image23.png"/><Relationship Id="rId10" Type="http://schemas.microsoft.com/office/2007/relationships/hdphoto" Target="../media/hdphoto7.wdp"/><Relationship Id="rId19" Type="http://schemas.openxmlformats.org/officeDocument/2006/relationships/image" Target="../media/image25.png"/><Relationship Id="rId4" Type="http://schemas.microsoft.com/office/2007/relationships/hdphoto" Target="../media/hdphoto3.wdp"/><Relationship Id="rId9" Type="http://schemas.openxmlformats.org/officeDocument/2006/relationships/image" Target="../media/image10.png"/><Relationship Id="rId14" Type="http://schemas.openxmlformats.org/officeDocument/2006/relationships/image" Target="../media/image17.png"/><Relationship Id="rId22" Type="http://schemas.openxmlformats.org/officeDocument/2006/relationships/image" Target="../media/image29.png"/><Relationship Id="rId27" Type="http://schemas.openxmlformats.org/officeDocument/2006/relationships/image" Target="../media/image21.png"/><Relationship Id="rId30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Un estadio de fútbol&#10;&#10;El contenido generado por IA puede ser incorrecto.">
            <a:extLst>
              <a:ext uri="{FF2B5EF4-FFF2-40B4-BE49-F238E27FC236}">
                <a16:creationId xmlns:a16="http://schemas.microsoft.com/office/drawing/2014/main" id="{C25EAAB5-F06C-E3D1-B450-4D72EF999B8D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 t="15633"/>
          <a:stretch>
            <a:fillRect/>
          </a:stretch>
        </p:blipFill>
        <p:spPr>
          <a:xfrm>
            <a:off x="20" y="10"/>
            <a:ext cx="12191980" cy="6865943"/>
          </a:xfrm>
          <a:custGeom>
            <a:avLst/>
            <a:gdLst/>
            <a:ahLst/>
            <a:cxnLst/>
            <a:rect l="l" t="t" r="r" b="b"/>
            <a:pathLst>
              <a:path w="12192000" h="6857681">
                <a:moveTo>
                  <a:pt x="0" y="0"/>
                </a:moveTo>
                <a:lnTo>
                  <a:pt x="6033794" y="0"/>
                </a:lnTo>
                <a:lnTo>
                  <a:pt x="6104632" y="17448"/>
                </a:lnTo>
                <a:cubicBezTo>
                  <a:pt x="6167597" y="23966"/>
                  <a:pt x="6148747" y="27214"/>
                  <a:pt x="6198111" y="26888"/>
                </a:cubicBezTo>
                <a:cubicBezTo>
                  <a:pt x="6203032" y="26525"/>
                  <a:pt x="6212450" y="35708"/>
                  <a:pt x="6231511" y="33431"/>
                </a:cubicBezTo>
                <a:cubicBezTo>
                  <a:pt x="6261681" y="37362"/>
                  <a:pt x="6245025" y="48416"/>
                  <a:pt x="6283668" y="52056"/>
                </a:cubicBezTo>
                <a:cubicBezTo>
                  <a:pt x="6280095" y="55478"/>
                  <a:pt x="6317954" y="53783"/>
                  <a:pt x="6321602" y="65933"/>
                </a:cubicBezTo>
                <a:cubicBezTo>
                  <a:pt x="6338020" y="69803"/>
                  <a:pt x="6363241" y="73066"/>
                  <a:pt x="6382175" y="75274"/>
                </a:cubicBezTo>
                <a:cubicBezTo>
                  <a:pt x="6410543" y="81224"/>
                  <a:pt x="6424665" y="87641"/>
                  <a:pt x="6428857" y="91880"/>
                </a:cubicBezTo>
                <a:cubicBezTo>
                  <a:pt x="6457257" y="98611"/>
                  <a:pt x="6454186" y="99822"/>
                  <a:pt x="6491478" y="114104"/>
                </a:cubicBezTo>
                <a:cubicBezTo>
                  <a:pt x="6513363" y="108974"/>
                  <a:pt x="6532168" y="120070"/>
                  <a:pt x="6541328" y="130204"/>
                </a:cubicBezTo>
                <a:cubicBezTo>
                  <a:pt x="6566101" y="139804"/>
                  <a:pt x="6619910" y="162727"/>
                  <a:pt x="6655300" y="165762"/>
                </a:cubicBezTo>
                <a:cubicBezTo>
                  <a:pt x="6709422" y="165032"/>
                  <a:pt x="6694278" y="176304"/>
                  <a:pt x="6718357" y="184874"/>
                </a:cubicBezTo>
                <a:cubicBezTo>
                  <a:pt x="6737101" y="195527"/>
                  <a:pt x="6734493" y="186329"/>
                  <a:pt x="6754054" y="199796"/>
                </a:cubicBezTo>
                <a:lnTo>
                  <a:pt x="6790284" y="215417"/>
                </a:lnTo>
                <a:lnTo>
                  <a:pt x="6833979" y="239878"/>
                </a:lnTo>
                <a:lnTo>
                  <a:pt x="6843981" y="246602"/>
                </a:lnTo>
                <a:cubicBezTo>
                  <a:pt x="6849111" y="246626"/>
                  <a:pt x="6852366" y="247045"/>
                  <a:pt x="6854445" y="247782"/>
                </a:cubicBezTo>
                <a:cubicBezTo>
                  <a:pt x="6854496" y="247881"/>
                  <a:pt x="6854549" y="247980"/>
                  <a:pt x="6854600" y="248079"/>
                </a:cubicBezTo>
                <a:lnTo>
                  <a:pt x="6869364" y="251040"/>
                </a:lnTo>
                <a:cubicBezTo>
                  <a:pt x="6886479" y="251404"/>
                  <a:pt x="6920818" y="277370"/>
                  <a:pt x="6937072" y="276678"/>
                </a:cubicBezTo>
                <a:cubicBezTo>
                  <a:pt x="6944247" y="293133"/>
                  <a:pt x="6941053" y="265766"/>
                  <a:pt x="6968404" y="280704"/>
                </a:cubicBezTo>
                <a:cubicBezTo>
                  <a:pt x="6980596" y="282696"/>
                  <a:pt x="6985722" y="284716"/>
                  <a:pt x="6995938" y="286247"/>
                </a:cubicBezTo>
                <a:cubicBezTo>
                  <a:pt x="6996079" y="286667"/>
                  <a:pt x="7029560" y="289467"/>
                  <a:pt x="7029701" y="289887"/>
                </a:cubicBezTo>
                <a:lnTo>
                  <a:pt x="7054104" y="293980"/>
                </a:lnTo>
                <a:lnTo>
                  <a:pt x="7059678" y="296051"/>
                </a:lnTo>
                <a:lnTo>
                  <a:pt x="7092167" y="292851"/>
                </a:lnTo>
                <a:lnTo>
                  <a:pt x="7108387" y="292672"/>
                </a:lnTo>
                <a:lnTo>
                  <a:pt x="7114139" y="289579"/>
                </a:lnTo>
                <a:cubicBezTo>
                  <a:pt x="7119705" y="287930"/>
                  <a:pt x="7126840" y="287741"/>
                  <a:pt x="7137488" y="290860"/>
                </a:cubicBezTo>
                <a:lnTo>
                  <a:pt x="7139729" y="292153"/>
                </a:lnTo>
                <a:lnTo>
                  <a:pt x="7172532" y="286561"/>
                </a:lnTo>
                <a:cubicBezTo>
                  <a:pt x="7179544" y="284784"/>
                  <a:pt x="7207552" y="294171"/>
                  <a:pt x="7213458" y="290616"/>
                </a:cubicBezTo>
                <a:cubicBezTo>
                  <a:pt x="7269364" y="295457"/>
                  <a:pt x="7303569" y="278925"/>
                  <a:pt x="7371827" y="290351"/>
                </a:cubicBezTo>
                <a:cubicBezTo>
                  <a:pt x="7417519" y="294938"/>
                  <a:pt x="7443196" y="294841"/>
                  <a:pt x="7472683" y="298450"/>
                </a:cubicBezTo>
                <a:cubicBezTo>
                  <a:pt x="7502170" y="302059"/>
                  <a:pt x="7529752" y="308462"/>
                  <a:pt x="7548749" y="312007"/>
                </a:cubicBezTo>
                <a:cubicBezTo>
                  <a:pt x="7567746" y="315552"/>
                  <a:pt x="7562619" y="317217"/>
                  <a:pt x="7586664" y="319723"/>
                </a:cubicBezTo>
                <a:cubicBezTo>
                  <a:pt x="7610709" y="322229"/>
                  <a:pt x="7669675" y="320322"/>
                  <a:pt x="7693021" y="327043"/>
                </a:cubicBezTo>
                <a:cubicBezTo>
                  <a:pt x="7718238" y="326359"/>
                  <a:pt x="7721537" y="337391"/>
                  <a:pt x="7735314" y="336075"/>
                </a:cubicBezTo>
                <a:cubicBezTo>
                  <a:pt x="7806549" y="352546"/>
                  <a:pt x="7865892" y="349618"/>
                  <a:pt x="7952583" y="346950"/>
                </a:cubicBezTo>
                <a:cubicBezTo>
                  <a:pt x="8009730" y="351831"/>
                  <a:pt x="8008698" y="354607"/>
                  <a:pt x="8033745" y="357420"/>
                </a:cubicBezTo>
                <a:cubicBezTo>
                  <a:pt x="8041390" y="360247"/>
                  <a:pt x="8045181" y="350414"/>
                  <a:pt x="8052068" y="354306"/>
                </a:cubicBezTo>
                <a:lnTo>
                  <a:pt x="8087434" y="359505"/>
                </a:lnTo>
                <a:lnTo>
                  <a:pt x="8113399" y="369645"/>
                </a:lnTo>
                <a:lnTo>
                  <a:pt x="8137804" y="376078"/>
                </a:lnTo>
                <a:lnTo>
                  <a:pt x="8167138" y="378809"/>
                </a:lnTo>
                <a:cubicBezTo>
                  <a:pt x="8176124" y="381225"/>
                  <a:pt x="8176713" y="389019"/>
                  <a:pt x="8188557" y="388892"/>
                </a:cubicBezTo>
                <a:cubicBezTo>
                  <a:pt x="8224517" y="394064"/>
                  <a:pt x="8289287" y="398547"/>
                  <a:pt x="8338182" y="404244"/>
                </a:cubicBezTo>
                <a:cubicBezTo>
                  <a:pt x="8362404" y="400849"/>
                  <a:pt x="8397142" y="407351"/>
                  <a:pt x="8407187" y="417040"/>
                </a:cubicBezTo>
                <a:cubicBezTo>
                  <a:pt x="8419182" y="419735"/>
                  <a:pt x="8448098" y="419784"/>
                  <a:pt x="8459765" y="417876"/>
                </a:cubicBezTo>
                <a:cubicBezTo>
                  <a:pt x="8470121" y="418155"/>
                  <a:pt x="8471999" y="421843"/>
                  <a:pt x="8485759" y="423277"/>
                </a:cubicBezTo>
                <a:cubicBezTo>
                  <a:pt x="8500778" y="426656"/>
                  <a:pt x="8533354" y="442668"/>
                  <a:pt x="8547497" y="447675"/>
                </a:cubicBezTo>
                <a:cubicBezTo>
                  <a:pt x="8561640" y="452682"/>
                  <a:pt x="8547256" y="447497"/>
                  <a:pt x="8570615" y="453317"/>
                </a:cubicBezTo>
                <a:cubicBezTo>
                  <a:pt x="8578949" y="455301"/>
                  <a:pt x="8577204" y="463036"/>
                  <a:pt x="8595122" y="466725"/>
                </a:cubicBezTo>
                <a:cubicBezTo>
                  <a:pt x="8613041" y="470415"/>
                  <a:pt x="8653176" y="474680"/>
                  <a:pt x="8678126" y="475454"/>
                </a:cubicBezTo>
                <a:cubicBezTo>
                  <a:pt x="8706000" y="462935"/>
                  <a:pt x="8696233" y="479979"/>
                  <a:pt x="8747203" y="464224"/>
                </a:cubicBezTo>
                <a:cubicBezTo>
                  <a:pt x="8748514" y="466239"/>
                  <a:pt x="8769343" y="465372"/>
                  <a:pt x="8790692" y="466720"/>
                </a:cubicBezTo>
                <a:cubicBezTo>
                  <a:pt x="8812041" y="468068"/>
                  <a:pt x="8857501" y="479363"/>
                  <a:pt x="8875298" y="472310"/>
                </a:cubicBezTo>
                <a:lnTo>
                  <a:pt x="9032306" y="471571"/>
                </a:lnTo>
                <a:lnTo>
                  <a:pt x="9122435" y="483407"/>
                </a:lnTo>
                <a:cubicBezTo>
                  <a:pt x="9153775" y="485302"/>
                  <a:pt x="9159039" y="493942"/>
                  <a:pt x="9179171" y="490552"/>
                </a:cubicBezTo>
                <a:cubicBezTo>
                  <a:pt x="9213108" y="492737"/>
                  <a:pt x="9191622" y="508779"/>
                  <a:pt x="9230778" y="495862"/>
                </a:cubicBezTo>
                <a:cubicBezTo>
                  <a:pt x="9220076" y="509598"/>
                  <a:pt x="9249178" y="492136"/>
                  <a:pt x="9269314" y="503195"/>
                </a:cubicBezTo>
                <a:cubicBezTo>
                  <a:pt x="9297556" y="495041"/>
                  <a:pt x="9326591" y="505312"/>
                  <a:pt x="9343734" y="506508"/>
                </a:cubicBezTo>
                <a:cubicBezTo>
                  <a:pt x="9360877" y="507704"/>
                  <a:pt x="9347612" y="511465"/>
                  <a:pt x="9372172" y="510372"/>
                </a:cubicBezTo>
                <a:lnTo>
                  <a:pt x="9406856" y="515908"/>
                </a:lnTo>
                <a:cubicBezTo>
                  <a:pt x="9405045" y="511337"/>
                  <a:pt x="9410063" y="512684"/>
                  <a:pt x="9423824" y="513399"/>
                </a:cubicBezTo>
                <a:lnTo>
                  <a:pt x="9460782" y="509325"/>
                </a:lnTo>
                <a:lnTo>
                  <a:pt x="9486144" y="513434"/>
                </a:lnTo>
                <a:cubicBezTo>
                  <a:pt x="9489544" y="513295"/>
                  <a:pt x="9513720" y="508821"/>
                  <a:pt x="9513235" y="505310"/>
                </a:cubicBezTo>
                <a:cubicBezTo>
                  <a:pt x="9539685" y="520038"/>
                  <a:pt x="9542332" y="510786"/>
                  <a:pt x="9569455" y="507032"/>
                </a:cubicBezTo>
                <a:cubicBezTo>
                  <a:pt x="9592710" y="508415"/>
                  <a:pt x="9572665" y="508880"/>
                  <a:pt x="9628861" y="510620"/>
                </a:cubicBezTo>
                <a:cubicBezTo>
                  <a:pt x="9650737" y="526789"/>
                  <a:pt x="9635011" y="498901"/>
                  <a:pt x="9677951" y="521543"/>
                </a:cubicBezTo>
                <a:cubicBezTo>
                  <a:pt x="9680053" y="519778"/>
                  <a:pt x="9706563" y="521397"/>
                  <a:pt x="9720438" y="523172"/>
                </a:cubicBezTo>
                <a:cubicBezTo>
                  <a:pt x="9734313" y="524947"/>
                  <a:pt x="9746849" y="522784"/>
                  <a:pt x="9761204" y="532196"/>
                </a:cubicBezTo>
                <a:cubicBezTo>
                  <a:pt x="9771692" y="535091"/>
                  <a:pt x="9752949" y="530854"/>
                  <a:pt x="9785747" y="535781"/>
                </a:cubicBezTo>
                <a:cubicBezTo>
                  <a:pt x="9818545" y="540708"/>
                  <a:pt x="9925449" y="557390"/>
                  <a:pt x="9957993" y="561756"/>
                </a:cubicBezTo>
                <a:cubicBezTo>
                  <a:pt x="9990537" y="566122"/>
                  <a:pt x="9967648" y="568686"/>
                  <a:pt x="9981009" y="569119"/>
                </a:cubicBezTo>
                <a:cubicBezTo>
                  <a:pt x="9994370" y="569552"/>
                  <a:pt x="10023139" y="562486"/>
                  <a:pt x="10038159" y="564356"/>
                </a:cubicBezTo>
                <a:cubicBezTo>
                  <a:pt x="10057015" y="566262"/>
                  <a:pt x="10059811" y="573563"/>
                  <a:pt x="10071129" y="573194"/>
                </a:cubicBezTo>
                <a:cubicBezTo>
                  <a:pt x="10081593" y="562977"/>
                  <a:pt x="10092704" y="563090"/>
                  <a:pt x="10110830" y="569286"/>
                </a:cubicBezTo>
                <a:cubicBezTo>
                  <a:pt x="10144643" y="572070"/>
                  <a:pt x="10144670" y="561560"/>
                  <a:pt x="10177323" y="563075"/>
                </a:cubicBezTo>
                <a:cubicBezTo>
                  <a:pt x="10191652" y="562496"/>
                  <a:pt x="10199318" y="565790"/>
                  <a:pt x="10223224" y="562516"/>
                </a:cubicBezTo>
                <a:cubicBezTo>
                  <a:pt x="10240245" y="563214"/>
                  <a:pt x="10274444" y="564970"/>
                  <a:pt x="10297489" y="554688"/>
                </a:cubicBezTo>
                <a:cubicBezTo>
                  <a:pt x="10322484" y="553379"/>
                  <a:pt x="10304332" y="552915"/>
                  <a:pt x="10331612" y="555505"/>
                </a:cubicBezTo>
                <a:cubicBezTo>
                  <a:pt x="10364938" y="556023"/>
                  <a:pt x="10378810" y="549792"/>
                  <a:pt x="10398068" y="551274"/>
                </a:cubicBezTo>
                <a:cubicBezTo>
                  <a:pt x="10410608" y="547019"/>
                  <a:pt x="10396406" y="552090"/>
                  <a:pt x="10444604" y="546749"/>
                </a:cubicBezTo>
                <a:cubicBezTo>
                  <a:pt x="10463706" y="556208"/>
                  <a:pt x="10480046" y="543272"/>
                  <a:pt x="10496391" y="545310"/>
                </a:cubicBezTo>
                <a:cubicBezTo>
                  <a:pt x="10522313" y="544276"/>
                  <a:pt x="10586025" y="544389"/>
                  <a:pt x="10609659" y="542925"/>
                </a:cubicBezTo>
                <a:cubicBezTo>
                  <a:pt x="10633293" y="541461"/>
                  <a:pt x="10608137" y="539280"/>
                  <a:pt x="10638198" y="536528"/>
                </a:cubicBezTo>
                <a:cubicBezTo>
                  <a:pt x="10693566" y="548777"/>
                  <a:pt x="10724464" y="526732"/>
                  <a:pt x="10780502" y="524034"/>
                </a:cubicBezTo>
                <a:cubicBezTo>
                  <a:pt x="10814519" y="506962"/>
                  <a:pt x="10838626" y="524696"/>
                  <a:pt x="10875821" y="511631"/>
                </a:cubicBezTo>
                <a:cubicBezTo>
                  <a:pt x="10900992" y="507636"/>
                  <a:pt x="10904648" y="511453"/>
                  <a:pt x="10918825" y="509588"/>
                </a:cubicBezTo>
                <a:cubicBezTo>
                  <a:pt x="10933002" y="507723"/>
                  <a:pt x="10948992" y="503227"/>
                  <a:pt x="10960884" y="500440"/>
                </a:cubicBezTo>
                <a:cubicBezTo>
                  <a:pt x="10967249" y="504078"/>
                  <a:pt x="11016720" y="497668"/>
                  <a:pt x="11015578" y="492864"/>
                </a:cubicBezTo>
                <a:cubicBezTo>
                  <a:pt x="11022928" y="494510"/>
                  <a:pt x="11043247" y="500882"/>
                  <a:pt x="11045541" y="493276"/>
                </a:cubicBezTo>
                <a:cubicBezTo>
                  <a:pt x="11083069" y="493195"/>
                  <a:pt x="11104152" y="492128"/>
                  <a:pt x="11136980" y="502266"/>
                </a:cubicBezTo>
                <a:cubicBezTo>
                  <a:pt x="11160311" y="506043"/>
                  <a:pt x="11144016" y="504016"/>
                  <a:pt x="11158537" y="506413"/>
                </a:cubicBezTo>
                <a:cubicBezTo>
                  <a:pt x="11173058" y="508810"/>
                  <a:pt x="11197248" y="504516"/>
                  <a:pt x="11220930" y="503946"/>
                </a:cubicBezTo>
                <a:cubicBezTo>
                  <a:pt x="11244941" y="504078"/>
                  <a:pt x="11272916" y="508160"/>
                  <a:pt x="11290697" y="509588"/>
                </a:cubicBezTo>
                <a:cubicBezTo>
                  <a:pt x="11308478" y="511016"/>
                  <a:pt x="11312720" y="510673"/>
                  <a:pt x="11327615" y="512515"/>
                </a:cubicBezTo>
                <a:cubicBezTo>
                  <a:pt x="11352471" y="509065"/>
                  <a:pt x="11373358" y="510883"/>
                  <a:pt x="11391973" y="518258"/>
                </a:cubicBezTo>
                <a:cubicBezTo>
                  <a:pt x="11406458" y="520151"/>
                  <a:pt x="11399034" y="524460"/>
                  <a:pt x="11409760" y="526257"/>
                </a:cubicBezTo>
                <a:cubicBezTo>
                  <a:pt x="11420486" y="528054"/>
                  <a:pt x="11427325" y="519930"/>
                  <a:pt x="11456330" y="521896"/>
                </a:cubicBezTo>
                <a:cubicBezTo>
                  <a:pt x="11466649" y="522293"/>
                  <a:pt x="11466304" y="529914"/>
                  <a:pt x="11488341" y="531019"/>
                </a:cubicBezTo>
                <a:cubicBezTo>
                  <a:pt x="11510378" y="532124"/>
                  <a:pt x="11598983" y="536881"/>
                  <a:pt x="11631415" y="538053"/>
                </a:cubicBezTo>
                <a:cubicBezTo>
                  <a:pt x="11663847" y="539225"/>
                  <a:pt x="11650717" y="536007"/>
                  <a:pt x="11666264" y="535672"/>
                </a:cubicBezTo>
                <a:cubicBezTo>
                  <a:pt x="11681811" y="535337"/>
                  <a:pt x="11700204" y="526934"/>
                  <a:pt x="11724698" y="536041"/>
                </a:cubicBezTo>
                <a:cubicBezTo>
                  <a:pt x="11743020" y="531196"/>
                  <a:pt x="11743491" y="542315"/>
                  <a:pt x="11763807" y="545183"/>
                </a:cubicBezTo>
                <a:cubicBezTo>
                  <a:pt x="11775016" y="549241"/>
                  <a:pt x="11789046" y="548064"/>
                  <a:pt x="11798300" y="550863"/>
                </a:cubicBezTo>
                <a:cubicBezTo>
                  <a:pt x="11807554" y="553662"/>
                  <a:pt x="11814870" y="554166"/>
                  <a:pt x="11821716" y="557213"/>
                </a:cubicBezTo>
                <a:cubicBezTo>
                  <a:pt x="11828562" y="560260"/>
                  <a:pt x="11830643" y="566367"/>
                  <a:pt x="11839374" y="569145"/>
                </a:cubicBezTo>
                <a:cubicBezTo>
                  <a:pt x="11848105" y="571923"/>
                  <a:pt x="11861759" y="576813"/>
                  <a:pt x="11871722" y="578644"/>
                </a:cubicBezTo>
                <a:cubicBezTo>
                  <a:pt x="11881685" y="580475"/>
                  <a:pt x="11880173" y="577641"/>
                  <a:pt x="11899154" y="580133"/>
                </a:cubicBezTo>
                <a:cubicBezTo>
                  <a:pt x="11930093" y="585454"/>
                  <a:pt x="11957956" y="589309"/>
                  <a:pt x="11992753" y="588833"/>
                </a:cubicBezTo>
                <a:cubicBezTo>
                  <a:pt x="11999276" y="598540"/>
                  <a:pt x="12009663" y="594134"/>
                  <a:pt x="12023554" y="588997"/>
                </a:cubicBezTo>
                <a:cubicBezTo>
                  <a:pt x="12049522" y="596077"/>
                  <a:pt x="12093380" y="601562"/>
                  <a:pt x="12137802" y="617391"/>
                </a:cubicBezTo>
                <a:cubicBezTo>
                  <a:pt x="12156710" y="627093"/>
                  <a:pt x="12160884" y="628759"/>
                  <a:pt x="12174434" y="631430"/>
                </a:cubicBezTo>
                <a:lnTo>
                  <a:pt x="12192000" y="634770"/>
                </a:lnTo>
                <a:lnTo>
                  <a:pt x="12192000" y="6857681"/>
                </a:lnTo>
                <a:lnTo>
                  <a:pt x="9979612" y="6857681"/>
                </a:lnTo>
                <a:lnTo>
                  <a:pt x="9971269" y="6854457"/>
                </a:lnTo>
                <a:cubicBezTo>
                  <a:pt x="9959912" y="6851181"/>
                  <a:pt x="9949163" y="6849764"/>
                  <a:pt x="9939502" y="6851921"/>
                </a:cubicBezTo>
                <a:cubicBezTo>
                  <a:pt x="9891606" y="6835635"/>
                  <a:pt x="9864404" y="6844006"/>
                  <a:pt x="9834453" y="6832151"/>
                </a:cubicBezTo>
                <a:cubicBezTo>
                  <a:pt x="9804501" y="6820296"/>
                  <a:pt x="9801374" y="6798259"/>
                  <a:pt x="9759795" y="6780787"/>
                </a:cubicBezTo>
                <a:cubicBezTo>
                  <a:pt x="9718217" y="6763314"/>
                  <a:pt x="9629817" y="6740362"/>
                  <a:pt x="9584980" y="6727313"/>
                </a:cubicBezTo>
                <a:cubicBezTo>
                  <a:pt x="9546420" y="6722010"/>
                  <a:pt x="9530408" y="6725469"/>
                  <a:pt x="9490770" y="6702489"/>
                </a:cubicBezTo>
                <a:cubicBezTo>
                  <a:pt x="9443320" y="6701025"/>
                  <a:pt x="9424336" y="6690023"/>
                  <a:pt x="9380405" y="6676541"/>
                </a:cubicBezTo>
                <a:cubicBezTo>
                  <a:pt x="9335978" y="6675243"/>
                  <a:pt x="9297645" y="6680915"/>
                  <a:pt x="9259939" y="6674414"/>
                </a:cubicBezTo>
                <a:cubicBezTo>
                  <a:pt x="9244772" y="6679394"/>
                  <a:pt x="9230416" y="6681084"/>
                  <a:pt x="9216296" y="6672209"/>
                </a:cubicBezTo>
                <a:cubicBezTo>
                  <a:pt x="9174886" y="6673387"/>
                  <a:pt x="9165078" y="6684906"/>
                  <a:pt x="9138624" y="6674601"/>
                </a:cubicBezTo>
                <a:cubicBezTo>
                  <a:pt x="9108454" y="6672027"/>
                  <a:pt x="9060163" y="6657862"/>
                  <a:pt x="9035273" y="6656766"/>
                </a:cubicBezTo>
                <a:cubicBezTo>
                  <a:pt x="9043993" y="6670577"/>
                  <a:pt x="8988276" y="6655711"/>
                  <a:pt x="8989286" y="6668016"/>
                </a:cubicBezTo>
                <a:cubicBezTo>
                  <a:pt x="8965548" y="6651220"/>
                  <a:pt x="8960144" y="6673151"/>
                  <a:pt x="8932387" y="6668707"/>
                </a:cubicBezTo>
                <a:cubicBezTo>
                  <a:pt x="8918435" y="6662528"/>
                  <a:pt x="8909159" y="6661716"/>
                  <a:pt x="8898375" y="6669282"/>
                </a:cubicBezTo>
                <a:cubicBezTo>
                  <a:pt x="8833747" y="6639096"/>
                  <a:pt x="8863155" y="6669089"/>
                  <a:pt x="8806495" y="6658618"/>
                </a:cubicBezTo>
                <a:cubicBezTo>
                  <a:pt x="8757168" y="6647242"/>
                  <a:pt x="8702613" y="6640665"/>
                  <a:pt x="8650927" y="6611139"/>
                </a:cubicBezTo>
                <a:cubicBezTo>
                  <a:pt x="8640770" y="6602610"/>
                  <a:pt x="8619775" y="6599998"/>
                  <a:pt x="8604033" y="6605300"/>
                </a:cubicBezTo>
                <a:cubicBezTo>
                  <a:pt x="8601324" y="6606213"/>
                  <a:pt x="8598878" y="6607331"/>
                  <a:pt x="8596767" y="6608618"/>
                </a:cubicBezTo>
                <a:cubicBezTo>
                  <a:pt x="8565299" y="6587556"/>
                  <a:pt x="8548876" y="6598771"/>
                  <a:pt x="8533762" y="6584302"/>
                </a:cubicBezTo>
                <a:cubicBezTo>
                  <a:pt x="8487059" y="6579247"/>
                  <a:pt x="8451683" y="6594395"/>
                  <a:pt x="8437660" y="6581725"/>
                </a:cubicBezTo>
                <a:cubicBezTo>
                  <a:pt x="8414209" y="6582991"/>
                  <a:pt x="8383722" y="6598678"/>
                  <a:pt x="8364494" y="6585073"/>
                </a:cubicBezTo>
                <a:cubicBezTo>
                  <a:pt x="8363342" y="6596536"/>
                  <a:pt x="8336540" y="6576888"/>
                  <a:pt x="8323751" y="6584665"/>
                </a:cubicBezTo>
                <a:cubicBezTo>
                  <a:pt x="8314841" y="6591411"/>
                  <a:pt x="8304634" y="6587022"/>
                  <a:pt x="8293791" y="6586903"/>
                </a:cubicBezTo>
                <a:cubicBezTo>
                  <a:pt x="8280721" y="6592424"/>
                  <a:pt x="8232642" y="6585021"/>
                  <a:pt x="8219223" y="6578961"/>
                </a:cubicBezTo>
                <a:cubicBezTo>
                  <a:pt x="8185638" y="6557431"/>
                  <a:pt x="8123924" y="6576522"/>
                  <a:pt x="8096330" y="6560092"/>
                </a:cubicBezTo>
                <a:cubicBezTo>
                  <a:pt x="8087121" y="6557869"/>
                  <a:pt x="8078422" y="6557144"/>
                  <a:pt x="8070086" y="6557355"/>
                </a:cubicBezTo>
                <a:lnTo>
                  <a:pt x="8047207" y="6560092"/>
                </a:lnTo>
                <a:lnTo>
                  <a:pt x="8041620" y="6565163"/>
                </a:lnTo>
                <a:lnTo>
                  <a:pt x="8027134" y="6564473"/>
                </a:lnTo>
                <a:lnTo>
                  <a:pt x="8023214" y="6565355"/>
                </a:lnTo>
                <a:cubicBezTo>
                  <a:pt x="8015729" y="6567060"/>
                  <a:pt x="8008307" y="6568574"/>
                  <a:pt x="8000801" y="6569339"/>
                </a:cubicBezTo>
                <a:cubicBezTo>
                  <a:pt x="8005606" y="6544751"/>
                  <a:pt x="7937754" y="6571777"/>
                  <a:pt x="7954618" y="6551428"/>
                </a:cubicBezTo>
                <a:cubicBezTo>
                  <a:pt x="7914215" y="6551344"/>
                  <a:pt x="7940865" y="6531998"/>
                  <a:pt x="7896427" y="6551123"/>
                </a:cubicBezTo>
                <a:lnTo>
                  <a:pt x="7643090" y="6532163"/>
                </a:lnTo>
                <a:cubicBezTo>
                  <a:pt x="7673996" y="6576436"/>
                  <a:pt x="7562550" y="6494154"/>
                  <a:pt x="7553164" y="6525457"/>
                </a:cubicBezTo>
                <a:cubicBezTo>
                  <a:pt x="7546247" y="6496957"/>
                  <a:pt x="7465610" y="6497391"/>
                  <a:pt x="7421154" y="6476273"/>
                </a:cubicBezTo>
                <a:cubicBezTo>
                  <a:pt x="7361551" y="6472649"/>
                  <a:pt x="7315144" y="6450550"/>
                  <a:pt x="7255968" y="6462166"/>
                </a:cubicBezTo>
                <a:cubicBezTo>
                  <a:pt x="7253251" y="6458417"/>
                  <a:pt x="7249451" y="6455333"/>
                  <a:pt x="7244911" y="6452730"/>
                </a:cubicBezTo>
                <a:lnTo>
                  <a:pt x="7230265" y="6446549"/>
                </a:lnTo>
                <a:lnTo>
                  <a:pt x="7227815" y="6447125"/>
                </a:lnTo>
                <a:cubicBezTo>
                  <a:pt x="7217801" y="6447570"/>
                  <a:pt x="7212312" y="6446146"/>
                  <a:pt x="7208840" y="6443899"/>
                </a:cubicBezTo>
                <a:lnTo>
                  <a:pt x="7205995" y="6440529"/>
                </a:lnTo>
                <a:lnTo>
                  <a:pt x="7193384" y="6437481"/>
                </a:lnTo>
                <a:lnTo>
                  <a:pt x="7169652" y="6429226"/>
                </a:lnTo>
                <a:lnTo>
                  <a:pt x="7164173" y="6429791"/>
                </a:lnTo>
                <a:lnTo>
                  <a:pt x="7126763" y="6420626"/>
                </a:lnTo>
                <a:lnTo>
                  <a:pt x="7125753" y="6421501"/>
                </a:lnTo>
                <a:cubicBezTo>
                  <a:pt x="7122639" y="6423254"/>
                  <a:pt x="7118733" y="6424154"/>
                  <a:pt x="7113057" y="6423293"/>
                </a:cubicBezTo>
                <a:cubicBezTo>
                  <a:pt x="7114552" y="6439288"/>
                  <a:pt x="7106783" y="6428384"/>
                  <a:pt x="7089914" y="6424434"/>
                </a:cubicBezTo>
                <a:cubicBezTo>
                  <a:pt x="7088470" y="6448394"/>
                  <a:pt x="7044915" y="6428308"/>
                  <a:pt x="7030458" y="6439456"/>
                </a:cubicBezTo>
                <a:cubicBezTo>
                  <a:pt x="7018098" y="6436014"/>
                  <a:pt x="7005002" y="6432811"/>
                  <a:pt x="6991398" y="6430012"/>
                </a:cubicBezTo>
                <a:lnTo>
                  <a:pt x="6983250" y="6428652"/>
                </a:lnTo>
                <a:lnTo>
                  <a:pt x="6982969" y="6428851"/>
                </a:lnTo>
                <a:cubicBezTo>
                  <a:pt x="6980946" y="6429033"/>
                  <a:pt x="6978171" y="6428766"/>
                  <a:pt x="6974140" y="6427864"/>
                </a:cubicBezTo>
                <a:lnTo>
                  <a:pt x="6968396" y="6426177"/>
                </a:lnTo>
                <a:lnTo>
                  <a:pt x="6952590" y="6423541"/>
                </a:lnTo>
                <a:lnTo>
                  <a:pt x="6946361" y="6424122"/>
                </a:lnTo>
                <a:lnTo>
                  <a:pt x="6942752" y="6426497"/>
                </a:lnTo>
                <a:lnTo>
                  <a:pt x="6941472" y="6425953"/>
                </a:lnTo>
                <a:cubicBezTo>
                  <a:pt x="6933258" y="6419432"/>
                  <a:pt x="6934084" y="6412085"/>
                  <a:pt x="6907932" y="6428597"/>
                </a:cubicBezTo>
                <a:cubicBezTo>
                  <a:pt x="6887113" y="6416820"/>
                  <a:pt x="6874835" y="6427475"/>
                  <a:pt x="6837100" y="6425985"/>
                </a:cubicBezTo>
                <a:cubicBezTo>
                  <a:pt x="6826990" y="6416391"/>
                  <a:pt x="6813527" y="6417132"/>
                  <a:pt x="6798354" y="6421041"/>
                </a:cubicBezTo>
                <a:cubicBezTo>
                  <a:pt x="6766250" y="6412267"/>
                  <a:pt x="6729955" y="6415375"/>
                  <a:pt x="6690235" y="6411268"/>
                </a:cubicBezTo>
                <a:cubicBezTo>
                  <a:pt x="6654585" y="6395260"/>
                  <a:pt x="6622599" y="6408785"/>
                  <a:pt x="6580197" y="6404322"/>
                </a:cubicBezTo>
                <a:cubicBezTo>
                  <a:pt x="6554864" y="6382418"/>
                  <a:pt x="6541862" y="6413854"/>
                  <a:pt x="6516748" y="6416928"/>
                </a:cubicBezTo>
                <a:lnTo>
                  <a:pt x="6510427" y="6416567"/>
                </a:lnTo>
                <a:lnTo>
                  <a:pt x="6496409" y="6411723"/>
                </a:lnTo>
                <a:lnTo>
                  <a:pt x="6491671" y="6409264"/>
                </a:lnTo>
                <a:cubicBezTo>
                  <a:pt x="6488210" y="6407807"/>
                  <a:pt x="6485652" y="6407144"/>
                  <a:pt x="6483603" y="6407023"/>
                </a:cubicBezTo>
                <a:lnTo>
                  <a:pt x="6483235" y="6407169"/>
                </a:lnTo>
                <a:lnTo>
                  <a:pt x="6476007" y="6404672"/>
                </a:lnTo>
                <a:cubicBezTo>
                  <a:pt x="6464202" y="6399995"/>
                  <a:pt x="6453088" y="6395002"/>
                  <a:pt x="6442802" y="6389891"/>
                </a:cubicBezTo>
                <a:cubicBezTo>
                  <a:pt x="6423332" y="6398448"/>
                  <a:pt x="6390988" y="6372810"/>
                  <a:pt x="6377838" y="6395551"/>
                </a:cubicBezTo>
                <a:cubicBezTo>
                  <a:pt x="6363436" y="6389290"/>
                  <a:pt x="6361258" y="6377704"/>
                  <a:pt x="6354860" y="6393247"/>
                </a:cubicBezTo>
                <a:cubicBezTo>
                  <a:pt x="6349784" y="6391587"/>
                  <a:pt x="6345558" y="6391878"/>
                  <a:pt x="6341683" y="6393098"/>
                </a:cubicBezTo>
                <a:lnTo>
                  <a:pt x="6340276" y="6393789"/>
                </a:lnTo>
                <a:lnTo>
                  <a:pt x="6308531" y="6379516"/>
                </a:lnTo>
                <a:lnTo>
                  <a:pt x="6302948" y="6379253"/>
                </a:lnTo>
                <a:cubicBezTo>
                  <a:pt x="6248814" y="6382108"/>
                  <a:pt x="6205926" y="6362006"/>
                  <a:pt x="6140607" y="6334265"/>
                </a:cubicBezTo>
                <a:cubicBezTo>
                  <a:pt x="6137487" y="6331108"/>
                  <a:pt x="6051161" y="6339116"/>
                  <a:pt x="6050365" y="6335126"/>
                </a:cubicBezTo>
                <a:cubicBezTo>
                  <a:pt x="6006576" y="6331181"/>
                  <a:pt x="6035144" y="6327580"/>
                  <a:pt x="5978838" y="6322018"/>
                </a:cubicBezTo>
                <a:cubicBezTo>
                  <a:pt x="5962530" y="6314338"/>
                  <a:pt x="5894920" y="6289616"/>
                  <a:pt x="5897645" y="6301654"/>
                </a:cubicBezTo>
                <a:lnTo>
                  <a:pt x="5796158" y="6279213"/>
                </a:lnTo>
                <a:lnTo>
                  <a:pt x="5664797" y="6258481"/>
                </a:lnTo>
                <a:lnTo>
                  <a:pt x="5558293" y="6242384"/>
                </a:lnTo>
                <a:lnTo>
                  <a:pt x="5549921" y="6243309"/>
                </a:lnTo>
                <a:lnTo>
                  <a:pt x="5528450" y="6240218"/>
                </a:lnTo>
                <a:lnTo>
                  <a:pt x="5520604" y="6238128"/>
                </a:lnTo>
                <a:cubicBezTo>
                  <a:pt x="5515114" y="6237034"/>
                  <a:pt x="5511354" y="6236750"/>
                  <a:pt x="5508634" y="6237043"/>
                </a:cubicBezTo>
                <a:lnTo>
                  <a:pt x="5508268" y="6237311"/>
                </a:lnTo>
                <a:lnTo>
                  <a:pt x="5497199" y="6235718"/>
                </a:lnTo>
                <a:cubicBezTo>
                  <a:pt x="5478687" y="6232353"/>
                  <a:pt x="5460838" y="6228438"/>
                  <a:pt x="5443971" y="6224189"/>
                </a:cubicBezTo>
                <a:cubicBezTo>
                  <a:pt x="5425088" y="6239333"/>
                  <a:pt x="5365198" y="6213813"/>
                  <a:pt x="5364587" y="6245607"/>
                </a:cubicBezTo>
                <a:cubicBezTo>
                  <a:pt x="5341603" y="6240798"/>
                  <a:pt x="5330518" y="6226543"/>
                  <a:pt x="5333425" y="6247706"/>
                </a:cubicBezTo>
                <a:cubicBezTo>
                  <a:pt x="5325718" y="6246708"/>
                  <a:pt x="5320498" y="6247999"/>
                  <a:pt x="5316391" y="6250403"/>
                </a:cubicBezTo>
                <a:lnTo>
                  <a:pt x="5315083" y="6251588"/>
                </a:lnTo>
                <a:lnTo>
                  <a:pt x="5264093" y="6240388"/>
                </a:lnTo>
                <a:lnTo>
                  <a:pt x="5256734" y="6241276"/>
                </a:lnTo>
                <a:lnTo>
                  <a:pt x="5224251" y="6230935"/>
                </a:lnTo>
                <a:lnTo>
                  <a:pt x="5207068" y="6227214"/>
                </a:lnTo>
                <a:lnTo>
                  <a:pt x="5203042" y="6222819"/>
                </a:lnTo>
                <a:lnTo>
                  <a:pt x="5013633" y="6212104"/>
                </a:lnTo>
                <a:cubicBezTo>
                  <a:pt x="5007363" y="6208771"/>
                  <a:pt x="4867451" y="6189553"/>
                  <a:pt x="4863573" y="6184654"/>
                </a:cubicBezTo>
                <a:lnTo>
                  <a:pt x="4651416" y="6166539"/>
                </a:lnTo>
                <a:cubicBezTo>
                  <a:pt x="4624977" y="6160344"/>
                  <a:pt x="4469364" y="6128170"/>
                  <a:pt x="4481486" y="6142882"/>
                </a:cubicBezTo>
                <a:cubicBezTo>
                  <a:pt x="4405439" y="6106748"/>
                  <a:pt x="4365783" y="6101727"/>
                  <a:pt x="4269331" y="6098123"/>
                </a:cubicBezTo>
                <a:cubicBezTo>
                  <a:pt x="4210440" y="6124597"/>
                  <a:pt x="4245321" y="6098279"/>
                  <a:pt x="4190801" y="6099192"/>
                </a:cubicBezTo>
                <a:cubicBezTo>
                  <a:pt x="4212420" y="6071793"/>
                  <a:pt x="4151268" y="6084104"/>
                  <a:pt x="4127486" y="6076624"/>
                </a:cubicBezTo>
                <a:cubicBezTo>
                  <a:pt x="4117403" y="6077826"/>
                  <a:pt x="4107474" y="6080022"/>
                  <a:pt x="4097468" y="6082472"/>
                </a:cubicBezTo>
                <a:lnTo>
                  <a:pt x="4092230" y="6083737"/>
                </a:lnTo>
                <a:lnTo>
                  <a:pt x="4072646" y="6083192"/>
                </a:lnTo>
                <a:lnTo>
                  <a:pt x="4065392" y="6090055"/>
                </a:lnTo>
                <a:lnTo>
                  <a:pt x="4034674" y="6094262"/>
                </a:lnTo>
                <a:cubicBezTo>
                  <a:pt x="4023438" y="6094753"/>
                  <a:pt x="4011659" y="6094013"/>
                  <a:pt x="3999109" y="6091300"/>
                </a:cubicBezTo>
                <a:cubicBezTo>
                  <a:pt x="3960965" y="6070220"/>
                  <a:pt x="3878759" y="6097089"/>
                  <a:pt x="3832245" y="6069403"/>
                </a:cubicBezTo>
                <a:cubicBezTo>
                  <a:pt x="3780875" y="6064935"/>
                  <a:pt x="3723613" y="6065226"/>
                  <a:pt x="3690889" y="6064489"/>
                </a:cubicBezTo>
                <a:cubicBezTo>
                  <a:pt x="3674068" y="6075123"/>
                  <a:pt x="3636813" y="6049759"/>
                  <a:pt x="3635899" y="6064980"/>
                </a:cubicBezTo>
                <a:lnTo>
                  <a:pt x="3620576" y="6070271"/>
                </a:lnTo>
                <a:lnTo>
                  <a:pt x="3604087" y="6064439"/>
                </a:lnTo>
                <a:cubicBezTo>
                  <a:pt x="3590166" y="6069757"/>
                  <a:pt x="3579308" y="6073243"/>
                  <a:pt x="3568387" y="6069146"/>
                </a:cubicBezTo>
                <a:lnTo>
                  <a:pt x="3503818" y="6089506"/>
                </a:lnTo>
                <a:cubicBezTo>
                  <a:pt x="3510915" y="6100196"/>
                  <a:pt x="3472416" y="6088681"/>
                  <a:pt x="3466246" y="6098777"/>
                </a:cubicBezTo>
                <a:cubicBezTo>
                  <a:pt x="3462890" y="6107015"/>
                  <a:pt x="3450430" y="6105442"/>
                  <a:pt x="3440422" y="6107901"/>
                </a:cubicBezTo>
                <a:cubicBezTo>
                  <a:pt x="3432391" y="6116010"/>
                  <a:pt x="3383132" y="6120663"/>
                  <a:pt x="3366542" y="6118330"/>
                </a:cubicBezTo>
                <a:cubicBezTo>
                  <a:pt x="3311828" y="6124732"/>
                  <a:pt x="3277604" y="6138667"/>
                  <a:pt x="3240669" y="6130264"/>
                </a:cubicBezTo>
                <a:cubicBezTo>
                  <a:pt x="3230661" y="6130422"/>
                  <a:pt x="3222184" y="6131822"/>
                  <a:pt x="3214708" y="6133988"/>
                </a:cubicBezTo>
                <a:lnTo>
                  <a:pt x="3194214" y="6147821"/>
                </a:lnTo>
                <a:lnTo>
                  <a:pt x="3180468" y="6150623"/>
                </a:lnTo>
                <a:lnTo>
                  <a:pt x="3177508" y="6152351"/>
                </a:lnTo>
                <a:cubicBezTo>
                  <a:pt x="3171873" y="6155673"/>
                  <a:pt x="3166158" y="6158806"/>
                  <a:pt x="3159834" y="6161276"/>
                </a:cubicBezTo>
                <a:cubicBezTo>
                  <a:pt x="3135185" y="6159416"/>
                  <a:pt x="3121213" y="6160394"/>
                  <a:pt x="3104835" y="6155927"/>
                </a:cubicBezTo>
                <a:cubicBezTo>
                  <a:pt x="3067805" y="6165414"/>
                  <a:pt x="3078432" y="6141523"/>
                  <a:pt x="3051373" y="6169421"/>
                </a:cubicBezTo>
                <a:cubicBezTo>
                  <a:pt x="2978033" y="6169169"/>
                  <a:pt x="2947947" y="6220998"/>
                  <a:pt x="2877306" y="6208324"/>
                </a:cubicBezTo>
                <a:cubicBezTo>
                  <a:pt x="2821913" y="6217975"/>
                  <a:pt x="2762952" y="6223226"/>
                  <a:pt x="2719018" y="6227333"/>
                </a:cubicBezTo>
                <a:cubicBezTo>
                  <a:pt x="2639811" y="6232636"/>
                  <a:pt x="2504877" y="6234795"/>
                  <a:pt x="2454061" y="6236538"/>
                </a:cubicBezTo>
                <a:cubicBezTo>
                  <a:pt x="2403245" y="6238280"/>
                  <a:pt x="2420126" y="6239079"/>
                  <a:pt x="2414120" y="6237789"/>
                </a:cubicBezTo>
                <a:lnTo>
                  <a:pt x="2384765" y="6235638"/>
                </a:lnTo>
                <a:lnTo>
                  <a:pt x="2365600" y="6233135"/>
                </a:lnTo>
                <a:cubicBezTo>
                  <a:pt x="2356752" y="6235910"/>
                  <a:pt x="2350716" y="6235915"/>
                  <a:pt x="2345941" y="6234695"/>
                </a:cubicBezTo>
                <a:lnTo>
                  <a:pt x="2340941" y="6232305"/>
                </a:lnTo>
                <a:lnTo>
                  <a:pt x="2327235" y="6232519"/>
                </a:lnTo>
                <a:lnTo>
                  <a:pt x="2299646" y="6230633"/>
                </a:lnTo>
                <a:lnTo>
                  <a:pt x="2295035" y="6232443"/>
                </a:lnTo>
                <a:lnTo>
                  <a:pt x="2268728" y="6240177"/>
                </a:lnTo>
                <a:cubicBezTo>
                  <a:pt x="2268628" y="6240521"/>
                  <a:pt x="2254084" y="6233657"/>
                  <a:pt x="2253984" y="6234001"/>
                </a:cubicBezTo>
                <a:cubicBezTo>
                  <a:pt x="2239122" y="6237048"/>
                  <a:pt x="2209108" y="6234931"/>
                  <a:pt x="2191113" y="6240434"/>
                </a:cubicBezTo>
                <a:lnTo>
                  <a:pt x="2146012" y="6259810"/>
                </a:lnTo>
                <a:cubicBezTo>
                  <a:pt x="2145973" y="6259892"/>
                  <a:pt x="2128598" y="6274390"/>
                  <a:pt x="2128560" y="6274472"/>
                </a:cubicBezTo>
                <a:cubicBezTo>
                  <a:pt x="2126838" y="6275117"/>
                  <a:pt x="2124109" y="6275530"/>
                  <a:pt x="2119778" y="6275665"/>
                </a:cubicBezTo>
                <a:lnTo>
                  <a:pt x="2110434" y="6282700"/>
                </a:lnTo>
                <a:lnTo>
                  <a:pt x="2081418" y="6289059"/>
                </a:lnTo>
                <a:lnTo>
                  <a:pt x="2088526" y="6281659"/>
                </a:lnTo>
                <a:cubicBezTo>
                  <a:pt x="2076371" y="6277676"/>
                  <a:pt x="2071903" y="6270803"/>
                  <a:pt x="2059717" y="6292002"/>
                </a:cubicBezTo>
                <a:cubicBezTo>
                  <a:pt x="2032291" y="6286224"/>
                  <a:pt x="2028634" y="6298813"/>
                  <a:pt x="1993045" y="6306390"/>
                </a:cubicBezTo>
                <a:cubicBezTo>
                  <a:pt x="1976971" y="6300063"/>
                  <a:pt x="1965178" y="6303922"/>
                  <a:pt x="1954075" y="6311066"/>
                </a:cubicBezTo>
                <a:cubicBezTo>
                  <a:pt x="1918456" y="6310689"/>
                  <a:pt x="1887456" y="6322102"/>
                  <a:pt x="1848190" y="6327771"/>
                </a:cubicBezTo>
                <a:lnTo>
                  <a:pt x="1737951" y="6344513"/>
                </a:lnTo>
                <a:lnTo>
                  <a:pt x="1696709" y="6346605"/>
                </a:lnTo>
                <a:cubicBezTo>
                  <a:pt x="1692504" y="6346100"/>
                  <a:pt x="1663837" y="6347211"/>
                  <a:pt x="1661872" y="6347587"/>
                </a:cubicBezTo>
                <a:lnTo>
                  <a:pt x="1655864" y="6347808"/>
                </a:lnTo>
                <a:lnTo>
                  <a:pt x="1633028" y="6358060"/>
                </a:lnTo>
                <a:cubicBezTo>
                  <a:pt x="1618899" y="6356602"/>
                  <a:pt x="1619623" y="6369112"/>
                  <a:pt x="1606576" y="6366899"/>
                </a:cubicBezTo>
                <a:lnTo>
                  <a:pt x="1461291" y="6379054"/>
                </a:lnTo>
                <a:lnTo>
                  <a:pt x="1428798" y="6379606"/>
                </a:lnTo>
                <a:cubicBezTo>
                  <a:pt x="1424834" y="6377722"/>
                  <a:pt x="1419064" y="6376842"/>
                  <a:pt x="1409244" y="6378241"/>
                </a:cubicBezTo>
                <a:lnTo>
                  <a:pt x="1406951" y="6379043"/>
                </a:lnTo>
                <a:lnTo>
                  <a:pt x="1391002" y="6374347"/>
                </a:lnTo>
                <a:cubicBezTo>
                  <a:pt x="1385899" y="6372215"/>
                  <a:pt x="1381417" y="6369535"/>
                  <a:pt x="1377852" y="6366097"/>
                </a:cubicBezTo>
                <a:cubicBezTo>
                  <a:pt x="1352108" y="6365458"/>
                  <a:pt x="1267249" y="6359383"/>
                  <a:pt x="1239424" y="6359700"/>
                </a:cubicBezTo>
                <a:cubicBezTo>
                  <a:pt x="1211599" y="6360016"/>
                  <a:pt x="1221978" y="6361392"/>
                  <a:pt x="1208014" y="6357188"/>
                </a:cubicBezTo>
                <a:lnTo>
                  <a:pt x="1152751" y="6345283"/>
                </a:lnTo>
                <a:lnTo>
                  <a:pt x="949771" y="6335308"/>
                </a:lnTo>
                <a:cubicBezTo>
                  <a:pt x="888502" y="6312655"/>
                  <a:pt x="822682" y="6331858"/>
                  <a:pt x="752723" y="6320875"/>
                </a:cubicBezTo>
                <a:cubicBezTo>
                  <a:pt x="697396" y="6317271"/>
                  <a:pt x="686655" y="6275609"/>
                  <a:pt x="665167" y="6275293"/>
                </a:cubicBezTo>
                <a:cubicBezTo>
                  <a:pt x="657908" y="6276764"/>
                  <a:pt x="625159" y="6270979"/>
                  <a:pt x="618141" y="6273378"/>
                </a:cubicBezTo>
                <a:cubicBezTo>
                  <a:pt x="606112" y="6250236"/>
                  <a:pt x="628751" y="6263137"/>
                  <a:pt x="596498" y="6261621"/>
                </a:cubicBezTo>
                <a:cubicBezTo>
                  <a:pt x="598654" y="6267969"/>
                  <a:pt x="583476" y="6241875"/>
                  <a:pt x="568296" y="6259035"/>
                </a:cubicBezTo>
                <a:lnTo>
                  <a:pt x="550874" y="6247808"/>
                </a:lnTo>
                <a:lnTo>
                  <a:pt x="521056" y="6251759"/>
                </a:lnTo>
                <a:cubicBezTo>
                  <a:pt x="512844" y="6252767"/>
                  <a:pt x="496898" y="6238469"/>
                  <a:pt x="487255" y="6237156"/>
                </a:cubicBezTo>
                <a:cubicBezTo>
                  <a:pt x="449168" y="6235869"/>
                  <a:pt x="452372" y="6218847"/>
                  <a:pt x="431825" y="6228675"/>
                </a:cubicBezTo>
                <a:cubicBezTo>
                  <a:pt x="409674" y="6239271"/>
                  <a:pt x="353899" y="6202116"/>
                  <a:pt x="346639" y="6209624"/>
                </a:cubicBezTo>
                <a:cubicBezTo>
                  <a:pt x="335776" y="6218525"/>
                  <a:pt x="269484" y="6176632"/>
                  <a:pt x="271007" y="6188053"/>
                </a:cubicBezTo>
                <a:cubicBezTo>
                  <a:pt x="223668" y="6157668"/>
                  <a:pt x="207158" y="6173403"/>
                  <a:pt x="189996" y="6162482"/>
                </a:cubicBezTo>
                <a:cubicBezTo>
                  <a:pt x="167941" y="6147838"/>
                  <a:pt x="134526" y="6155297"/>
                  <a:pt x="121342" y="6139836"/>
                </a:cubicBezTo>
                <a:cubicBezTo>
                  <a:pt x="108158" y="6124375"/>
                  <a:pt x="113782" y="6146084"/>
                  <a:pt x="90669" y="6116573"/>
                </a:cubicBezTo>
                <a:cubicBezTo>
                  <a:pt x="76705" y="6097951"/>
                  <a:pt x="64226" y="6077165"/>
                  <a:pt x="49115" y="6053333"/>
                </a:cubicBezTo>
                <a:cubicBezTo>
                  <a:pt x="34004" y="6029501"/>
                  <a:pt x="12038" y="6070748"/>
                  <a:pt x="0" y="6024041"/>
                </a:cubicBezTo>
                <a:close/>
              </a:path>
            </a:pathLst>
          </a:cu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62908832-BEF9-A8AA-64D1-BFAF4F8202EC}"/>
              </a:ext>
            </a:extLst>
          </p:cNvPr>
          <p:cNvSpPr txBox="1"/>
          <p:nvPr/>
        </p:nvSpPr>
        <p:spPr>
          <a:xfrm>
            <a:off x="3826933" y="3075057"/>
            <a:ext cx="8365067" cy="523220"/>
          </a:xfrm>
          <a:prstGeom prst="rect">
            <a:avLst/>
          </a:prstGeom>
          <a:solidFill>
            <a:schemeClr val="bg1">
              <a:alpha val="57928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sz="2800" dirty="0">
                <a:solidFill>
                  <a:srgbClr val="002060"/>
                </a:solidFill>
                <a:latin typeface="Trebuchet MS" panose="020B0703020202090204" pitchFamily="34" charset="0"/>
              </a:rPr>
              <a:t>JORNADA 1 CD TERUEL</a:t>
            </a:r>
            <a:endParaRPr lang="es-ES" sz="4000" dirty="0">
              <a:solidFill>
                <a:srgbClr val="002060"/>
              </a:solidFill>
              <a:latin typeface="Trebuchet MS" panose="020B0703020202090204" pitchFamily="34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17950469-12EE-2D36-FBF9-21CE969BBCE7}"/>
              </a:ext>
            </a:extLst>
          </p:cNvPr>
          <p:cNvSpPr txBox="1"/>
          <p:nvPr/>
        </p:nvSpPr>
        <p:spPr>
          <a:xfrm>
            <a:off x="9004300" y="6220617"/>
            <a:ext cx="30480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solidFill>
                  <a:schemeClr val="bg1"/>
                </a:solidFill>
                <a:latin typeface="Trebuchet MS" panose="020B0703020202090204" pitchFamily="34" charset="0"/>
              </a:rPr>
              <a:t>REAL MADRID CASTILLA TEMP 26-27</a:t>
            </a:r>
          </a:p>
        </p:txBody>
      </p:sp>
      <p:grpSp>
        <p:nvGrpSpPr>
          <p:cNvPr id="5" name="Grupo 4">
            <a:extLst>
              <a:ext uri="{FF2B5EF4-FFF2-40B4-BE49-F238E27FC236}">
                <a16:creationId xmlns:a16="http://schemas.microsoft.com/office/drawing/2014/main" id="{74456CE0-FE65-0A4A-8519-722863C1330A}"/>
              </a:ext>
            </a:extLst>
          </p:cNvPr>
          <p:cNvGrpSpPr/>
          <p:nvPr/>
        </p:nvGrpSpPr>
        <p:grpSpPr>
          <a:xfrm>
            <a:off x="1594434" y="1570211"/>
            <a:ext cx="3660485" cy="3532911"/>
            <a:chOff x="4860060" y="2161307"/>
            <a:chExt cx="2482850" cy="2642177"/>
          </a:xfrm>
        </p:grpSpPr>
        <p:pic>
          <p:nvPicPr>
            <p:cNvPr id="6" name="Imagen 5">
              <a:extLst>
                <a:ext uri="{FF2B5EF4-FFF2-40B4-BE49-F238E27FC236}">
                  <a16:creationId xmlns:a16="http://schemas.microsoft.com/office/drawing/2014/main" id="{B64A8873-8573-154D-93B4-6719A11B4C5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499100" y="2584450"/>
              <a:ext cx="1193800" cy="1689100"/>
            </a:xfrm>
            <a:prstGeom prst="rect">
              <a:avLst/>
            </a:prstGeom>
          </p:spPr>
        </p:pic>
        <p:pic>
          <p:nvPicPr>
            <p:cNvPr id="8" name="Imagen 7">
              <a:extLst>
                <a:ext uri="{FF2B5EF4-FFF2-40B4-BE49-F238E27FC236}">
                  <a16:creationId xmlns:a16="http://schemas.microsoft.com/office/drawing/2014/main" id="{3404F599-0BEB-5345-B644-883EA9941E9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860060" y="2161307"/>
              <a:ext cx="2482850" cy="264217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724174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B6C82-122C-9042-7BDF-2D8185682D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uadroTexto 12">
            <a:extLst>
              <a:ext uri="{FF2B5EF4-FFF2-40B4-BE49-F238E27FC236}">
                <a16:creationId xmlns:a16="http://schemas.microsoft.com/office/drawing/2014/main" id="{3AE702F4-FBB4-17BA-7FAA-B46D1EB6B18E}"/>
              </a:ext>
            </a:extLst>
          </p:cNvPr>
          <p:cNvSpPr txBox="1"/>
          <p:nvPr/>
        </p:nvSpPr>
        <p:spPr>
          <a:xfrm>
            <a:off x="542167" y="169349"/>
            <a:ext cx="11455202" cy="338554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" sz="1600" b="1" dirty="0">
                <a:solidFill>
                  <a:schemeClr val="bg1"/>
                </a:solidFill>
                <a:latin typeface="Trebuchet MS" panose="020B0703020202090204" pitchFamily="34" charset="0"/>
              </a:rPr>
              <a:t>CLASIFICACIÓN</a:t>
            </a:r>
            <a:endParaRPr lang="es-ES" sz="1600" dirty="0">
              <a:solidFill>
                <a:schemeClr val="bg1"/>
              </a:solidFill>
              <a:latin typeface="Trebuchet MS" panose="020B0703020202090204" pitchFamily="34" charset="0"/>
            </a:endParaRPr>
          </a:p>
        </p:txBody>
      </p:sp>
      <p:sp>
        <p:nvSpPr>
          <p:cNvPr id="38" name="Rectángulo redondeado 37">
            <a:extLst>
              <a:ext uri="{FF2B5EF4-FFF2-40B4-BE49-F238E27FC236}">
                <a16:creationId xmlns:a16="http://schemas.microsoft.com/office/drawing/2014/main" id="{F6DA048B-2776-7C92-5419-A1024D1EBFFC}"/>
              </a:ext>
            </a:extLst>
          </p:cNvPr>
          <p:cNvSpPr/>
          <p:nvPr/>
        </p:nvSpPr>
        <p:spPr>
          <a:xfrm>
            <a:off x="2323585" y="702913"/>
            <a:ext cx="1761736" cy="400110"/>
          </a:xfrm>
          <a:prstGeom prst="round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" sz="1600" b="1" dirty="0">
                <a:solidFill>
                  <a:schemeClr val="bg1"/>
                </a:solidFill>
                <a:latin typeface="Trebuchet MS" panose="020B0703020202090204" pitchFamily="34" charset="0"/>
              </a:rPr>
              <a:t>LIGA</a:t>
            </a:r>
          </a:p>
        </p:txBody>
      </p:sp>
      <p:sp>
        <p:nvSpPr>
          <p:cNvPr id="39" name="Rectángulo redondeado 38">
            <a:extLst>
              <a:ext uri="{FF2B5EF4-FFF2-40B4-BE49-F238E27FC236}">
                <a16:creationId xmlns:a16="http://schemas.microsoft.com/office/drawing/2014/main" id="{1A097B0C-BF61-01E8-47FB-BBB33D62B81C}"/>
              </a:ext>
            </a:extLst>
          </p:cNvPr>
          <p:cNvSpPr/>
          <p:nvPr/>
        </p:nvSpPr>
        <p:spPr>
          <a:xfrm>
            <a:off x="7864474" y="702913"/>
            <a:ext cx="2167543" cy="374571"/>
          </a:xfrm>
          <a:prstGeom prst="round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" sz="1600" b="1" dirty="0">
                <a:solidFill>
                  <a:schemeClr val="bg1"/>
                </a:solidFill>
                <a:latin typeface="Trebuchet MS" panose="020B0703020202090204" pitchFamily="34" charset="0"/>
              </a:rPr>
              <a:t>VISITANTE</a:t>
            </a:r>
          </a:p>
        </p:txBody>
      </p:sp>
      <p:grpSp>
        <p:nvGrpSpPr>
          <p:cNvPr id="5" name="Grupo 4">
            <a:extLst>
              <a:ext uri="{FF2B5EF4-FFF2-40B4-BE49-F238E27FC236}">
                <a16:creationId xmlns:a16="http://schemas.microsoft.com/office/drawing/2014/main" id="{AA06780B-2E43-7841-A670-370168BC2467}"/>
              </a:ext>
            </a:extLst>
          </p:cNvPr>
          <p:cNvGrpSpPr/>
          <p:nvPr/>
        </p:nvGrpSpPr>
        <p:grpSpPr>
          <a:xfrm>
            <a:off x="-51795" y="32035"/>
            <a:ext cx="655606" cy="613181"/>
            <a:chOff x="4860060" y="2161307"/>
            <a:chExt cx="2482850" cy="2642177"/>
          </a:xfrm>
        </p:grpSpPr>
        <p:pic>
          <p:nvPicPr>
            <p:cNvPr id="6" name="Imagen 5">
              <a:extLst>
                <a:ext uri="{FF2B5EF4-FFF2-40B4-BE49-F238E27FC236}">
                  <a16:creationId xmlns:a16="http://schemas.microsoft.com/office/drawing/2014/main" id="{8C190300-B96C-3E4A-8C45-8B34D8D3D7F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499100" y="2584450"/>
              <a:ext cx="1193800" cy="1689100"/>
            </a:xfrm>
            <a:prstGeom prst="rect">
              <a:avLst/>
            </a:prstGeom>
          </p:spPr>
        </p:pic>
        <p:pic>
          <p:nvPicPr>
            <p:cNvPr id="7" name="Imagen 6">
              <a:extLst>
                <a:ext uri="{FF2B5EF4-FFF2-40B4-BE49-F238E27FC236}">
                  <a16:creationId xmlns:a16="http://schemas.microsoft.com/office/drawing/2014/main" id="{D8789B01-D8D4-EB44-9E63-354EA16FAA4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860060" y="2161307"/>
              <a:ext cx="2482850" cy="264217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642572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AB93CA21-9860-0247-8214-5E3278313A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8261" y="926028"/>
            <a:ext cx="2290563" cy="1674942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8E6B5E81-B665-813D-4ADA-F42AE31B1C93}"/>
              </a:ext>
            </a:extLst>
          </p:cNvPr>
          <p:cNvSpPr txBox="1"/>
          <p:nvPr/>
        </p:nvSpPr>
        <p:spPr>
          <a:xfrm>
            <a:off x="542167" y="169349"/>
            <a:ext cx="11455202" cy="338554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" sz="1600" b="1" dirty="0">
                <a:solidFill>
                  <a:schemeClr val="bg1"/>
                </a:solidFill>
                <a:latin typeface="Trebuchet MS" panose="020B0703020202090204" pitchFamily="34" charset="0"/>
              </a:rPr>
              <a:t>RESULTADOS TEMPORADA</a:t>
            </a:r>
            <a:endParaRPr lang="es-ES" sz="1600" dirty="0">
              <a:solidFill>
                <a:schemeClr val="bg1"/>
              </a:solidFill>
              <a:latin typeface="Trebuchet MS" panose="020B0703020202090204" pitchFamily="34" charset="0"/>
            </a:endParaRPr>
          </a:p>
        </p:txBody>
      </p:sp>
      <p:sp>
        <p:nvSpPr>
          <p:cNvPr id="195" name="Rectángulo 194">
            <a:extLst>
              <a:ext uri="{FF2B5EF4-FFF2-40B4-BE49-F238E27FC236}">
                <a16:creationId xmlns:a16="http://schemas.microsoft.com/office/drawing/2014/main" id="{F009D70B-66C6-F6CD-4BFF-5B9276365547}"/>
              </a:ext>
            </a:extLst>
          </p:cNvPr>
          <p:cNvSpPr/>
          <p:nvPr/>
        </p:nvSpPr>
        <p:spPr>
          <a:xfrm>
            <a:off x="276828" y="2269355"/>
            <a:ext cx="3698766" cy="331615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97" name="CuadroTexto 196">
            <a:extLst>
              <a:ext uri="{FF2B5EF4-FFF2-40B4-BE49-F238E27FC236}">
                <a16:creationId xmlns:a16="http://schemas.microsoft.com/office/drawing/2014/main" id="{DF59E492-BA0A-3C36-34D2-E7C37E024998}"/>
              </a:ext>
            </a:extLst>
          </p:cNvPr>
          <p:cNvSpPr txBox="1"/>
          <p:nvPr/>
        </p:nvSpPr>
        <p:spPr>
          <a:xfrm>
            <a:off x="2982400" y="2295177"/>
            <a:ext cx="9729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600" dirty="0">
                <a:solidFill>
                  <a:srgbClr val="FF0000"/>
                </a:solidFill>
              </a:rPr>
              <a:t>PABLO PASCUAL 30’</a:t>
            </a:r>
          </a:p>
          <a:p>
            <a:pPr algn="r"/>
            <a:r>
              <a:rPr lang="es-ES" sz="600" dirty="0">
                <a:solidFill>
                  <a:srgbClr val="FF0000"/>
                </a:solidFill>
              </a:rPr>
              <a:t>ALBERT GARCIA 37’</a:t>
            </a:r>
          </a:p>
        </p:txBody>
      </p:sp>
      <p:sp>
        <p:nvSpPr>
          <p:cNvPr id="198" name="Rectángulo 197">
            <a:extLst>
              <a:ext uri="{FF2B5EF4-FFF2-40B4-BE49-F238E27FC236}">
                <a16:creationId xmlns:a16="http://schemas.microsoft.com/office/drawing/2014/main" id="{2BF78C30-3CA4-0094-F3C1-D092DEE7F8CE}"/>
              </a:ext>
            </a:extLst>
          </p:cNvPr>
          <p:cNvSpPr/>
          <p:nvPr/>
        </p:nvSpPr>
        <p:spPr>
          <a:xfrm>
            <a:off x="276828" y="1930317"/>
            <a:ext cx="3698766" cy="33161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99" name="CuadroTexto 198">
            <a:extLst>
              <a:ext uri="{FF2B5EF4-FFF2-40B4-BE49-F238E27FC236}">
                <a16:creationId xmlns:a16="http://schemas.microsoft.com/office/drawing/2014/main" id="{01510939-A462-F6A6-BE36-6008DE53568E}"/>
              </a:ext>
            </a:extLst>
          </p:cNvPr>
          <p:cNvSpPr txBox="1"/>
          <p:nvPr/>
        </p:nvSpPr>
        <p:spPr>
          <a:xfrm>
            <a:off x="329378" y="1916809"/>
            <a:ext cx="9612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600" dirty="0">
                <a:solidFill>
                  <a:srgbClr val="FF0000"/>
                </a:solidFill>
              </a:rPr>
              <a:t>DIEGO GOMEZ. 6’</a:t>
            </a:r>
          </a:p>
          <a:p>
            <a:r>
              <a:rPr lang="es-ES" sz="600" dirty="0">
                <a:solidFill>
                  <a:srgbClr val="FF0000"/>
                </a:solidFill>
              </a:rPr>
              <a:t>AGUSTIN JUAREZ 43’</a:t>
            </a:r>
          </a:p>
          <a:p>
            <a:r>
              <a:rPr lang="es-ES" sz="600" dirty="0">
                <a:solidFill>
                  <a:srgbClr val="FF0000"/>
                </a:solidFill>
              </a:rPr>
              <a:t>DIEGO COLLADO 85’</a:t>
            </a:r>
          </a:p>
        </p:txBody>
      </p:sp>
      <p:sp>
        <p:nvSpPr>
          <p:cNvPr id="201" name="Rectángulo 200">
            <a:extLst>
              <a:ext uri="{FF2B5EF4-FFF2-40B4-BE49-F238E27FC236}">
                <a16:creationId xmlns:a16="http://schemas.microsoft.com/office/drawing/2014/main" id="{0F2D8C68-607B-F041-25BA-B5EF78F7A702}"/>
              </a:ext>
            </a:extLst>
          </p:cNvPr>
          <p:cNvSpPr/>
          <p:nvPr/>
        </p:nvSpPr>
        <p:spPr>
          <a:xfrm>
            <a:off x="276828" y="1586104"/>
            <a:ext cx="3698766" cy="33161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03" name="CuadroTexto 202">
            <a:extLst>
              <a:ext uri="{FF2B5EF4-FFF2-40B4-BE49-F238E27FC236}">
                <a16:creationId xmlns:a16="http://schemas.microsoft.com/office/drawing/2014/main" id="{4580E871-C5D1-ED7C-C847-D3B4EC3F2E86}"/>
              </a:ext>
            </a:extLst>
          </p:cNvPr>
          <p:cNvSpPr txBox="1"/>
          <p:nvPr/>
        </p:nvSpPr>
        <p:spPr>
          <a:xfrm>
            <a:off x="2982400" y="1674986"/>
            <a:ext cx="972962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600" dirty="0">
                <a:solidFill>
                  <a:srgbClr val="00B050"/>
                </a:solidFill>
              </a:rPr>
              <a:t>EDU GALALRDO 30’</a:t>
            </a:r>
          </a:p>
        </p:txBody>
      </p:sp>
      <p:sp>
        <p:nvSpPr>
          <p:cNvPr id="204" name="Rectángulo 203">
            <a:extLst>
              <a:ext uri="{FF2B5EF4-FFF2-40B4-BE49-F238E27FC236}">
                <a16:creationId xmlns:a16="http://schemas.microsoft.com/office/drawing/2014/main" id="{B3688BB8-D806-4F32-7C74-C7775C743C5E}"/>
              </a:ext>
            </a:extLst>
          </p:cNvPr>
          <p:cNvSpPr/>
          <p:nvPr/>
        </p:nvSpPr>
        <p:spPr>
          <a:xfrm>
            <a:off x="276828" y="1247066"/>
            <a:ext cx="3698766" cy="331615"/>
          </a:xfrm>
          <a:prstGeom prst="rect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07" name="Rectángulo 206">
            <a:extLst>
              <a:ext uri="{FF2B5EF4-FFF2-40B4-BE49-F238E27FC236}">
                <a16:creationId xmlns:a16="http://schemas.microsoft.com/office/drawing/2014/main" id="{81C9120D-C843-35C3-4105-91A81811D993}"/>
              </a:ext>
            </a:extLst>
          </p:cNvPr>
          <p:cNvSpPr/>
          <p:nvPr/>
        </p:nvSpPr>
        <p:spPr>
          <a:xfrm>
            <a:off x="282241" y="900472"/>
            <a:ext cx="3698766" cy="331615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08" name="CuadroTexto 207">
            <a:extLst>
              <a:ext uri="{FF2B5EF4-FFF2-40B4-BE49-F238E27FC236}">
                <a16:creationId xmlns:a16="http://schemas.microsoft.com/office/drawing/2014/main" id="{2EDA16E2-D2EA-46A9-7D87-9E5D9FDCCE94}"/>
              </a:ext>
            </a:extLst>
          </p:cNvPr>
          <p:cNvSpPr txBox="1"/>
          <p:nvPr/>
        </p:nvSpPr>
        <p:spPr>
          <a:xfrm>
            <a:off x="435587" y="929004"/>
            <a:ext cx="7976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600" dirty="0">
                <a:solidFill>
                  <a:srgbClr val="00B050"/>
                </a:solidFill>
              </a:rPr>
              <a:t>EDU GALLARDO 41’</a:t>
            </a:r>
          </a:p>
          <a:p>
            <a:r>
              <a:rPr lang="es-ES" sz="600" dirty="0">
                <a:solidFill>
                  <a:srgbClr val="00B050"/>
                </a:solidFill>
              </a:rPr>
              <a:t>GOYO 89’</a:t>
            </a:r>
          </a:p>
        </p:txBody>
      </p:sp>
      <p:sp>
        <p:nvSpPr>
          <p:cNvPr id="209" name="CuadroTexto 208">
            <a:extLst>
              <a:ext uri="{FF2B5EF4-FFF2-40B4-BE49-F238E27FC236}">
                <a16:creationId xmlns:a16="http://schemas.microsoft.com/office/drawing/2014/main" id="{C2A2F1F5-58D5-1060-6681-A9AE959097EA}"/>
              </a:ext>
            </a:extLst>
          </p:cNvPr>
          <p:cNvSpPr txBox="1"/>
          <p:nvPr/>
        </p:nvSpPr>
        <p:spPr>
          <a:xfrm>
            <a:off x="2977539" y="977665"/>
            <a:ext cx="972962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600" dirty="0">
                <a:solidFill>
                  <a:srgbClr val="FF0000"/>
                </a:solidFill>
              </a:rPr>
              <a:t>ALDIYAR NURGALI 20’</a:t>
            </a:r>
          </a:p>
        </p:txBody>
      </p:sp>
      <p:grpSp>
        <p:nvGrpSpPr>
          <p:cNvPr id="17" name="Grupo 16">
            <a:extLst>
              <a:ext uri="{FF2B5EF4-FFF2-40B4-BE49-F238E27FC236}">
                <a16:creationId xmlns:a16="http://schemas.microsoft.com/office/drawing/2014/main" id="{A3F2F595-E7A2-9345-92B1-919AB066B729}"/>
              </a:ext>
            </a:extLst>
          </p:cNvPr>
          <p:cNvGrpSpPr/>
          <p:nvPr/>
        </p:nvGrpSpPr>
        <p:grpSpPr>
          <a:xfrm>
            <a:off x="-51795" y="32035"/>
            <a:ext cx="655606" cy="613181"/>
            <a:chOff x="4860060" y="2161307"/>
            <a:chExt cx="2482850" cy="2642177"/>
          </a:xfrm>
        </p:grpSpPr>
        <p:pic>
          <p:nvPicPr>
            <p:cNvPr id="18" name="Imagen 17">
              <a:extLst>
                <a:ext uri="{FF2B5EF4-FFF2-40B4-BE49-F238E27FC236}">
                  <a16:creationId xmlns:a16="http://schemas.microsoft.com/office/drawing/2014/main" id="{E19C88E1-7A78-F74B-97E5-CF5FA8039EB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499100" y="2584450"/>
              <a:ext cx="1193800" cy="1689100"/>
            </a:xfrm>
            <a:prstGeom prst="rect">
              <a:avLst/>
            </a:prstGeom>
          </p:spPr>
        </p:pic>
        <p:pic>
          <p:nvPicPr>
            <p:cNvPr id="19" name="Imagen 18">
              <a:extLst>
                <a:ext uri="{FF2B5EF4-FFF2-40B4-BE49-F238E27FC236}">
                  <a16:creationId xmlns:a16="http://schemas.microsoft.com/office/drawing/2014/main" id="{A580C6D6-7229-1847-AC3D-C3DE76D3B45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860060" y="2161307"/>
              <a:ext cx="2482850" cy="2642177"/>
            </a:xfrm>
            <a:prstGeom prst="rect">
              <a:avLst/>
            </a:prstGeom>
          </p:spPr>
        </p:pic>
      </p:grpSp>
      <p:sp>
        <p:nvSpPr>
          <p:cNvPr id="22" name="CuadroTexto 21">
            <a:extLst>
              <a:ext uri="{FF2B5EF4-FFF2-40B4-BE49-F238E27FC236}">
                <a16:creationId xmlns:a16="http://schemas.microsoft.com/office/drawing/2014/main" id="{E3B295F1-9899-FD42-AF46-481F64B86F61}"/>
              </a:ext>
            </a:extLst>
          </p:cNvPr>
          <p:cNvSpPr txBox="1"/>
          <p:nvPr/>
        </p:nvSpPr>
        <p:spPr>
          <a:xfrm>
            <a:off x="2977539" y="2006601"/>
            <a:ext cx="972962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600" dirty="0">
                <a:solidFill>
                  <a:srgbClr val="00B050"/>
                </a:solidFill>
              </a:rPr>
              <a:t>MARIO SESE 62’</a:t>
            </a:r>
          </a:p>
        </p:txBody>
      </p:sp>
    </p:spTree>
    <p:extLst>
      <p:ext uri="{BB962C8B-B14F-4D97-AF65-F5344CB8AC3E}">
        <p14:creationId xmlns:p14="http://schemas.microsoft.com/office/powerpoint/2010/main" val="32926533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B6C82-122C-9042-7BDF-2D8185682D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redondeado 1">
            <a:extLst>
              <a:ext uri="{FF2B5EF4-FFF2-40B4-BE49-F238E27FC236}">
                <a16:creationId xmlns:a16="http://schemas.microsoft.com/office/drawing/2014/main" id="{6FAA0013-7729-0345-829B-11C5AEBCD3F7}"/>
              </a:ext>
            </a:extLst>
          </p:cNvPr>
          <p:cNvSpPr/>
          <p:nvPr/>
        </p:nvSpPr>
        <p:spPr>
          <a:xfrm>
            <a:off x="229716" y="851319"/>
            <a:ext cx="2631453" cy="400110"/>
          </a:xfrm>
          <a:prstGeom prst="roundRect">
            <a:avLst/>
          </a:prstGeom>
          <a:solidFill>
            <a:srgbClr val="00206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/>
              <a:t>A FAVOR</a:t>
            </a:r>
          </a:p>
        </p:txBody>
      </p:sp>
      <p:sp>
        <p:nvSpPr>
          <p:cNvPr id="19" name="Rectángulo redondeado 18">
            <a:extLst>
              <a:ext uri="{FF2B5EF4-FFF2-40B4-BE49-F238E27FC236}">
                <a16:creationId xmlns:a16="http://schemas.microsoft.com/office/drawing/2014/main" id="{284CE974-3414-7BE4-3E94-18323022A4BA}"/>
              </a:ext>
            </a:extLst>
          </p:cNvPr>
          <p:cNvSpPr/>
          <p:nvPr/>
        </p:nvSpPr>
        <p:spPr>
          <a:xfrm>
            <a:off x="3107288" y="841906"/>
            <a:ext cx="2499798" cy="405946"/>
          </a:xfrm>
          <a:prstGeom prst="roundRect">
            <a:avLst>
              <a:gd name="adj" fmla="val 30249"/>
            </a:avLst>
          </a:prstGeom>
          <a:solidFill>
            <a:srgbClr val="00206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/>
              <a:t>EN CONTRA</a:t>
            </a:r>
          </a:p>
        </p:txBody>
      </p:sp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AD24EDB6-41C4-AE26-3A9C-F930870F55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4656269"/>
              </p:ext>
            </p:extLst>
          </p:nvPr>
        </p:nvGraphicFramePr>
        <p:xfrm>
          <a:off x="350272" y="1344162"/>
          <a:ext cx="2130296" cy="3707784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1112186">
                  <a:extLst>
                    <a:ext uri="{9D8B030D-6E8A-4147-A177-3AD203B41FA5}">
                      <a16:colId xmlns:a16="http://schemas.microsoft.com/office/drawing/2014/main" val="107085558"/>
                    </a:ext>
                  </a:extLst>
                </a:gridCol>
                <a:gridCol w="741327">
                  <a:extLst>
                    <a:ext uri="{9D8B030D-6E8A-4147-A177-3AD203B41FA5}">
                      <a16:colId xmlns:a16="http://schemas.microsoft.com/office/drawing/2014/main" val="3690175927"/>
                    </a:ext>
                  </a:extLst>
                </a:gridCol>
                <a:gridCol w="276783">
                  <a:extLst>
                    <a:ext uri="{9D8B030D-6E8A-4147-A177-3AD203B41FA5}">
                      <a16:colId xmlns:a16="http://schemas.microsoft.com/office/drawing/2014/main" val="1236114498"/>
                    </a:ext>
                  </a:extLst>
                </a:gridCol>
              </a:tblGrid>
              <a:tr h="243888">
                <a:tc rowSpan="6">
                  <a:txBody>
                    <a:bodyPr/>
                    <a:lstStyle/>
                    <a:p>
                      <a:pPr algn="ctr"/>
                      <a:r>
                        <a:rPr lang="es-ES" sz="1000" b="0" dirty="0">
                          <a:solidFill>
                            <a:schemeClr val="bg1"/>
                          </a:solidFill>
                        </a:rPr>
                        <a:t>AT.ORG</a:t>
                      </a:r>
                    </a:p>
                    <a:p>
                      <a:pPr algn="ctr"/>
                      <a:r>
                        <a:rPr lang="es-ES" sz="1000" b="0" dirty="0">
                          <a:solidFill>
                            <a:schemeClr val="bg1"/>
                          </a:solidFill>
                        </a:rPr>
                        <a:t>100%</a:t>
                      </a:r>
                    </a:p>
                  </a:txBody>
                  <a:tcPr marL="89515" marR="89515" marT="44757" marB="44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700" b="0" dirty="0"/>
                        <a:t>Centro Izq</a:t>
                      </a:r>
                    </a:p>
                  </a:txBody>
                  <a:tcPr marL="44803" marR="44803" marT="22398" marB="223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b="0" dirty="0"/>
                        <a:t>1</a:t>
                      </a:r>
                    </a:p>
                  </a:txBody>
                  <a:tcPr marL="44803" marR="44803" marT="22398" marB="223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7185934"/>
                  </a:ext>
                </a:extLst>
              </a:tr>
              <a:tr h="243888"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700" b="0" dirty="0"/>
                        <a:t>Centro Dch</a:t>
                      </a:r>
                    </a:p>
                  </a:txBody>
                  <a:tcPr marL="44803" marR="44803" marT="22398" marB="223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b="0" dirty="0"/>
                        <a:t>1</a:t>
                      </a:r>
                    </a:p>
                  </a:txBody>
                  <a:tcPr marL="44803" marR="44803" marT="22398" marB="223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6128808"/>
                  </a:ext>
                </a:extLst>
              </a:tr>
              <a:tr h="243888">
                <a:tc vMerge="1">
                  <a:txBody>
                    <a:bodyPr/>
                    <a:lstStyle/>
                    <a:p>
                      <a:endParaRPr lang="es-ES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700" b="0" dirty="0" err="1"/>
                        <a:t>J.Directo</a:t>
                      </a:r>
                      <a:endParaRPr lang="es-ES" sz="700" b="0" dirty="0"/>
                    </a:p>
                  </a:txBody>
                  <a:tcPr marL="44803" marR="44803" marT="22398" marB="223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sz="1400" b="0" dirty="0"/>
                    </a:p>
                  </a:txBody>
                  <a:tcPr marL="44803" marR="44803" marT="22398" marB="223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7908824"/>
                  </a:ext>
                </a:extLst>
              </a:tr>
              <a:tr h="243888"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700" b="0" dirty="0"/>
                        <a:t>IND DENTRO</a:t>
                      </a:r>
                    </a:p>
                  </a:txBody>
                  <a:tcPr marL="44803" marR="44803" marT="22398" marB="223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sz="1400" b="0" dirty="0"/>
                    </a:p>
                  </a:txBody>
                  <a:tcPr marL="44803" marR="44803" marT="22398" marB="223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0805730"/>
                  </a:ext>
                </a:extLst>
              </a:tr>
              <a:tr h="243888"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700" b="0" dirty="0"/>
                        <a:t>IND FUERA</a:t>
                      </a:r>
                    </a:p>
                  </a:txBody>
                  <a:tcPr marL="44803" marR="44803" marT="22398" marB="223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b="0" dirty="0"/>
                        <a:t>1</a:t>
                      </a:r>
                    </a:p>
                  </a:txBody>
                  <a:tcPr marL="44803" marR="44803" marT="22398" marB="223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7949165"/>
                  </a:ext>
                </a:extLst>
              </a:tr>
              <a:tr h="243888">
                <a:tc vMerge="1">
                  <a:txBody>
                    <a:bodyPr/>
                    <a:lstStyle/>
                    <a:p>
                      <a:endParaRPr lang="es-ES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700" b="0" dirty="0"/>
                        <a:t>DENTRO</a:t>
                      </a:r>
                    </a:p>
                  </a:txBody>
                  <a:tcPr marL="44803" marR="44803" marT="22398" marB="223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sz="1400" b="0" dirty="0"/>
                    </a:p>
                  </a:txBody>
                  <a:tcPr marL="44803" marR="44803" marT="22398" marB="223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2486502"/>
                  </a:ext>
                </a:extLst>
              </a:tr>
              <a:tr h="243888">
                <a:tc rowSpan="2">
                  <a:txBody>
                    <a:bodyPr/>
                    <a:lstStyle/>
                    <a:p>
                      <a:pPr algn="ctr"/>
                      <a:r>
                        <a:rPr lang="es-ES" sz="1000" b="0" dirty="0">
                          <a:solidFill>
                            <a:schemeClr val="bg1"/>
                          </a:solidFill>
                        </a:rPr>
                        <a:t>TRANSICIÓN</a:t>
                      </a:r>
                    </a:p>
                    <a:p>
                      <a:pPr algn="ctr"/>
                      <a:r>
                        <a:rPr lang="es-ES" sz="1000" b="0" dirty="0">
                          <a:solidFill>
                            <a:schemeClr val="bg1"/>
                          </a:solidFill>
                        </a:rPr>
                        <a:t>%</a:t>
                      </a:r>
                    </a:p>
                  </a:txBody>
                  <a:tcPr marL="89515" marR="89515" marT="44757" marB="44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700" b="0" dirty="0"/>
                        <a:t>C.PROPIO</a:t>
                      </a:r>
                    </a:p>
                  </a:txBody>
                  <a:tcPr marL="44803" marR="44803" marT="22398" marB="223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sz="1400" b="0" dirty="0"/>
                    </a:p>
                  </a:txBody>
                  <a:tcPr marL="44803" marR="44803" marT="22398" marB="223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2273202"/>
                  </a:ext>
                </a:extLst>
              </a:tr>
              <a:tr h="351756">
                <a:tc vMerge="1">
                  <a:txBody>
                    <a:bodyPr/>
                    <a:lstStyle/>
                    <a:p>
                      <a:endParaRPr lang="es-ES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700" b="0" dirty="0"/>
                        <a:t>C. CONTRARIO</a:t>
                      </a:r>
                    </a:p>
                  </a:txBody>
                  <a:tcPr marL="44803" marR="44803" marT="22398" marB="223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sz="1400" b="0" dirty="0"/>
                    </a:p>
                  </a:txBody>
                  <a:tcPr marL="44803" marR="44803" marT="22398" marB="223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8575254"/>
                  </a:ext>
                </a:extLst>
              </a:tr>
              <a:tr h="243888">
                <a:tc rowSpan="5">
                  <a:txBody>
                    <a:bodyPr/>
                    <a:lstStyle/>
                    <a:p>
                      <a:pPr algn="ctr"/>
                      <a:r>
                        <a:rPr lang="es-ES" sz="1000" b="0" dirty="0">
                          <a:solidFill>
                            <a:schemeClr val="bg1"/>
                          </a:solidFill>
                        </a:rPr>
                        <a:t>ABP</a:t>
                      </a:r>
                    </a:p>
                    <a:p>
                      <a:pPr algn="ctr"/>
                      <a:r>
                        <a:rPr lang="es-ES" sz="1000" b="0" dirty="0">
                          <a:solidFill>
                            <a:schemeClr val="bg1"/>
                          </a:solidFill>
                        </a:rPr>
                        <a:t>%</a:t>
                      </a:r>
                    </a:p>
                  </a:txBody>
                  <a:tcPr marL="89515" marR="89515" marT="44757" marB="44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700" b="0" dirty="0"/>
                        <a:t>CORNER</a:t>
                      </a:r>
                    </a:p>
                  </a:txBody>
                  <a:tcPr marL="44803" marR="44803" marT="22398" marB="223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sz="1400" b="0" dirty="0"/>
                    </a:p>
                  </a:txBody>
                  <a:tcPr marL="44803" marR="44803" marT="22398" marB="223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5257310"/>
                  </a:ext>
                </a:extLst>
              </a:tr>
              <a:tr h="243888">
                <a:tc vMerge="1">
                  <a:txBody>
                    <a:bodyPr/>
                    <a:lstStyle/>
                    <a:p>
                      <a:endParaRPr lang="es-ES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700" b="0" dirty="0"/>
                        <a:t>FALTA DIRECTA</a:t>
                      </a:r>
                    </a:p>
                  </a:txBody>
                  <a:tcPr marL="44803" marR="44803" marT="22398" marB="223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sz="1400" b="0" dirty="0"/>
                    </a:p>
                  </a:txBody>
                  <a:tcPr marL="44803" marR="44803" marT="22398" marB="223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896040"/>
                  </a:ext>
                </a:extLst>
              </a:tr>
              <a:tr h="243888"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700" b="0" dirty="0"/>
                        <a:t>FALTA INDIRECTA</a:t>
                      </a:r>
                    </a:p>
                  </a:txBody>
                  <a:tcPr marL="44803" marR="44803" marT="22398" marB="223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sz="1400" b="0" dirty="0"/>
                    </a:p>
                  </a:txBody>
                  <a:tcPr marL="44803" marR="44803" marT="22398" marB="223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5550458"/>
                  </a:ext>
                </a:extLst>
              </a:tr>
              <a:tr h="243888">
                <a:tc vMerge="1">
                  <a:txBody>
                    <a:bodyPr/>
                    <a:lstStyle/>
                    <a:p>
                      <a:endParaRPr lang="es-ES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700" b="0" dirty="0"/>
                        <a:t>SDB</a:t>
                      </a:r>
                    </a:p>
                  </a:txBody>
                  <a:tcPr marL="44803" marR="44803" marT="22398" marB="223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sz="1400" b="0" dirty="0"/>
                    </a:p>
                  </a:txBody>
                  <a:tcPr marL="44803" marR="44803" marT="22398" marB="223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4175205"/>
                  </a:ext>
                </a:extLst>
              </a:tr>
              <a:tr h="243888">
                <a:tc vMerge="1">
                  <a:txBody>
                    <a:bodyPr/>
                    <a:lstStyle/>
                    <a:p>
                      <a:pPr algn="ctr"/>
                      <a:endParaRPr lang="es-ES" sz="1200" b="0" dirty="0"/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700" b="0" dirty="0"/>
                        <a:t>PENALTI</a:t>
                      </a:r>
                    </a:p>
                  </a:txBody>
                  <a:tcPr marL="44803" marR="44803" marT="22398" marB="223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sz="1400" b="0" dirty="0"/>
                    </a:p>
                  </a:txBody>
                  <a:tcPr marL="44803" marR="44803" marT="22398" marB="223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9666459"/>
                  </a:ext>
                </a:extLst>
              </a:tr>
              <a:tr h="243888">
                <a:tc>
                  <a:txBody>
                    <a:bodyPr/>
                    <a:lstStyle/>
                    <a:p>
                      <a:pPr algn="ctr"/>
                      <a:r>
                        <a:rPr lang="es-ES" sz="900" b="0" dirty="0">
                          <a:solidFill>
                            <a:schemeClr val="bg1"/>
                          </a:solidFill>
                        </a:rPr>
                        <a:t>ERRORES IND %</a:t>
                      </a:r>
                    </a:p>
                  </a:txBody>
                  <a:tcPr marL="89515" marR="89515" marT="44757" marB="44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sz="700" b="0" dirty="0"/>
                    </a:p>
                  </a:txBody>
                  <a:tcPr marL="44803" marR="44803" marT="22398" marB="223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sz="1400" b="0" dirty="0"/>
                    </a:p>
                  </a:txBody>
                  <a:tcPr marL="44803" marR="44803" marT="22398" marB="223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8865979"/>
                  </a:ext>
                </a:extLst>
              </a:tr>
            </a:tbl>
          </a:graphicData>
        </a:graphic>
      </p:graphicFrame>
      <p:sp>
        <p:nvSpPr>
          <p:cNvPr id="33" name="Rectángulo 32">
            <a:extLst>
              <a:ext uri="{FF2B5EF4-FFF2-40B4-BE49-F238E27FC236}">
                <a16:creationId xmlns:a16="http://schemas.microsoft.com/office/drawing/2014/main" id="{65221BF1-37CC-B2B1-EA26-8FCC5CBE064E}"/>
              </a:ext>
            </a:extLst>
          </p:cNvPr>
          <p:cNvSpPr/>
          <p:nvPr/>
        </p:nvSpPr>
        <p:spPr>
          <a:xfrm>
            <a:off x="609003" y="5090297"/>
            <a:ext cx="709684" cy="298707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3</a:t>
            </a:r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BB9DC6E1-84D9-6E58-BFDB-F0BB2CECED6E}"/>
              </a:ext>
            </a:extLst>
          </p:cNvPr>
          <p:cNvSpPr/>
          <p:nvPr/>
        </p:nvSpPr>
        <p:spPr>
          <a:xfrm>
            <a:off x="3471271" y="5090297"/>
            <a:ext cx="699492" cy="316137"/>
          </a:xfrm>
          <a:prstGeom prst="rect">
            <a:avLst/>
          </a:prstGeom>
          <a:solidFill>
            <a:srgbClr val="D5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4</a:t>
            </a:r>
          </a:p>
        </p:txBody>
      </p:sp>
      <p:graphicFrame>
        <p:nvGraphicFramePr>
          <p:cNvPr id="35" name="Tabla 34">
            <a:extLst>
              <a:ext uri="{FF2B5EF4-FFF2-40B4-BE49-F238E27FC236}">
                <a16:creationId xmlns:a16="http://schemas.microsoft.com/office/drawing/2014/main" id="{261818D7-8983-A9BF-09FD-B0B82213FF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1237066"/>
              </p:ext>
            </p:extLst>
          </p:nvPr>
        </p:nvGraphicFramePr>
        <p:xfrm>
          <a:off x="3169011" y="1347810"/>
          <a:ext cx="2273718" cy="3707784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1187375">
                  <a:extLst>
                    <a:ext uri="{9D8B030D-6E8A-4147-A177-3AD203B41FA5}">
                      <a16:colId xmlns:a16="http://schemas.microsoft.com/office/drawing/2014/main" val="107085558"/>
                    </a:ext>
                  </a:extLst>
                </a:gridCol>
                <a:gridCol w="791444">
                  <a:extLst>
                    <a:ext uri="{9D8B030D-6E8A-4147-A177-3AD203B41FA5}">
                      <a16:colId xmlns:a16="http://schemas.microsoft.com/office/drawing/2014/main" val="3690175927"/>
                    </a:ext>
                  </a:extLst>
                </a:gridCol>
                <a:gridCol w="294899">
                  <a:extLst>
                    <a:ext uri="{9D8B030D-6E8A-4147-A177-3AD203B41FA5}">
                      <a16:colId xmlns:a16="http://schemas.microsoft.com/office/drawing/2014/main" val="1236114498"/>
                    </a:ext>
                  </a:extLst>
                </a:gridCol>
              </a:tblGrid>
              <a:tr h="243888">
                <a:tc rowSpan="6">
                  <a:txBody>
                    <a:bodyPr/>
                    <a:lstStyle/>
                    <a:p>
                      <a:pPr algn="ctr"/>
                      <a:r>
                        <a:rPr lang="es-ES" sz="1000" b="0" dirty="0">
                          <a:solidFill>
                            <a:schemeClr val="bg1"/>
                          </a:solidFill>
                        </a:rPr>
                        <a:t>AT.ORG</a:t>
                      </a:r>
                    </a:p>
                    <a:p>
                      <a:pPr algn="ctr"/>
                      <a:r>
                        <a:rPr lang="es-ES" sz="1000" b="0" dirty="0">
                          <a:solidFill>
                            <a:schemeClr val="bg1"/>
                          </a:solidFill>
                        </a:rPr>
                        <a:t>25%</a:t>
                      </a:r>
                    </a:p>
                  </a:txBody>
                  <a:tcPr marL="89515" marR="89515" marT="44757" marB="44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700" b="0" dirty="0"/>
                        <a:t>Centro perfil LT I</a:t>
                      </a:r>
                    </a:p>
                  </a:txBody>
                  <a:tcPr marL="44803" marR="44803" marT="22398" marB="223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sz="1400" b="0" dirty="0"/>
                    </a:p>
                  </a:txBody>
                  <a:tcPr marL="44803" marR="44803" marT="22398" marB="223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7185934"/>
                  </a:ext>
                </a:extLst>
              </a:tr>
              <a:tr h="243888"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700" b="0" dirty="0"/>
                        <a:t>Centro perfil LT D</a:t>
                      </a:r>
                    </a:p>
                  </a:txBody>
                  <a:tcPr marL="44803" marR="44803" marT="22398" marB="223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sz="1400" b="0" dirty="0"/>
                    </a:p>
                  </a:txBody>
                  <a:tcPr marL="44803" marR="44803" marT="22398" marB="223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6128808"/>
                  </a:ext>
                </a:extLst>
              </a:tr>
              <a:tr h="243888"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700" b="0" dirty="0"/>
                        <a:t>J. Directo</a:t>
                      </a:r>
                    </a:p>
                  </a:txBody>
                  <a:tcPr marL="44803" marR="44803" marT="22398" marB="223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b="0" dirty="0"/>
                        <a:t>1</a:t>
                      </a:r>
                    </a:p>
                  </a:txBody>
                  <a:tcPr marL="44803" marR="44803" marT="22398" marB="223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0742075"/>
                  </a:ext>
                </a:extLst>
              </a:tr>
              <a:tr h="243888">
                <a:tc vMerge="1">
                  <a:txBody>
                    <a:bodyPr/>
                    <a:lstStyle/>
                    <a:p>
                      <a:endParaRPr lang="es-ES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700" b="0" dirty="0"/>
                        <a:t>IND AREA</a:t>
                      </a:r>
                    </a:p>
                  </a:txBody>
                  <a:tcPr marL="44803" marR="44803" marT="22398" marB="223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sz="1400" b="0" dirty="0"/>
                    </a:p>
                  </a:txBody>
                  <a:tcPr marL="44803" marR="44803" marT="22398" marB="223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7908824"/>
                  </a:ext>
                </a:extLst>
              </a:tr>
              <a:tr h="243888"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700" b="0" dirty="0"/>
                        <a:t>IND FUERA</a:t>
                      </a:r>
                    </a:p>
                  </a:txBody>
                  <a:tcPr marL="44803" marR="44803" marT="22398" marB="223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sz="1400" b="0" dirty="0"/>
                    </a:p>
                  </a:txBody>
                  <a:tcPr marL="44803" marR="44803" marT="22398" marB="223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7949165"/>
                  </a:ext>
                </a:extLst>
              </a:tr>
              <a:tr h="243888">
                <a:tc vMerge="1">
                  <a:txBody>
                    <a:bodyPr/>
                    <a:lstStyle/>
                    <a:p>
                      <a:endParaRPr lang="es-ES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700" b="0" dirty="0"/>
                        <a:t>DENTRO</a:t>
                      </a:r>
                    </a:p>
                  </a:txBody>
                  <a:tcPr marL="44803" marR="44803" marT="22398" marB="223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sz="1400" b="0" dirty="0"/>
                    </a:p>
                  </a:txBody>
                  <a:tcPr marL="44803" marR="44803" marT="22398" marB="223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2486502"/>
                  </a:ext>
                </a:extLst>
              </a:tr>
              <a:tr h="243888">
                <a:tc rowSpan="2">
                  <a:txBody>
                    <a:bodyPr/>
                    <a:lstStyle/>
                    <a:p>
                      <a:pPr algn="ctr"/>
                      <a:r>
                        <a:rPr lang="es-ES" sz="1000" b="0" dirty="0">
                          <a:solidFill>
                            <a:schemeClr val="bg1"/>
                          </a:solidFill>
                        </a:rPr>
                        <a:t>TRANSICIÓN</a:t>
                      </a:r>
                    </a:p>
                    <a:p>
                      <a:pPr algn="ctr"/>
                      <a:r>
                        <a:rPr lang="es-ES" sz="1000" b="0" dirty="0">
                          <a:solidFill>
                            <a:schemeClr val="bg1"/>
                          </a:solidFill>
                        </a:rPr>
                        <a:t>75%</a:t>
                      </a:r>
                    </a:p>
                  </a:txBody>
                  <a:tcPr marL="89515" marR="89515" marT="44757" marB="44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700" b="0" dirty="0"/>
                        <a:t>C.PROPIO</a:t>
                      </a:r>
                    </a:p>
                  </a:txBody>
                  <a:tcPr marL="44803" marR="44803" marT="22398" marB="223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b="0" dirty="0"/>
                        <a:t>2</a:t>
                      </a:r>
                    </a:p>
                  </a:txBody>
                  <a:tcPr marL="44803" marR="44803" marT="22398" marB="223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2273202"/>
                  </a:ext>
                </a:extLst>
              </a:tr>
              <a:tr h="351756">
                <a:tc vMerge="1">
                  <a:txBody>
                    <a:bodyPr/>
                    <a:lstStyle/>
                    <a:p>
                      <a:endParaRPr lang="es-ES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700" b="0" dirty="0"/>
                        <a:t>C. CONTRARIO</a:t>
                      </a:r>
                    </a:p>
                  </a:txBody>
                  <a:tcPr marL="44803" marR="44803" marT="22398" marB="223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b="0" dirty="0"/>
                        <a:t>1</a:t>
                      </a:r>
                    </a:p>
                  </a:txBody>
                  <a:tcPr marL="44803" marR="44803" marT="22398" marB="223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8575254"/>
                  </a:ext>
                </a:extLst>
              </a:tr>
              <a:tr h="243888">
                <a:tc rowSpan="5">
                  <a:txBody>
                    <a:bodyPr/>
                    <a:lstStyle/>
                    <a:p>
                      <a:pPr algn="ctr"/>
                      <a:r>
                        <a:rPr lang="es-ES" sz="1000" b="0" dirty="0">
                          <a:solidFill>
                            <a:schemeClr val="bg1"/>
                          </a:solidFill>
                        </a:rPr>
                        <a:t>ABP</a:t>
                      </a:r>
                    </a:p>
                    <a:p>
                      <a:pPr algn="ctr"/>
                      <a:r>
                        <a:rPr lang="es-ES" sz="1000" b="0" dirty="0">
                          <a:solidFill>
                            <a:schemeClr val="bg1"/>
                          </a:solidFill>
                        </a:rPr>
                        <a:t>%</a:t>
                      </a:r>
                    </a:p>
                  </a:txBody>
                  <a:tcPr marL="89515" marR="89515" marT="44757" marB="44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700" b="0" dirty="0"/>
                        <a:t>CORNER</a:t>
                      </a:r>
                    </a:p>
                  </a:txBody>
                  <a:tcPr marL="44803" marR="44803" marT="22398" marB="223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sz="1400" b="0" dirty="0"/>
                    </a:p>
                  </a:txBody>
                  <a:tcPr marL="44803" marR="44803" marT="22398" marB="223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5257310"/>
                  </a:ext>
                </a:extLst>
              </a:tr>
              <a:tr h="243888">
                <a:tc vMerge="1">
                  <a:txBody>
                    <a:bodyPr/>
                    <a:lstStyle/>
                    <a:p>
                      <a:endParaRPr lang="es-ES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700" b="0" dirty="0"/>
                        <a:t>FALTA DIRECTA</a:t>
                      </a:r>
                    </a:p>
                  </a:txBody>
                  <a:tcPr marL="44803" marR="44803" marT="22398" marB="223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sz="1400" b="0" dirty="0"/>
                    </a:p>
                  </a:txBody>
                  <a:tcPr marL="44803" marR="44803" marT="22398" marB="223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896040"/>
                  </a:ext>
                </a:extLst>
              </a:tr>
              <a:tr h="243888"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700" b="0" dirty="0"/>
                        <a:t>FALTA INDIRECTA</a:t>
                      </a:r>
                    </a:p>
                  </a:txBody>
                  <a:tcPr marL="44803" marR="44803" marT="22398" marB="223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sz="1400" b="0" dirty="0"/>
                    </a:p>
                  </a:txBody>
                  <a:tcPr marL="44803" marR="44803" marT="22398" marB="223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8473050"/>
                  </a:ext>
                </a:extLst>
              </a:tr>
              <a:tr h="243888">
                <a:tc vMerge="1">
                  <a:txBody>
                    <a:bodyPr/>
                    <a:lstStyle/>
                    <a:p>
                      <a:endParaRPr lang="es-ES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700" b="0" dirty="0"/>
                        <a:t>SDB</a:t>
                      </a:r>
                    </a:p>
                  </a:txBody>
                  <a:tcPr marL="44803" marR="44803" marT="22398" marB="223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sz="1400" b="0" dirty="0"/>
                    </a:p>
                  </a:txBody>
                  <a:tcPr marL="44803" marR="44803" marT="22398" marB="223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4175205"/>
                  </a:ext>
                </a:extLst>
              </a:tr>
              <a:tr h="243888">
                <a:tc vMerge="1">
                  <a:txBody>
                    <a:bodyPr/>
                    <a:lstStyle/>
                    <a:p>
                      <a:pPr algn="ctr"/>
                      <a:endParaRPr lang="es-ES" sz="1200" b="0" dirty="0"/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700" b="0" dirty="0"/>
                        <a:t>PENALTI</a:t>
                      </a:r>
                    </a:p>
                  </a:txBody>
                  <a:tcPr marL="44803" marR="44803" marT="22398" marB="223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sz="1400" b="0" dirty="0"/>
                    </a:p>
                  </a:txBody>
                  <a:tcPr marL="44803" marR="44803" marT="22398" marB="223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9666459"/>
                  </a:ext>
                </a:extLst>
              </a:tr>
              <a:tr h="243888">
                <a:tc>
                  <a:txBody>
                    <a:bodyPr/>
                    <a:lstStyle/>
                    <a:p>
                      <a:pPr algn="ctr"/>
                      <a:r>
                        <a:rPr lang="es-ES" sz="1000" b="0" dirty="0">
                          <a:solidFill>
                            <a:schemeClr val="bg1"/>
                          </a:solidFill>
                        </a:rPr>
                        <a:t>ERRORES IND %</a:t>
                      </a:r>
                    </a:p>
                  </a:txBody>
                  <a:tcPr marL="89515" marR="89515" marT="44757" marB="44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sz="700" b="0" dirty="0"/>
                    </a:p>
                  </a:txBody>
                  <a:tcPr marL="44803" marR="44803" marT="22398" marB="223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sz="1400" b="0" dirty="0"/>
                    </a:p>
                  </a:txBody>
                  <a:tcPr marL="44803" marR="44803" marT="22398" marB="223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8865979"/>
                  </a:ext>
                </a:extLst>
              </a:tr>
            </a:tbl>
          </a:graphicData>
        </a:graphic>
      </p:graphicFrame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6B932CDF-EFEF-7119-000A-27E4500E89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7611434"/>
              </p:ext>
            </p:extLst>
          </p:nvPr>
        </p:nvGraphicFramePr>
        <p:xfrm>
          <a:off x="4154324" y="5753968"/>
          <a:ext cx="3529996" cy="886554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2674884">
                  <a:extLst>
                    <a:ext uri="{9D8B030D-6E8A-4147-A177-3AD203B41FA5}">
                      <a16:colId xmlns:a16="http://schemas.microsoft.com/office/drawing/2014/main" val="2340682874"/>
                    </a:ext>
                  </a:extLst>
                </a:gridCol>
                <a:gridCol w="855112">
                  <a:extLst>
                    <a:ext uri="{9D8B030D-6E8A-4147-A177-3AD203B41FA5}">
                      <a16:colId xmlns:a16="http://schemas.microsoft.com/office/drawing/2014/main" val="1714864035"/>
                    </a:ext>
                  </a:extLst>
                </a:gridCol>
              </a:tblGrid>
              <a:tr h="295518">
                <a:tc gridSpan="2">
                  <a:txBody>
                    <a:bodyPr/>
                    <a:lstStyle/>
                    <a:p>
                      <a:pPr algn="ctr"/>
                      <a:r>
                        <a:rPr lang="es-ES" sz="1200" dirty="0">
                          <a:solidFill>
                            <a:schemeClr val="bg1"/>
                          </a:solidFill>
                        </a:rPr>
                        <a:t>MAXIMOS GOLEADORES</a:t>
                      </a:r>
                      <a:endParaRPr lang="es-ES" sz="1200" dirty="0">
                        <a:solidFill>
                          <a:schemeClr val="bg1"/>
                        </a:solidFill>
                        <a:latin typeface="Trebuchet MS" panose="020B0703020202090204" pitchFamily="34" charset="0"/>
                      </a:endParaRPr>
                    </a:p>
                  </a:txBody>
                  <a:tcPr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6561750"/>
                  </a:ext>
                </a:extLst>
              </a:tr>
              <a:tr h="295518">
                <a:tc>
                  <a:txBody>
                    <a:bodyPr/>
                    <a:lstStyle/>
                    <a:p>
                      <a:r>
                        <a:rPr lang="es-ES" sz="1200" dirty="0">
                          <a:latin typeface="Trebuchet MS" panose="020B0703020202090204" pitchFamily="34" charset="0"/>
                        </a:rPr>
                        <a:t>EDU GALLARDO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dirty="0">
                          <a:latin typeface="Trebuchet MS" panose="020B0703020202090204" pitchFamily="34" charset="0"/>
                        </a:rPr>
                        <a:t>2 GOLES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0241294"/>
                  </a:ext>
                </a:extLst>
              </a:tr>
              <a:tr h="295518">
                <a:tc>
                  <a:txBody>
                    <a:bodyPr/>
                    <a:lstStyle/>
                    <a:p>
                      <a:r>
                        <a:rPr lang="es-ES" sz="1200" dirty="0">
                          <a:latin typeface="Trebuchet MS" panose="020B0703020202090204" pitchFamily="34" charset="0"/>
                        </a:rPr>
                        <a:t>GOYO, MARIO SESE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dirty="0">
                          <a:latin typeface="Trebuchet MS" panose="020B0703020202090204" pitchFamily="34" charset="0"/>
                        </a:rPr>
                        <a:t>1 GOLES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7860660"/>
                  </a:ext>
                </a:extLst>
              </a:tr>
            </a:tbl>
          </a:graphicData>
        </a:graphic>
      </p:graphicFrame>
      <p:sp>
        <p:nvSpPr>
          <p:cNvPr id="5" name="CuadroTexto 4">
            <a:extLst>
              <a:ext uri="{FF2B5EF4-FFF2-40B4-BE49-F238E27FC236}">
                <a16:creationId xmlns:a16="http://schemas.microsoft.com/office/drawing/2014/main" id="{D9FBCC18-7B7A-589F-6128-9D8F4BA18FBA}"/>
              </a:ext>
            </a:extLst>
          </p:cNvPr>
          <p:cNvSpPr txBox="1"/>
          <p:nvPr/>
        </p:nvSpPr>
        <p:spPr>
          <a:xfrm>
            <a:off x="2430938" y="4506001"/>
            <a:ext cx="92486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/>
              <a:t>* Penaltis fuera del porcentaje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6E1B11E9-1D67-1C28-5EBB-22BAD15E0125}"/>
              </a:ext>
            </a:extLst>
          </p:cNvPr>
          <p:cNvSpPr txBox="1"/>
          <p:nvPr/>
        </p:nvSpPr>
        <p:spPr>
          <a:xfrm>
            <a:off x="5456890" y="4497948"/>
            <a:ext cx="92486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/>
              <a:t>* Penaltis fuera del porcentaje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C5FE21C6-51E0-A9BB-CCFA-93116D6CAEFD}"/>
              </a:ext>
            </a:extLst>
          </p:cNvPr>
          <p:cNvSpPr txBox="1"/>
          <p:nvPr/>
        </p:nvSpPr>
        <p:spPr>
          <a:xfrm>
            <a:off x="542167" y="169349"/>
            <a:ext cx="11455202" cy="338554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" sz="1600" b="1" dirty="0">
                <a:solidFill>
                  <a:schemeClr val="bg1"/>
                </a:solidFill>
                <a:latin typeface="Trebuchet MS" panose="020B0703020202090204" pitchFamily="34" charset="0"/>
              </a:rPr>
              <a:t>ESTADÍSTICAS</a:t>
            </a:r>
            <a:endParaRPr lang="es-ES" sz="1600" dirty="0">
              <a:solidFill>
                <a:schemeClr val="bg1"/>
              </a:solidFill>
              <a:latin typeface="Trebuchet MS" panose="020B070302020209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372D7C9-3184-5D46-1EE9-F61F1920BFE5}"/>
              </a:ext>
            </a:extLst>
          </p:cNvPr>
          <p:cNvSpPr txBox="1"/>
          <p:nvPr/>
        </p:nvSpPr>
        <p:spPr>
          <a:xfrm>
            <a:off x="1969317" y="497525"/>
            <a:ext cx="20388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PRETEMPORADA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7DD2210C-D7A9-4F09-5D18-959081D89812}"/>
              </a:ext>
            </a:extLst>
          </p:cNvPr>
          <p:cNvSpPr txBox="1"/>
          <p:nvPr/>
        </p:nvSpPr>
        <p:spPr>
          <a:xfrm>
            <a:off x="7928718" y="507202"/>
            <a:ext cx="24445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ÚLTIMAS 5 JORNADAS</a:t>
            </a:r>
          </a:p>
        </p:txBody>
      </p:sp>
      <p:sp>
        <p:nvSpPr>
          <p:cNvPr id="17" name="Rectángulo redondeado 16">
            <a:extLst>
              <a:ext uri="{FF2B5EF4-FFF2-40B4-BE49-F238E27FC236}">
                <a16:creationId xmlns:a16="http://schemas.microsoft.com/office/drawing/2014/main" id="{39F6D204-7495-2950-CF30-A60B96E3861E}"/>
              </a:ext>
            </a:extLst>
          </p:cNvPr>
          <p:cNvSpPr/>
          <p:nvPr/>
        </p:nvSpPr>
        <p:spPr>
          <a:xfrm>
            <a:off x="9394270" y="832422"/>
            <a:ext cx="2499798" cy="405946"/>
          </a:xfrm>
          <a:prstGeom prst="roundRect">
            <a:avLst>
              <a:gd name="adj" fmla="val 30249"/>
            </a:avLst>
          </a:prstGeom>
          <a:solidFill>
            <a:srgbClr val="00206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/>
              <a:t>EN CONTRA</a:t>
            </a:r>
          </a:p>
        </p:txBody>
      </p:sp>
      <p:sp>
        <p:nvSpPr>
          <p:cNvPr id="25" name="Rectángulo redondeado 24">
            <a:extLst>
              <a:ext uri="{FF2B5EF4-FFF2-40B4-BE49-F238E27FC236}">
                <a16:creationId xmlns:a16="http://schemas.microsoft.com/office/drawing/2014/main" id="{3CD7D8C4-547F-6887-D646-F849D0F1AE87}"/>
              </a:ext>
            </a:extLst>
          </p:cNvPr>
          <p:cNvSpPr/>
          <p:nvPr/>
        </p:nvSpPr>
        <p:spPr>
          <a:xfrm>
            <a:off x="6255632" y="851319"/>
            <a:ext cx="2631453" cy="400110"/>
          </a:xfrm>
          <a:prstGeom prst="roundRect">
            <a:avLst/>
          </a:prstGeom>
          <a:solidFill>
            <a:srgbClr val="00206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/>
              <a:t>A FAVOR</a:t>
            </a:r>
          </a:p>
        </p:txBody>
      </p:sp>
      <p:grpSp>
        <p:nvGrpSpPr>
          <p:cNvPr id="26" name="Grupo 25">
            <a:extLst>
              <a:ext uri="{FF2B5EF4-FFF2-40B4-BE49-F238E27FC236}">
                <a16:creationId xmlns:a16="http://schemas.microsoft.com/office/drawing/2014/main" id="{C3901511-FE5F-E243-BF90-7E48A419C050}"/>
              </a:ext>
            </a:extLst>
          </p:cNvPr>
          <p:cNvGrpSpPr/>
          <p:nvPr/>
        </p:nvGrpSpPr>
        <p:grpSpPr>
          <a:xfrm>
            <a:off x="-51795" y="32035"/>
            <a:ext cx="655606" cy="613181"/>
            <a:chOff x="4860060" y="2161307"/>
            <a:chExt cx="2482850" cy="2642177"/>
          </a:xfrm>
        </p:grpSpPr>
        <p:pic>
          <p:nvPicPr>
            <p:cNvPr id="27" name="Imagen 26">
              <a:extLst>
                <a:ext uri="{FF2B5EF4-FFF2-40B4-BE49-F238E27FC236}">
                  <a16:creationId xmlns:a16="http://schemas.microsoft.com/office/drawing/2014/main" id="{BCAA61B2-9374-1B4D-A600-EE88B2D35A4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499100" y="2584450"/>
              <a:ext cx="1193800" cy="1689100"/>
            </a:xfrm>
            <a:prstGeom prst="rect">
              <a:avLst/>
            </a:prstGeom>
          </p:spPr>
        </p:pic>
        <p:pic>
          <p:nvPicPr>
            <p:cNvPr id="28" name="Imagen 27">
              <a:extLst>
                <a:ext uri="{FF2B5EF4-FFF2-40B4-BE49-F238E27FC236}">
                  <a16:creationId xmlns:a16="http://schemas.microsoft.com/office/drawing/2014/main" id="{4F445991-B6B3-E844-8AEF-568275BB574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860060" y="2161307"/>
              <a:ext cx="2482850" cy="2642177"/>
            </a:xfrm>
            <a:prstGeom prst="rect">
              <a:avLst/>
            </a:prstGeom>
          </p:spPr>
        </p:pic>
      </p:grpSp>
      <p:graphicFrame>
        <p:nvGraphicFramePr>
          <p:cNvPr id="29" name="Tabla 28">
            <a:extLst>
              <a:ext uri="{FF2B5EF4-FFF2-40B4-BE49-F238E27FC236}">
                <a16:creationId xmlns:a16="http://schemas.microsoft.com/office/drawing/2014/main" id="{9C5D2544-39E6-D54F-8427-5C6ADC22E4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4414620"/>
              </p:ext>
            </p:extLst>
          </p:nvPr>
        </p:nvGraphicFramePr>
        <p:xfrm>
          <a:off x="6417685" y="1340514"/>
          <a:ext cx="2130296" cy="3707784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1112186">
                  <a:extLst>
                    <a:ext uri="{9D8B030D-6E8A-4147-A177-3AD203B41FA5}">
                      <a16:colId xmlns:a16="http://schemas.microsoft.com/office/drawing/2014/main" val="107085558"/>
                    </a:ext>
                  </a:extLst>
                </a:gridCol>
                <a:gridCol w="741327">
                  <a:extLst>
                    <a:ext uri="{9D8B030D-6E8A-4147-A177-3AD203B41FA5}">
                      <a16:colId xmlns:a16="http://schemas.microsoft.com/office/drawing/2014/main" val="3690175927"/>
                    </a:ext>
                  </a:extLst>
                </a:gridCol>
                <a:gridCol w="276783">
                  <a:extLst>
                    <a:ext uri="{9D8B030D-6E8A-4147-A177-3AD203B41FA5}">
                      <a16:colId xmlns:a16="http://schemas.microsoft.com/office/drawing/2014/main" val="1236114498"/>
                    </a:ext>
                  </a:extLst>
                </a:gridCol>
              </a:tblGrid>
              <a:tr h="243888">
                <a:tc rowSpan="6">
                  <a:txBody>
                    <a:bodyPr/>
                    <a:lstStyle/>
                    <a:p>
                      <a:pPr algn="ctr"/>
                      <a:r>
                        <a:rPr lang="es-ES" sz="1000" b="0" dirty="0">
                          <a:solidFill>
                            <a:schemeClr val="bg1"/>
                          </a:solidFill>
                        </a:rPr>
                        <a:t>AT.ORG</a:t>
                      </a:r>
                    </a:p>
                    <a:p>
                      <a:pPr algn="ctr"/>
                      <a:r>
                        <a:rPr lang="es-ES" sz="1000" b="0" dirty="0">
                          <a:solidFill>
                            <a:schemeClr val="bg1"/>
                          </a:solidFill>
                        </a:rPr>
                        <a:t>%</a:t>
                      </a:r>
                    </a:p>
                  </a:txBody>
                  <a:tcPr marL="89515" marR="89515" marT="44757" marB="44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700" b="0" dirty="0"/>
                        <a:t>Centro Izq</a:t>
                      </a:r>
                    </a:p>
                  </a:txBody>
                  <a:tcPr marL="44803" marR="44803" marT="22398" marB="223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sz="1400" b="0" dirty="0"/>
                    </a:p>
                  </a:txBody>
                  <a:tcPr marL="44803" marR="44803" marT="22398" marB="223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7185934"/>
                  </a:ext>
                </a:extLst>
              </a:tr>
              <a:tr h="243888"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700" b="0" dirty="0"/>
                        <a:t>Centro Dch</a:t>
                      </a:r>
                    </a:p>
                  </a:txBody>
                  <a:tcPr marL="44803" marR="44803" marT="22398" marB="223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sz="1400" b="0" dirty="0"/>
                    </a:p>
                  </a:txBody>
                  <a:tcPr marL="44803" marR="44803" marT="22398" marB="223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6128808"/>
                  </a:ext>
                </a:extLst>
              </a:tr>
              <a:tr h="243888">
                <a:tc vMerge="1">
                  <a:txBody>
                    <a:bodyPr/>
                    <a:lstStyle/>
                    <a:p>
                      <a:endParaRPr lang="es-ES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700" b="0" dirty="0" err="1"/>
                        <a:t>J.Directo</a:t>
                      </a:r>
                      <a:endParaRPr lang="es-ES" sz="700" b="0" dirty="0"/>
                    </a:p>
                  </a:txBody>
                  <a:tcPr marL="44803" marR="44803" marT="22398" marB="223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sz="1400" b="0" dirty="0"/>
                    </a:p>
                  </a:txBody>
                  <a:tcPr marL="44803" marR="44803" marT="22398" marB="223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7908824"/>
                  </a:ext>
                </a:extLst>
              </a:tr>
              <a:tr h="243888"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700" b="0" dirty="0"/>
                        <a:t>IND DENTRO</a:t>
                      </a:r>
                    </a:p>
                  </a:txBody>
                  <a:tcPr marL="44803" marR="44803" marT="22398" marB="223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sz="1400" b="0" dirty="0"/>
                    </a:p>
                  </a:txBody>
                  <a:tcPr marL="44803" marR="44803" marT="22398" marB="223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0805730"/>
                  </a:ext>
                </a:extLst>
              </a:tr>
              <a:tr h="243888"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700" b="0" dirty="0"/>
                        <a:t>IND FUERA</a:t>
                      </a:r>
                    </a:p>
                  </a:txBody>
                  <a:tcPr marL="44803" marR="44803" marT="22398" marB="223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sz="1400" b="0" dirty="0"/>
                    </a:p>
                  </a:txBody>
                  <a:tcPr marL="44803" marR="44803" marT="22398" marB="223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7949165"/>
                  </a:ext>
                </a:extLst>
              </a:tr>
              <a:tr h="243888">
                <a:tc vMerge="1">
                  <a:txBody>
                    <a:bodyPr/>
                    <a:lstStyle/>
                    <a:p>
                      <a:endParaRPr lang="es-ES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700" b="0" dirty="0"/>
                        <a:t>DENTRO</a:t>
                      </a:r>
                    </a:p>
                  </a:txBody>
                  <a:tcPr marL="44803" marR="44803" marT="22398" marB="223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sz="1400" b="0" dirty="0"/>
                    </a:p>
                  </a:txBody>
                  <a:tcPr marL="44803" marR="44803" marT="22398" marB="223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2486502"/>
                  </a:ext>
                </a:extLst>
              </a:tr>
              <a:tr h="243888">
                <a:tc rowSpan="2">
                  <a:txBody>
                    <a:bodyPr/>
                    <a:lstStyle/>
                    <a:p>
                      <a:pPr algn="ctr"/>
                      <a:r>
                        <a:rPr lang="es-ES" sz="1000" b="0" dirty="0">
                          <a:solidFill>
                            <a:schemeClr val="bg1"/>
                          </a:solidFill>
                        </a:rPr>
                        <a:t>TRANSICIÓN</a:t>
                      </a:r>
                    </a:p>
                    <a:p>
                      <a:pPr algn="ctr"/>
                      <a:r>
                        <a:rPr lang="es-ES" sz="1000" b="0" dirty="0">
                          <a:solidFill>
                            <a:schemeClr val="bg1"/>
                          </a:solidFill>
                        </a:rPr>
                        <a:t>%</a:t>
                      </a:r>
                    </a:p>
                  </a:txBody>
                  <a:tcPr marL="89515" marR="89515" marT="44757" marB="44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700" b="0" dirty="0"/>
                        <a:t>C.PROPIO</a:t>
                      </a:r>
                    </a:p>
                  </a:txBody>
                  <a:tcPr marL="44803" marR="44803" marT="22398" marB="223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sz="1400" b="0" dirty="0"/>
                    </a:p>
                  </a:txBody>
                  <a:tcPr marL="44803" marR="44803" marT="22398" marB="223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2273202"/>
                  </a:ext>
                </a:extLst>
              </a:tr>
              <a:tr h="351756">
                <a:tc vMerge="1">
                  <a:txBody>
                    <a:bodyPr/>
                    <a:lstStyle/>
                    <a:p>
                      <a:endParaRPr lang="es-ES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700" b="0" dirty="0"/>
                        <a:t>C. CONTRARIO</a:t>
                      </a:r>
                    </a:p>
                  </a:txBody>
                  <a:tcPr marL="44803" marR="44803" marT="22398" marB="223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sz="1400" b="0" dirty="0"/>
                    </a:p>
                  </a:txBody>
                  <a:tcPr marL="44803" marR="44803" marT="22398" marB="223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8575254"/>
                  </a:ext>
                </a:extLst>
              </a:tr>
              <a:tr h="243888">
                <a:tc rowSpan="5">
                  <a:txBody>
                    <a:bodyPr/>
                    <a:lstStyle/>
                    <a:p>
                      <a:pPr algn="ctr"/>
                      <a:r>
                        <a:rPr lang="es-ES" sz="1000" b="0" dirty="0">
                          <a:solidFill>
                            <a:schemeClr val="bg1"/>
                          </a:solidFill>
                        </a:rPr>
                        <a:t>ABP</a:t>
                      </a:r>
                    </a:p>
                    <a:p>
                      <a:pPr algn="ctr"/>
                      <a:r>
                        <a:rPr lang="es-ES" sz="1000" b="0" dirty="0">
                          <a:solidFill>
                            <a:schemeClr val="bg1"/>
                          </a:solidFill>
                        </a:rPr>
                        <a:t>%</a:t>
                      </a:r>
                    </a:p>
                  </a:txBody>
                  <a:tcPr marL="89515" marR="89515" marT="44757" marB="44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700" b="0" dirty="0"/>
                        <a:t>CORNER</a:t>
                      </a:r>
                    </a:p>
                  </a:txBody>
                  <a:tcPr marL="44803" marR="44803" marT="22398" marB="223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sz="1400" b="0" dirty="0"/>
                    </a:p>
                  </a:txBody>
                  <a:tcPr marL="44803" marR="44803" marT="22398" marB="223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5257310"/>
                  </a:ext>
                </a:extLst>
              </a:tr>
              <a:tr h="243888">
                <a:tc vMerge="1">
                  <a:txBody>
                    <a:bodyPr/>
                    <a:lstStyle/>
                    <a:p>
                      <a:endParaRPr lang="es-ES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700" b="0" dirty="0"/>
                        <a:t>FALTA DIRECTA</a:t>
                      </a:r>
                    </a:p>
                  </a:txBody>
                  <a:tcPr marL="44803" marR="44803" marT="22398" marB="223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sz="1400" b="0" dirty="0"/>
                    </a:p>
                  </a:txBody>
                  <a:tcPr marL="44803" marR="44803" marT="22398" marB="223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896040"/>
                  </a:ext>
                </a:extLst>
              </a:tr>
              <a:tr h="243888"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700" b="0" dirty="0"/>
                        <a:t>FALTA INDIRECTA</a:t>
                      </a:r>
                    </a:p>
                  </a:txBody>
                  <a:tcPr marL="44803" marR="44803" marT="22398" marB="223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sz="1400" b="0" dirty="0"/>
                    </a:p>
                  </a:txBody>
                  <a:tcPr marL="44803" marR="44803" marT="22398" marB="223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5550458"/>
                  </a:ext>
                </a:extLst>
              </a:tr>
              <a:tr h="243888">
                <a:tc vMerge="1">
                  <a:txBody>
                    <a:bodyPr/>
                    <a:lstStyle/>
                    <a:p>
                      <a:endParaRPr lang="es-ES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700" b="0" dirty="0"/>
                        <a:t>SDB</a:t>
                      </a:r>
                    </a:p>
                  </a:txBody>
                  <a:tcPr marL="44803" marR="44803" marT="22398" marB="223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sz="1400" b="0" dirty="0"/>
                    </a:p>
                  </a:txBody>
                  <a:tcPr marL="44803" marR="44803" marT="22398" marB="223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4175205"/>
                  </a:ext>
                </a:extLst>
              </a:tr>
              <a:tr h="243888">
                <a:tc vMerge="1">
                  <a:txBody>
                    <a:bodyPr/>
                    <a:lstStyle/>
                    <a:p>
                      <a:pPr algn="ctr"/>
                      <a:endParaRPr lang="es-ES" sz="1200" b="0" dirty="0"/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700" b="0" dirty="0"/>
                        <a:t>PENALTI</a:t>
                      </a:r>
                    </a:p>
                  </a:txBody>
                  <a:tcPr marL="44803" marR="44803" marT="22398" marB="223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sz="1400" b="0" dirty="0"/>
                    </a:p>
                  </a:txBody>
                  <a:tcPr marL="44803" marR="44803" marT="22398" marB="223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9666459"/>
                  </a:ext>
                </a:extLst>
              </a:tr>
              <a:tr h="243888">
                <a:tc>
                  <a:txBody>
                    <a:bodyPr/>
                    <a:lstStyle/>
                    <a:p>
                      <a:pPr algn="ctr"/>
                      <a:r>
                        <a:rPr lang="es-ES" sz="900" b="0" dirty="0">
                          <a:solidFill>
                            <a:schemeClr val="bg1"/>
                          </a:solidFill>
                        </a:rPr>
                        <a:t>ERRORES IND %</a:t>
                      </a:r>
                    </a:p>
                  </a:txBody>
                  <a:tcPr marL="89515" marR="89515" marT="44757" marB="44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sz="700" b="0" dirty="0"/>
                    </a:p>
                  </a:txBody>
                  <a:tcPr marL="44803" marR="44803" marT="22398" marB="223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sz="1400" b="0" dirty="0"/>
                    </a:p>
                  </a:txBody>
                  <a:tcPr marL="44803" marR="44803" marT="22398" marB="223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8865979"/>
                  </a:ext>
                </a:extLst>
              </a:tr>
            </a:tbl>
          </a:graphicData>
        </a:graphic>
      </p:graphicFrame>
      <p:sp>
        <p:nvSpPr>
          <p:cNvPr id="30" name="Rectángulo 29">
            <a:extLst>
              <a:ext uri="{FF2B5EF4-FFF2-40B4-BE49-F238E27FC236}">
                <a16:creationId xmlns:a16="http://schemas.microsoft.com/office/drawing/2014/main" id="{71E6E2A7-104A-0E4A-98D7-A3AAE9718948}"/>
              </a:ext>
            </a:extLst>
          </p:cNvPr>
          <p:cNvSpPr/>
          <p:nvPr/>
        </p:nvSpPr>
        <p:spPr>
          <a:xfrm>
            <a:off x="6676416" y="5086649"/>
            <a:ext cx="709684" cy="298707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545E7F26-ADB5-1746-BE27-AD548FE61DEF}"/>
              </a:ext>
            </a:extLst>
          </p:cNvPr>
          <p:cNvSpPr/>
          <p:nvPr/>
        </p:nvSpPr>
        <p:spPr>
          <a:xfrm>
            <a:off x="9538684" y="5086649"/>
            <a:ext cx="699492" cy="316137"/>
          </a:xfrm>
          <a:prstGeom prst="rect">
            <a:avLst/>
          </a:prstGeom>
          <a:solidFill>
            <a:srgbClr val="D5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graphicFrame>
        <p:nvGraphicFramePr>
          <p:cNvPr id="32" name="Tabla 31">
            <a:extLst>
              <a:ext uri="{FF2B5EF4-FFF2-40B4-BE49-F238E27FC236}">
                <a16:creationId xmlns:a16="http://schemas.microsoft.com/office/drawing/2014/main" id="{EAA04319-DCB6-4F4D-8684-0F0A14C9D4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3220832"/>
              </p:ext>
            </p:extLst>
          </p:nvPr>
        </p:nvGraphicFramePr>
        <p:xfrm>
          <a:off x="9236424" y="1344162"/>
          <a:ext cx="2273718" cy="3707784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1187375">
                  <a:extLst>
                    <a:ext uri="{9D8B030D-6E8A-4147-A177-3AD203B41FA5}">
                      <a16:colId xmlns:a16="http://schemas.microsoft.com/office/drawing/2014/main" val="107085558"/>
                    </a:ext>
                  </a:extLst>
                </a:gridCol>
                <a:gridCol w="791444">
                  <a:extLst>
                    <a:ext uri="{9D8B030D-6E8A-4147-A177-3AD203B41FA5}">
                      <a16:colId xmlns:a16="http://schemas.microsoft.com/office/drawing/2014/main" val="3690175927"/>
                    </a:ext>
                  </a:extLst>
                </a:gridCol>
                <a:gridCol w="294899">
                  <a:extLst>
                    <a:ext uri="{9D8B030D-6E8A-4147-A177-3AD203B41FA5}">
                      <a16:colId xmlns:a16="http://schemas.microsoft.com/office/drawing/2014/main" val="1236114498"/>
                    </a:ext>
                  </a:extLst>
                </a:gridCol>
              </a:tblGrid>
              <a:tr h="243888">
                <a:tc rowSpan="6">
                  <a:txBody>
                    <a:bodyPr/>
                    <a:lstStyle/>
                    <a:p>
                      <a:pPr algn="ctr"/>
                      <a:r>
                        <a:rPr lang="es-ES" sz="1000" b="0" dirty="0">
                          <a:solidFill>
                            <a:schemeClr val="bg1"/>
                          </a:solidFill>
                        </a:rPr>
                        <a:t>AT.ORG</a:t>
                      </a:r>
                    </a:p>
                    <a:p>
                      <a:pPr algn="ctr"/>
                      <a:r>
                        <a:rPr lang="es-ES" sz="1000" b="0" dirty="0">
                          <a:solidFill>
                            <a:schemeClr val="bg1"/>
                          </a:solidFill>
                        </a:rPr>
                        <a:t>%</a:t>
                      </a:r>
                    </a:p>
                  </a:txBody>
                  <a:tcPr marL="89515" marR="89515" marT="44757" marB="44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700" b="0" dirty="0"/>
                        <a:t>Centro perfil LT I</a:t>
                      </a:r>
                    </a:p>
                  </a:txBody>
                  <a:tcPr marL="44803" marR="44803" marT="22398" marB="223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sz="1400" b="0" dirty="0"/>
                    </a:p>
                  </a:txBody>
                  <a:tcPr marL="44803" marR="44803" marT="22398" marB="223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7185934"/>
                  </a:ext>
                </a:extLst>
              </a:tr>
              <a:tr h="243888"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700" b="0" dirty="0"/>
                        <a:t>Centro perfil LT D</a:t>
                      </a:r>
                    </a:p>
                  </a:txBody>
                  <a:tcPr marL="44803" marR="44803" marT="22398" marB="223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sz="1400" b="0" dirty="0"/>
                    </a:p>
                  </a:txBody>
                  <a:tcPr marL="44803" marR="44803" marT="22398" marB="223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6128808"/>
                  </a:ext>
                </a:extLst>
              </a:tr>
              <a:tr h="243888"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700" b="0" dirty="0"/>
                        <a:t>J. Directo</a:t>
                      </a:r>
                    </a:p>
                  </a:txBody>
                  <a:tcPr marL="44803" marR="44803" marT="22398" marB="223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sz="1400" b="0" dirty="0"/>
                    </a:p>
                  </a:txBody>
                  <a:tcPr marL="44803" marR="44803" marT="22398" marB="223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0742075"/>
                  </a:ext>
                </a:extLst>
              </a:tr>
              <a:tr h="243888">
                <a:tc vMerge="1">
                  <a:txBody>
                    <a:bodyPr/>
                    <a:lstStyle/>
                    <a:p>
                      <a:endParaRPr lang="es-ES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700" b="0" dirty="0"/>
                        <a:t>IND AREA</a:t>
                      </a:r>
                    </a:p>
                  </a:txBody>
                  <a:tcPr marL="44803" marR="44803" marT="22398" marB="223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sz="1400" b="0" dirty="0"/>
                    </a:p>
                  </a:txBody>
                  <a:tcPr marL="44803" marR="44803" marT="22398" marB="223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7908824"/>
                  </a:ext>
                </a:extLst>
              </a:tr>
              <a:tr h="243888"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700" b="0" dirty="0"/>
                        <a:t>IND FUERA</a:t>
                      </a:r>
                    </a:p>
                  </a:txBody>
                  <a:tcPr marL="44803" marR="44803" marT="22398" marB="223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sz="1400" b="0" dirty="0"/>
                    </a:p>
                  </a:txBody>
                  <a:tcPr marL="44803" marR="44803" marT="22398" marB="223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7949165"/>
                  </a:ext>
                </a:extLst>
              </a:tr>
              <a:tr h="243888">
                <a:tc vMerge="1">
                  <a:txBody>
                    <a:bodyPr/>
                    <a:lstStyle/>
                    <a:p>
                      <a:endParaRPr lang="es-ES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700" b="0" dirty="0"/>
                        <a:t>DENTRO</a:t>
                      </a:r>
                    </a:p>
                  </a:txBody>
                  <a:tcPr marL="44803" marR="44803" marT="22398" marB="223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sz="1400" b="0" dirty="0"/>
                    </a:p>
                  </a:txBody>
                  <a:tcPr marL="44803" marR="44803" marT="22398" marB="223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2486502"/>
                  </a:ext>
                </a:extLst>
              </a:tr>
              <a:tr h="243888">
                <a:tc rowSpan="2">
                  <a:txBody>
                    <a:bodyPr/>
                    <a:lstStyle/>
                    <a:p>
                      <a:pPr algn="ctr"/>
                      <a:r>
                        <a:rPr lang="es-ES" sz="1000" b="0" dirty="0">
                          <a:solidFill>
                            <a:schemeClr val="bg1"/>
                          </a:solidFill>
                        </a:rPr>
                        <a:t>TRANSICIÓN</a:t>
                      </a:r>
                    </a:p>
                    <a:p>
                      <a:pPr algn="ctr"/>
                      <a:r>
                        <a:rPr lang="es-ES" sz="1000" b="0" dirty="0">
                          <a:solidFill>
                            <a:schemeClr val="bg1"/>
                          </a:solidFill>
                        </a:rPr>
                        <a:t>%</a:t>
                      </a:r>
                    </a:p>
                  </a:txBody>
                  <a:tcPr marL="89515" marR="89515" marT="44757" marB="44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700" b="0" dirty="0"/>
                        <a:t>C.PROPIO</a:t>
                      </a:r>
                    </a:p>
                  </a:txBody>
                  <a:tcPr marL="44803" marR="44803" marT="22398" marB="223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sz="1400" b="0" dirty="0"/>
                    </a:p>
                  </a:txBody>
                  <a:tcPr marL="44803" marR="44803" marT="22398" marB="223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2273202"/>
                  </a:ext>
                </a:extLst>
              </a:tr>
              <a:tr h="351756">
                <a:tc vMerge="1">
                  <a:txBody>
                    <a:bodyPr/>
                    <a:lstStyle/>
                    <a:p>
                      <a:endParaRPr lang="es-ES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700" b="0" dirty="0"/>
                        <a:t>C. CONTRARIO</a:t>
                      </a:r>
                    </a:p>
                  </a:txBody>
                  <a:tcPr marL="44803" marR="44803" marT="22398" marB="223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sz="1400" b="0" dirty="0"/>
                    </a:p>
                  </a:txBody>
                  <a:tcPr marL="44803" marR="44803" marT="22398" marB="223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8575254"/>
                  </a:ext>
                </a:extLst>
              </a:tr>
              <a:tr h="243888">
                <a:tc rowSpan="5">
                  <a:txBody>
                    <a:bodyPr/>
                    <a:lstStyle/>
                    <a:p>
                      <a:pPr algn="ctr"/>
                      <a:r>
                        <a:rPr lang="es-ES" sz="1000" b="0" dirty="0">
                          <a:solidFill>
                            <a:schemeClr val="bg1"/>
                          </a:solidFill>
                        </a:rPr>
                        <a:t>ABP</a:t>
                      </a:r>
                    </a:p>
                    <a:p>
                      <a:pPr algn="ctr"/>
                      <a:r>
                        <a:rPr lang="es-ES" sz="1000" b="0" dirty="0">
                          <a:solidFill>
                            <a:schemeClr val="bg1"/>
                          </a:solidFill>
                        </a:rPr>
                        <a:t>%</a:t>
                      </a:r>
                    </a:p>
                  </a:txBody>
                  <a:tcPr marL="89515" marR="89515" marT="44757" marB="44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700" b="0" dirty="0"/>
                        <a:t>CORNER</a:t>
                      </a:r>
                    </a:p>
                  </a:txBody>
                  <a:tcPr marL="44803" marR="44803" marT="22398" marB="223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sz="1400" b="0" dirty="0"/>
                    </a:p>
                  </a:txBody>
                  <a:tcPr marL="44803" marR="44803" marT="22398" marB="223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5257310"/>
                  </a:ext>
                </a:extLst>
              </a:tr>
              <a:tr h="243888">
                <a:tc vMerge="1">
                  <a:txBody>
                    <a:bodyPr/>
                    <a:lstStyle/>
                    <a:p>
                      <a:endParaRPr lang="es-ES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700" b="0" dirty="0"/>
                        <a:t>FALTA DIRECTA</a:t>
                      </a:r>
                    </a:p>
                  </a:txBody>
                  <a:tcPr marL="44803" marR="44803" marT="22398" marB="223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sz="1400" b="0" dirty="0"/>
                    </a:p>
                  </a:txBody>
                  <a:tcPr marL="44803" marR="44803" marT="22398" marB="223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896040"/>
                  </a:ext>
                </a:extLst>
              </a:tr>
              <a:tr h="243888"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700" b="0" dirty="0"/>
                        <a:t>FALTA INDIRECTA</a:t>
                      </a:r>
                    </a:p>
                  </a:txBody>
                  <a:tcPr marL="44803" marR="44803" marT="22398" marB="223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sz="1400" b="0" dirty="0"/>
                    </a:p>
                  </a:txBody>
                  <a:tcPr marL="44803" marR="44803" marT="22398" marB="223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8473050"/>
                  </a:ext>
                </a:extLst>
              </a:tr>
              <a:tr h="243888">
                <a:tc vMerge="1">
                  <a:txBody>
                    <a:bodyPr/>
                    <a:lstStyle/>
                    <a:p>
                      <a:endParaRPr lang="es-ES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700" b="0" dirty="0"/>
                        <a:t>SDB</a:t>
                      </a:r>
                    </a:p>
                  </a:txBody>
                  <a:tcPr marL="44803" marR="44803" marT="22398" marB="223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sz="1400" b="0" dirty="0"/>
                    </a:p>
                  </a:txBody>
                  <a:tcPr marL="44803" marR="44803" marT="22398" marB="223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4175205"/>
                  </a:ext>
                </a:extLst>
              </a:tr>
              <a:tr h="243888">
                <a:tc vMerge="1">
                  <a:txBody>
                    <a:bodyPr/>
                    <a:lstStyle/>
                    <a:p>
                      <a:pPr algn="ctr"/>
                      <a:endParaRPr lang="es-ES" sz="1200" b="0" dirty="0"/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700" b="0" dirty="0"/>
                        <a:t>PENALTI</a:t>
                      </a:r>
                    </a:p>
                  </a:txBody>
                  <a:tcPr marL="44803" marR="44803" marT="22398" marB="223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sz="1400" b="0" dirty="0"/>
                    </a:p>
                  </a:txBody>
                  <a:tcPr marL="44803" marR="44803" marT="22398" marB="223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9666459"/>
                  </a:ext>
                </a:extLst>
              </a:tr>
              <a:tr h="243888">
                <a:tc>
                  <a:txBody>
                    <a:bodyPr/>
                    <a:lstStyle/>
                    <a:p>
                      <a:pPr algn="ctr"/>
                      <a:r>
                        <a:rPr lang="es-ES" sz="1000" b="0" dirty="0">
                          <a:solidFill>
                            <a:schemeClr val="bg1"/>
                          </a:solidFill>
                        </a:rPr>
                        <a:t>ERRORES IND %</a:t>
                      </a:r>
                    </a:p>
                  </a:txBody>
                  <a:tcPr marL="89515" marR="89515" marT="44757" marB="44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sz="700" b="0" dirty="0"/>
                    </a:p>
                  </a:txBody>
                  <a:tcPr marL="44803" marR="44803" marT="22398" marB="223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sz="1400" b="0" dirty="0"/>
                    </a:p>
                  </a:txBody>
                  <a:tcPr marL="44803" marR="44803" marT="22398" marB="223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8865979"/>
                  </a:ext>
                </a:extLst>
              </a:tr>
            </a:tbl>
          </a:graphicData>
        </a:graphic>
      </p:graphicFrame>
      <p:sp>
        <p:nvSpPr>
          <p:cNvPr id="36" name="CuadroTexto 35">
            <a:extLst>
              <a:ext uri="{FF2B5EF4-FFF2-40B4-BE49-F238E27FC236}">
                <a16:creationId xmlns:a16="http://schemas.microsoft.com/office/drawing/2014/main" id="{9C668013-D7FB-E94E-BDDD-08FB81D0316A}"/>
              </a:ext>
            </a:extLst>
          </p:cNvPr>
          <p:cNvSpPr txBox="1"/>
          <p:nvPr/>
        </p:nvSpPr>
        <p:spPr>
          <a:xfrm>
            <a:off x="8498351" y="4502353"/>
            <a:ext cx="92486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/>
              <a:t>* Penaltis fuera del porcentaje</a:t>
            </a: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5653C00A-A6DA-574C-92BA-1C2D6EECE343}"/>
              </a:ext>
            </a:extLst>
          </p:cNvPr>
          <p:cNvSpPr txBox="1"/>
          <p:nvPr/>
        </p:nvSpPr>
        <p:spPr>
          <a:xfrm>
            <a:off x="11524303" y="4494300"/>
            <a:ext cx="92486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/>
              <a:t>* Penaltis fuera del porcentaje</a:t>
            </a:r>
          </a:p>
        </p:txBody>
      </p:sp>
    </p:spTree>
    <p:extLst>
      <p:ext uri="{BB962C8B-B14F-4D97-AF65-F5344CB8AC3E}">
        <p14:creationId xmlns:p14="http://schemas.microsoft.com/office/powerpoint/2010/main" val="37899890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1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FBBE20-CD4F-7D8D-0B45-354B803077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uadroTexto 9">
            <a:extLst>
              <a:ext uri="{FF2B5EF4-FFF2-40B4-BE49-F238E27FC236}">
                <a16:creationId xmlns:a16="http://schemas.microsoft.com/office/drawing/2014/main" id="{C3A58490-07F2-AD20-D203-F155F5DA6B52}"/>
              </a:ext>
            </a:extLst>
          </p:cNvPr>
          <p:cNvSpPr txBox="1"/>
          <p:nvPr/>
        </p:nvSpPr>
        <p:spPr>
          <a:xfrm>
            <a:off x="542167" y="169349"/>
            <a:ext cx="11455202" cy="338554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" sz="1600" b="1" dirty="0">
                <a:solidFill>
                  <a:schemeClr val="bg1"/>
                </a:solidFill>
                <a:latin typeface="Trebuchet MS" panose="020B0703020202090204" pitchFamily="34" charset="0"/>
              </a:rPr>
              <a:t>PLANTILLA</a:t>
            </a:r>
            <a:endParaRPr lang="es-ES" sz="1600" dirty="0">
              <a:solidFill>
                <a:schemeClr val="bg1"/>
              </a:solidFill>
              <a:latin typeface="Trebuchet MS" panose="020B0703020202090204" pitchFamily="34" charset="0"/>
            </a:endParaRPr>
          </a:p>
        </p:txBody>
      </p:sp>
      <p:graphicFrame>
        <p:nvGraphicFramePr>
          <p:cNvPr id="25" name="Tabla 24">
            <a:extLst>
              <a:ext uri="{FF2B5EF4-FFF2-40B4-BE49-F238E27FC236}">
                <a16:creationId xmlns:a16="http://schemas.microsoft.com/office/drawing/2014/main" id="{46C21051-0CF0-47C2-F07D-B843DB536E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6132226"/>
              </p:ext>
            </p:extLst>
          </p:nvPr>
        </p:nvGraphicFramePr>
        <p:xfrm>
          <a:off x="1074893" y="756981"/>
          <a:ext cx="2099932" cy="643806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2099932">
                  <a:extLst>
                    <a:ext uri="{9D8B030D-6E8A-4147-A177-3AD203B41FA5}">
                      <a16:colId xmlns:a16="http://schemas.microsoft.com/office/drawing/2014/main" val="543485393"/>
                    </a:ext>
                  </a:extLst>
                </a:gridCol>
              </a:tblGrid>
              <a:tr h="259019">
                <a:tc>
                  <a:txBody>
                    <a:bodyPr/>
                    <a:lstStyle/>
                    <a:p>
                      <a:pPr algn="ctr"/>
                      <a:r>
                        <a:rPr lang="es-ES" sz="1000" dirty="0">
                          <a:solidFill>
                            <a:schemeClr val="bg1"/>
                          </a:solidFill>
                          <a:latin typeface="+mn-lt"/>
                        </a:rPr>
                        <a:t>ENTRENADOR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8857127"/>
                  </a:ext>
                </a:extLst>
              </a:tr>
              <a:tr h="384787">
                <a:tc>
                  <a:txBody>
                    <a:bodyPr/>
                    <a:lstStyle/>
                    <a:p>
                      <a:pPr algn="ctr"/>
                      <a:r>
                        <a:rPr lang="es-ES" sz="1400" b="1" dirty="0">
                          <a:latin typeface="+mn-lt"/>
                        </a:rPr>
                        <a:t>KIKO RAMIREZ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09735927"/>
                  </a:ext>
                </a:extLst>
              </a:tr>
            </a:tbl>
          </a:graphicData>
        </a:graphic>
      </p:graphicFrame>
      <p:graphicFrame>
        <p:nvGraphicFramePr>
          <p:cNvPr id="2" name="Tabla 3">
            <a:extLst>
              <a:ext uri="{FF2B5EF4-FFF2-40B4-BE49-F238E27FC236}">
                <a16:creationId xmlns:a16="http://schemas.microsoft.com/office/drawing/2014/main" id="{145BC04B-CD4B-D6A4-98D4-77B1B02EEC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5151495"/>
              </p:ext>
            </p:extLst>
          </p:nvPr>
        </p:nvGraphicFramePr>
        <p:xfrm>
          <a:off x="849184" y="5643819"/>
          <a:ext cx="4850050" cy="91440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4850050">
                  <a:extLst>
                    <a:ext uri="{9D8B030D-6E8A-4147-A177-3AD203B41FA5}">
                      <a16:colId xmlns:a16="http://schemas.microsoft.com/office/drawing/2014/main" val="1214252240"/>
                    </a:ext>
                  </a:extLst>
                </a:gridCol>
              </a:tblGrid>
              <a:tr h="192277">
                <a:tc>
                  <a:txBody>
                    <a:bodyPr/>
                    <a:lstStyle/>
                    <a:p>
                      <a:pPr algn="ctr"/>
                      <a:r>
                        <a:rPr lang="es-ES" sz="900" dirty="0"/>
                        <a:t>ESTADIO PINILLA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967809"/>
                  </a:ext>
                </a:extLst>
              </a:tr>
              <a:tr h="192277">
                <a:tc>
                  <a:txBody>
                    <a:bodyPr/>
                    <a:lstStyle/>
                    <a:p>
                      <a:pPr algn="ctr"/>
                      <a:r>
                        <a:rPr lang="es-ES" sz="900" dirty="0"/>
                        <a:t>FECHA CONSTRUCCIÓN: 1957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33519088"/>
                  </a:ext>
                </a:extLst>
              </a:tr>
              <a:tr h="192277">
                <a:tc>
                  <a:txBody>
                    <a:bodyPr/>
                    <a:lstStyle/>
                    <a:p>
                      <a:pPr algn="ctr"/>
                      <a:r>
                        <a:rPr lang="es-ES" sz="900" dirty="0"/>
                        <a:t>CAPACIDAD: 3000 ESPECTADORES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75932447"/>
                  </a:ext>
                </a:extLst>
              </a:tr>
              <a:tr h="192277">
                <a:tc>
                  <a:txBody>
                    <a:bodyPr/>
                    <a:lstStyle/>
                    <a:p>
                      <a:pPr algn="ctr"/>
                      <a:r>
                        <a:rPr lang="es-ES" sz="900" dirty="0"/>
                        <a:t>TAMAÑO: 103x65m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97086885"/>
                  </a:ext>
                </a:extLst>
              </a:tr>
            </a:tbl>
          </a:graphicData>
        </a:graphic>
      </p:graphicFrame>
      <p:grpSp>
        <p:nvGrpSpPr>
          <p:cNvPr id="11" name="Grupo 10">
            <a:extLst>
              <a:ext uri="{FF2B5EF4-FFF2-40B4-BE49-F238E27FC236}">
                <a16:creationId xmlns:a16="http://schemas.microsoft.com/office/drawing/2014/main" id="{4EDC6076-82F7-A04D-A78B-7944ED27B78A}"/>
              </a:ext>
            </a:extLst>
          </p:cNvPr>
          <p:cNvGrpSpPr/>
          <p:nvPr/>
        </p:nvGrpSpPr>
        <p:grpSpPr>
          <a:xfrm>
            <a:off x="-51795" y="32035"/>
            <a:ext cx="655606" cy="613181"/>
            <a:chOff x="4860060" y="2161307"/>
            <a:chExt cx="2482850" cy="2642177"/>
          </a:xfrm>
        </p:grpSpPr>
        <p:pic>
          <p:nvPicPr>
            <p:cNvPr id="13" name="Imagen 12">
              <a:extLst>
                <a:ext uri="{FF2B5EF4-FFF2-40B4-BE49-F238E27FC236}">
                  <a16:creationId xmlns:a16="http://schemas.microsoft.com/office/drawing/2014/main" id="{D8D3091E-3DCA-9B42-95DA-F403C0CF0CB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499100" y="2584450"/>
              <a:ext cx="1193800" cy="1689100"/>
            </a:xfrm>
            <a:prstGeom prst="rect">
              <a:avLst/>
            </a:prstGeom>
          </p:spPr>
        </p:pic>
        <p:pic>
          <p:nvPicPr>
            <p:cNvPr id="15" name="Imagen 14">
              <a:extLst>
                <a:ext uri="{FF2B5EF4-FFF2-40B4-BE49-F238E27FC236}">
                  <a16:creationId xmlns:a16="http://schemas.microsoft.com/office/drawing/2014/main" id="{E37EE3D5-0E29-244F-BCA4-048C114A14A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860060" y="2161307"/>
              <a:ext cx="2482850" cy="2642177"/>
            </a:xfrm>
            <a:prstGeom prst="rect">
              <a:avLst/>
            </a:prstGeom>
          </p:spPr>
        </p:pic>
      </p:grpSp>
      <p:pic>
        <p:nvPicPr>
          <p:cNvPr id="6" name="Imagen 5">
            <a:extLst>
              <a:ext uri="{FF2B5EF4-FFF2-40B4-BE49-F238E27FC236}">
                <a16:creationId xmlns:a16="http://schemas.microsoft.com/office/drawing/2014/main" id="{7A53AF63-54DF-C044-800E-B707988DE8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3028" y="1445346"/>
            <a:ext cx="2311181" cy="1979046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23366E2F-7D90-AA44-BBF3-83AC10250C0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7984" y="635839"/>
            <a:ext cx="762000" cy="762000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6B98FE4D-DD77-264D-91FF-9A013BE840A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03461" y="3444757"/>
            <a:ext cx="3695773" cy="2078872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20BEC6CC-DCC3-6F40-910C-B0D0593297B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02527" y="532506"/>
            <a:ext cx="5829300" cy="633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16354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11" name="Imagen 4210">
            <a:extLst>
              <a:ext uri="{FF2B5EF4-FFF2-40B4-BE49-F238E27FC236}">
                <a16:creationId xmlns:a16="http://schemas.microsoft.com/office/drawing/2014/main" id="{6131DE39-0934-7649-AF49-5F92CCF291A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40000"/>
                    </a14:imgEffect>
                  </a14:imgLayer>
                </a14:imgProps>
              </a:ext>
            </a:extLst>
          </a:blip>
          <a:srcRect l="9605" r="10095"/>
          <a:stretch/>
        </p:blipFill>
        <p:spPr>
          <a:xfrm>
            <a:off x="139397" y="574766"/>
            <a:ext cx="8939998" cy="6113886"/>
          </a:xfrm>
          <a:prstGeom prst="rect">
            <a:avLst/>
          </a:prstGeom>
          <a:effectLst>
            <a:softEdge rad="63500"/>
          </a:effectLst>
        </p:spPr>
      </p:pic>
      <p:sp>
        <p:nvSpPr>
          <p:cNvPr id="1058" name="CuadroTexto 1057">
            <a:extLst>
              <a:ext uri="{FF2B5EF4-FFF2-40B4-BE49-F238E27FC236}">
                <a16:creationId xmlns:a16="http://schemas.microsoft.com/office/drawing/2014/main" id="{4909BFC3-7FDC-6E9D-AC09-A31B3B28B4E2}"/>
              </a:ext>
            </a:extLst>
          </p:cNvPr>
          <p:cNvSpPr txBox="1"/>
          <p:nvPr/>
        </p:nvSpPr>
        <p:spPr>
          <a:xfrm>
            <a:off x="542166" y="169349"/>
            <a:ext cx="8503383" cy="338554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es-ES" sz="1600" b="1" dirty="0">
                <a:solidFill>
                  <a:schemeClr val="bg1"/>
                </a:solidFill>
                <a:latin typeface="Trebuchet MS" panose="020B0703020202090204" pitchFamily="34" charset="0"/>
              </a:rPr>
              <a:t>PLANTILLA</a:t>
            </a:r>
            <a:endParaRPr lang="es-ES" sz="1600" dirty="0">
              <a:solidFill>
                <a:schemeClr val="bg1"/>
              </a:solidFill>
              <a:latin typeface="Trebuchet MS" panose="020B0703020202090204" pitchFamily="34" charset="0"/>
            </a:endParaRPr>
          </a:p>
        </p:txBody>
      </p:sp>
      <p:sp>
        <p:nvSpPr>
          <p:cNvPr id="4198" name="CuadroTexto 4197">
            <a:extLst>
              <a:ext uri="{FF2B5EF4-FFF2-40B4-BE49-F238E27FC236}">
                <a16:creationId xmlns:a16="http://schemas.microsoft.com/office/drawing/2014/main" id="{D2823E37-EB65-9C59-3B80-70FEBD9C9542}"/>
              </a:ext>
            </a:extLst>
          </p:cNvPr>
          <p:cNvSpPr txBox="1"/>
          <p:nvPr/>
        </p:nvSpPr>
        <p:spPr>
          <a:xfrm>
            <a:off x="9118405" y="4198999"/>
            <a:ext cx="2840974" cy="307777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" sz="1400" dirty="0">
                <a:solidFill>
                  <a:schemeClr val="bg1"/>
                </a:solidFill>
                <a:latin typeface="Trebuchet MS" panose="020B0703020202090204" pitchFamily="34" charset="0"/>
              </a:rPr>
              <a:t>ESTRUCTURAS</a:t>
            </a:r>
          </a:p>
        </p:txBody>
      </p:sp>
      <p:sp>
        <p:nvSpPr>
          <p:cNvPr id="4199" name="CuadroTexto 4198">
            <a:extLst>
              <a:ext uri="{FF2B5EF4-FFF2-40B4-BE49-F238E27FC236}">
                <a16:creationId xmlns:a16="http://schemas.microsoft.com/office/drawing/2014/main" id="{1DA98111-E3BC-4378-ACA4-7220AF8C3562}"/>
              </a:ext>
            </a:extLst>
          </p:cNvPr>
          <p:cNvSpPr txBox="1"/>
          <p:nvPr/>
        </p:nvSpPr>
        <p:spPr>
          <a:xfrm>
            <a:off x="9188614" y="4623796"/>
            <a:ext cx="3036259" cy="178510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ES" sz="1100" b="1" u="sng" dirty="0">
                <a:latin typeface="Trebuchet MS" panose="020B0703020202090204" pitchFamily="34" charset="0"/>
              </a:rPr>
              <a:t>FASE OFENSIVA</a:t>
            </a:r>
          </a:p>
          <a:p>
            <a:endParaRPr lang="es-ES" sz="1100" dirty="0">
              <a:latin typeface="Trebuchet MS" panose="020B0703020202090204" pitchFamily="34" charset="0"/>
            </a:endParaRPr>
          </a:p>
          <a:p>
            <a:r>
              <a:rPr lang="es-ES" sz="1100" dirty="0">
                <a:latin typeface="Trebuchet MS" panose="020B0703020202090204" pitchFamily="34" charset="0"/>
              </a:rPr>
              <a:t>ESTRUCTURA: 1-4-2-3-1</a:t>
            </a:r>
          </a:p>
          <a:p>
            <a:r>
              <a:rPr lang="es-ES" sz="1100" dirty="0">
                <a:latin typeface="Trebuchet MS" panose="020B0703020202090204" pitchFamily="34" charset="0"/>
              </a:rPr>
              <a:t>VARIANTES: 1-4-3-3</a:t>
            </a:r>
          </a:p>
          <a:p>
            <a:endParaRPr lang="es-ES" sz="1100" dirty="0">
              <a:latin typeface="Trebuchet MS" panose="020B0703020202090204" pitchFamily="34" charset="0"/>
            </a:endParaRPr>
          </a:p>
          <a:p>
            <a:r>
              <a:rPr lang="es-ES" sz="1100" b="1" u="sng" dirty="0">
                <a:latin typeface="Trebuchet MS" panose="020B0703020202090204" pitchFamily="34" charset="0"/>
              </a:rPr>
              <a:t>FASE DEFENSIVA</a:t>
            </a:r>
          </a:p>
          <a:p>
            <a:endParaRPr lang="es-ES" sz="1100" dirty="0">
              <a:latin typeface="Trebuchet MS" panose="020B0703020202090204" pitchFamily="34" charset="0"/>
            </a:endParaRPr>
          </a:p>
          <a:p>
            <a:r>
              <a:rPr lang="es-ES" sz="1100" dirty="0">
                <a:latin typeface="Trebuchet MS" panose="020B0703020202090204" pitchFamily="34" charset="0"/>
              </a:rPr>
              <a:t>PRESS INICIO: PARES</a:t>
            </a:r>
          </a:p>
          <a:p>
            <a:r>
              <a:rPr lang="es-ES" sz="1100" dirty="0">
                <a:latin typeface="Trebuchet MS" panose="020B0703020202090204" pitchFamily="34" charset="0"/>
              </a:rPr>
              <a:t>PRESS REINICIO: 1-4-4-2</a:t>
            </a:r>
          </a:p>
          <a:p>
            <a:endParaRPr lang="es-ES" sz="1100" dirty="0">
              <a:latin typeface="Trebuchet MS" panose="020B0703020202090204" pitchFamily="34" charset="0"/>
            </a:endParaRPr>
          </a:p>
        </p:txBody>
      </p:sp>
      <p:sp>
        <p:nvSpPr>
          <p:cNvPr id="4204" name="CuadroTexto 4203">
            <a:extLst>
              <a:ext uri="{FF2B5EF4-FFF2-40B4-BE49-F238E27FC236}">
                <a16:creationId xmlns:a16="http://schemas.microsoft.com/office/drawing/2014/main" id="{8DDAF124-9A79-8E9B-4EC3-6EA79B50C4BC}"/>
              </a:ext>
            </a:extLst>
          </p:cNvPr>
          <p:cNvSpPr txBox="1"/>
          <p:nvPr/>
        </p:nvSpPr>
        <p:spPr>
          <a:xfrm>
            <a:off x="9102649" y="173250"/>
            <a:ext cx="2902983" cy="338554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" sz="1600" b="1" dirty="0">
                <a:solidFill>
                  <a:schemeClr val="bg1"/>
                </a:solidFill>
                <a:latin typeface="Trebuchet MS" panose="020B0703020202090204" pitchFamily="34" charset="0"/>
              </a:rPr>
              <a:t>ÚLTIMOS RESULTADOS</a:t>
            </a:r>
            <a:endParaRPr lang="es-ES" sz="1600" dirty="0">
              <a:solidFill>
                <a:schemeClr val="bg1"/>
              </a:solidFill>
              <a:latin typeface="Trebuchet MS" panose="020B0703020202090204" pitchFamily="34" charset="0"/>
            </a:endParaRPr>
          </a:p>
        </p:txBody>
      </p:sp>
      <p:graphicFrame>
        <p:nvGraphicFramePr>
          <p:cNvPr id="36" name="Tabla 36">
            <a:extLst>
              <a:ext uri="{FF2B5EF4-FFF2-40B4-BE49-F238E27FC236}">
                <a16:creationId xmlns:a16="http://schemas.microsoft.com/office/drawing/2014/main" id="{D33EA92A-961F-4C2C-E61B-393DB588CA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2432364"/>
              </p:ext>
            </p:extLst>
          </p:nvPr>
        </p:nvGraphicFramePr>
        <p:xfrm>
          <a:off x="10115899" y="783076"/>
          <a:ext cx="846276" cy="531094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423138">
                  <a:extLst>
                    <a:ext uri="{9D8B030D-6E8A-4147-A177-3AD203B41FA5}">
                      <a16:colId xmlns:a16="http://schemas.microsoft.com/office/drawing/2014/main" val="2018973461"/>
                    </a:ext>
                  </a:extLst>
                </a:gridCol>
                <a:gridCol w="423138">
                  <a:extLst>
                    <a:ext uri="{9D8B030D-6E8A-4147-A177-3AD203B41FA5}">
                      <a16:colId xmlns:a16="http://schemas.microsoft.com/office/drawing/2014/main" val="358849037"/>
                    </a:ext>
                  </a:extLst>
                </a:gridCol>
              </a:tblGrid>
              <a:tr h="531094">
                <a:tc>
                  <a:txBody>
                    <a:bodyPr/>
                    <a:lstStyle/>
                    <a:p>
                      <a:pPr algn="r"/>
                      <a:r>
                        <a:rPr lang="es-ES" sz="2400" b="0" i="1" dirty="0">
                          <a:latin typeface="Helvetica Neue Thin" panose="020B0403020202020204" pitchFamily="34" charset="0"/>
                          <a:ea typeface="Helvetica Neue Thin" panose="020B0403020202020204" pitchFamily="34" charset="0"/>
                        </a:rPr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s-ES" sz="2400" b="0" i="1" dirty="0">
                          <a:latin typeface="Helvetica Neue Thin" panose="020B0403020202020204" pitchFamily="34" charset="0"/>
                          <a:ea typeface="Helvetica Neue Thin" panose="020B0403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78744289"/>
                  </a:ext>
                </a:extLst>
              </a:tr>
            </a:tbl>
          </a:graphicData>
        </a:graphic>
      </p:graphicFrame>
      <p:graphicFrame>
        <p:nvGraphicFramePr>
          <p:cNvPr id="54" name="Tabla 36">
            <a:extLst>
              <a:ext uri="{FF2B5EF4-FFF2-40B4-BE49-F238E27FC236}">
                <a16:creationId xmlns:a16="http://schemas.microsoft.com/office/drawing/2014/main" id="{11C07FB7-1B40-7A15-17DE-EFA60F38E8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1351592"/>
              </p:ext>
            </p:extLst>
          </p:nvPr>
        </p:nvGraphicFramePr>
        <p:xfrm>
          <a:off x="10115899" y="1407665"/>
          <a:ext cx="846276" cy="531094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423138">
                  <a:extLst>
                    <a:ext uri="{9D8B030D-6E8A-4147-A177-3AD203B41FA5}">
                      <a16:colId xmlns:a16="http://schemas.microsoft.com/office/drawing/2014/main" val="2018973461"/>
                    </a:ext>
                  </a:extLst>
                </a:gridCol>
                <a:gridCol w="423138">
                  <a:extLst>
                    <a:ext uri="{9D8B030D-6E8A-4147-A177-3AD203B41FA5}">
                      <a16:colId xmlns:a16="http://schemas.microsoft.com/office/drawing/2014/main" val="358849037"/>
                    </a:ext>
                  </a:extLst>
                </a:gridCol>
              </a:tblGrid>
              <a:tr h="531094">
                <a:tc>
                  <a:txBody>
                    <a:bodyPr/>
                    <a:lstStyle/>
                    <a:p>
                      <a:pPr algn="r"/>
                      <a:r>
                        <a:rPr lang="es-ES" sz="2400" b="0" i="1" dirty="0">
                          <a:latin typeface="Helvetica Neue Thin" panose="020B0403020202020204" pitchFamily="34" charset="0"/>
                          <a:ea typeface="Helvetica Neue Thin" panose="020B0403020202020204" pitchFamily="34" charset="0"/>
                        </a:rPr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s-ES" sz="2400" b="0" i="1" dirty="0">
                          <a:latin typeface="Helvetica Neue Thin" panose="020B0403020202020204" pitchFamily="34" charset="0"/>
                          <a:ea typeface="Helvetica Neue Thin" panose="020B0403020202020204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78744289"/>
                  </a:ext>
                </a:extLst>
              </a:tr>
            </a:tbl>
          </a:graphicData>
        </a:graphic>
      </p:graphicFrame>
      <p:graphicFrame>
        <p:nvGraphicFramePr>
          <p:cNvPr id="55" name="Tabla 36">
            <a:extLst>
              <a:ext uri="{FF2B5EF4-FFF2-40B4-BE49-F238E27FC236}">
                <a16:creationId xmlns:a16="http://schemas.microsoft.com/office/drawing/2014/main" id="{3EFB0464-6DEB-1D2D-B485-E778875CAB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2081580"/>
              </p:ext>
            </p:extLst>
          </p:nvPr>
        </p:nvGraphicFramePr>
        <p:xfrm>
          <a:off x="10115899" y="2032254"/>
          <a:ext cx="846276" cy="531094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423138">
                  <a:extLst>
                    <a:ext uri="{9D8B030D-6E8A-4147-A177-3AD203B41FA5}">
                      <a16:colId xmlns:a16="http://schemas.microsoft.com/office/drawing/2014/main" val="2018973461"/>
                    </a:ext>
                  </a:extLst>
                </a:gridCol>
                <a:gridCol w="423138">
                  <a:extLst>
                    <a:ext uri="{9D8B030D-6E8A-4147-A177-3AD203B41FA5}">
                      <a16:colId xmlns:a16="http://schemas.microsoft.com/office/drawing/2014/main" val="358849037"/>
                    </a:ext>
                  </a:extLst>
                </a:gridCol>
              </a:tblGrid>
              <a:tr h="531094">
                <a:tc>
                  <a:txBody>
                    <a:bodyPr/>
                    <a:lstStyle/>
                    <a:p>
                      <a:pPr algn="r"/>
                      <a:r>
                        <a:rPr lang="es-ES" sz="2400" b="0" i="1" dirty="0">
                          <a:latin typeface="Helvetica Neue Thin" panose="020B0403020202020204" pitchFamily="34" charset="0"/>
                          <a:ea typeface="Helvetica Neue Thin" panose="020B0403020202020204" pitchFamily="34" charset="0"/>
                        </a:rPr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s-ES" sz="2400" b="0" i="1" dirty="0">
                          <a:latin typeface="Helvetica Neue Thin" panose="020B0403020202020204" pitchFamily="34" charset="0"/>
                          <a:ea typeface="Helvetica Neue Thin" panose="020B0403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78744289"/>
                  </a:ext>
                </a:extLst>
              </a:tr>
            </a:tbl>
          </a:graphicData>
        </a:graphic>
      </p:graphicFrame>
      <p:graphicFrame>
        <p:nvGraphicFramePr>
          <p:cNvPr id="56" name="Tabla 36">
            <a:extLst>
              <a:ext uri="{FF2B5EF4-FFF2-40B4-BE49-F238E27FC236}">
                <a16:creationId xmlns:a16="http://schemas.microsoft.com/office/drawing/2014/main" id="{233A03C5-50A8-AD23-11FE-CA6ABBC880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47936"/>
              </p:ext>
            </p:extLst>
          </p:nvPr>
        </p:nvGraphicFramePr>
        <p:xfrm>
          <a:off x="10115899" y="2656843"/>
          <a:ext cx="846276" cy="531094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423138">
                  <a:extLst>
                    <a:ext uri="{9D8B030D-6E8A-4147-A177-3AD203B41FA5}">
                      <a16:colId xmlns:a16="http://schemas.microsoft.com/office/drawing/2014/main" val="2018973461"/>
                    </a:ext>
                  </a:extLst>
                </a:gridCol>
                <a:gridCol w="423138">
                  <a:extLst>
                    <a:ext uri="{9D8B030D-6E8A-4147-A177-3AD203B41FA5}">
                      <a16:colId xmlns:a16="http://schemas.microsoft.com/office/drawing/2014/main" val="358849037"/>
                    </a:ext>
                  </a:extLst>
                </a:gridCol>
              </a:tblGrid>
              <a:tr h="531094">
                <a:tc>
                  <a:txBody>
                    <a:bodyPr/>
                    <a:lstStyle/>
                    <a:p>
                      <a:pPr algn="r"/>
                      <a:r>
                        <a:rPr lang="es-ES" sz="2400" b="0" i="1" dirty="0">
                          <a:latin typeface="Helvetica Neue Thin" panose="020B0403020202020204" pitchFamily="34" charset="0"/>
                          <a:ea typeface="Helvetica Neue Thin" panose="020B0403020202020204" pitchFamily="34" charset="0"/>
                        </a:rPr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s-ES" sz="2400" b="0" i="1" dirty="0">
                          <a:latin typeface="Helvetica Neue Thin" panose="020B0403020202020204" pitchFamily="34" charset="0"/>
                          <a:ea typeface="Helvetica Neue Thin" panose="020B0403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78744289"/>
                  </a:ext>
                </a:extLst>
              </a:tr>
            </a:tbl>
          </a:graphicData>
        </a:graphic>
      </p:graphicFrame>
      <p:graphicFrame>
        <p:nvGraphicFramePr>
          <p:cNvPr id="57" name="Tabla 36">
            <a:extLst>
              <a:ext uri="{FF2B5EF4-FFF2-40B4-BE49-F238E27FC236}">
                <a16:creationId xmlns:a16="http://schemas.microsoft.com/office/drawing/2014/main" id="{692A29BD-8FED-B56E-4F58-68238D4497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4548552"/>
              </p:ext>
            </p:extLst>
          </p:nvPr>
        </p:nvGraphicFramePr>
        <p:xfrm>
          <a:off x="10115899" y="3281430"/>
          <a:ext cx="846276" cy="531094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423138">
                  <a:extLst>
                    <a:ext uri="{9D8B030D-6E8A-4147-A177-3AD203B41FA5}">
                      <a16:colId xmlns:a16="http://schemas.microsoft.com/office/drawing/2014/main" val="2018973461"/>
                    </a:ext>
                  </a:extLst>
                </a:gridCol>
                <a:gridCol w="423138">
                  <a:extLst>
                    <a:ext uri="{9D8B030D-6E8A-4147-A177-3AD203B41FA5}">
                      <a16:colId xmlns:a16="http://schemas.microsoft.com/office/drawing/2014/main" val="358849037"/>
                    </a:ext>
                  </a:extLst>
                </a:gridCol>
              </a:tblGrid>
              <a:tr h="531094">
                <a:tc>
                  <a:txBody>
                    <a:bodyPr/>
                    <a:lstStyle/>
                    <a:p>
                      <a:pPr algn="r"/>
                      <a:r>
                        <a:rPr lang="es-ES" sz="2400" b="0" i="1" dirty="0">
                          <a:latin typeface="Helvetica Neue Thin" panose="020B0403020202020204" pitchFamily="34" charset="0"/>
                          <a:ea typeface="Helvetica Neue Thin" panose="020B0403020202020204" pitchFamily="34" charset="0"/>
                        </a:rPr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s-ES" sz="2400" b="0" i="1" dirty="0">
                          <a:latin typeface="Helvetica Neue Thin" panose="020B0403020202020204" pitchFamily="34" charset="0"/>
                          <a:ea typeface="Helvetica Neue Thin" panose="020B0403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78744289"/>
                  </a:ext>
                </a:extLst>
              </a:tr>
            </a:tbl>
          </a:graphicData>
        </a:graphic>
      </p:graphicFrame>
      <p:pic>
        <p:nvPicPr>
          <p:cNvPr id="2" name="Imagen 1">
            <a:extLst>
              <a:ext uri="{FF2B5EF4-FFF2-40B4-BE49-F238E27FC236}">
                <a16:creationId xmlns:a16="http://schemas.microsoft.com/office/drawing/2014/main" id="{2AE7339E-A6E1-DD15-FBBC-31A845592EB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229775" y="843575"/>
            <a:ext cx="1345422" cy="150911"/>
          </a:xfrm>
          <a:prstGeom prst="rect">
            <a:avLst/>
          </a:prstGeom>
        </p:spPr>
      </p:pic>
      <p:pic>
        <p:nvPicPr>
          <p:cNvPr id="38" name="Imagen 37">
            <a:extLst>
              <a:ext uri="{FF2B5EF4-FFF2-40B4-BE49-F238E27FC236}">
                <a16:creationId xmlns:a16="http://schemas.microsoft.com/office/drawing/2014/main" id="{E772BEC1-67B3-65A9-90C4-51C35955B37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85818" y="895024"/>
            <a:ext cx="303670" cy="334679"/>
          </a:xfrm>
          <a:prstGeom prst="rect">
            <a:avLst/>
          </a:prstGeom>
        </p:spPr>
      </p:pic>
      <p:pic>
        <p:nvPicPr>
          <p:cNvPr id="40" name="Imagen 39">
            <a:extLst>
              <a:ext uri="{FF2B5EF4-FFF2-40B4-BE49-F238E27FC236}">
                <a16:creationId xmlns:a16="http://schemas.microsoft.com/office/drawing/2014/main" id="{D0A878F8-7F66-7C63-42D7-BF26F5EF36F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80896" y="2780103"/>
            <a:ext cx="313514" cy="338330"/>
          </a:xfrm>
          <a:prstGeom prst="rect">
            <a:avLst/>
          </a:prstGeom>
        </p:spPr>
      </p:pic>
      <p:pic>
        <p:nvPicPr>
          <p:cNvPr id="61" name="Imagen 60">
            <a:extLst>
              <a:ext uri="{FF2B5EF4-FFF2-40B4-BE49-F238E27FC236}">
                <a16:creationId xmlns:a16="http://schemas.microsoft.com/office/drawing/2014/main" id="{A003B4AE-8E6C-BB71-EE90-38825F1AEA4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80896" y="1494770"/>
            <a:ext cx="313514" cy="338330"/>
          </a:xfrm>
          <a:prstGeom prst="rect">
            <a:avLst/>
          </a:prstGeom>
        </p:spPr>
      </p:pic>
      <p:pic>
        <p:nvPicPr>
          <p:cNvPr id="62" name="Imagen 61">
            <a:extLst>
              <a:ext uri="{FF2B5EF4-FFF2-40B4-BE49-F238E27FC236}">
                <a16:creationId xmlns:a16="http://schemas.microsoft.com/office/drawing/2014/main" id="{A0F6FA2E-953F-C309-E99B-43177971D23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85818" y="2139262"/>
            <a:ext cx="303670" cy="334679"/>
          </a:xfrm>
          <a:prstGeom prst="rect">
            <a:avLst/>
          </a:prstGeom>
        </p:spPr>
      </p:pic>
      <p:pic>
        <p:nvPicPr>
          <p:cNvPr id="63" name="Imagen 62">
            <a:extLst>
              <a:ext uri="{FF2B5EF4-FFF2-40B4-BE49-F238E27FC236}">
                <a16:creationId xmlns:a16="http://schemas.microsoft.com/office/drawing/2014/main" id="{019BC229-8F72-83A2-66A2-E50972BAEC6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85818" y="3424596"/>
            <a:ext cx="303670" cy="334679"/>
          </a:xfrm>
          <a:prstGeom prst="rect">
            <a:avLst/>
          </a:prstGeom>
        </p:spPr>
      </p:pic>
      <p:grpSp>
        <p:nvGrpSpPr>
          <p:cNvPr id="284" name="Grupo 283">
            <a:extLst>
              <a:ext uri="{FF2B5EF4-FFF2-40B4-BE49-F238E27FC236}">
                <a16:creationId xmlns:a16="http://schemas.microsoft.com/office/drawing/2014/main" id="{ED9C5DD2-5445-2F44-A51B-F88023307D97}"/>
              </a:ext>
            </a:extLst>
          </p:cNvPr>
          <p:cNvGrpSpPr/>
          <p:nvPr/>
        </p:nvGrpSpPr>
        <p:grpSpPr>
          <a:xfrm>
            <a:off x="-51795" y="32035"/>
            <a:ext cx="655606" cy="613181"/>
            <a:chOff x="4860060" y="2161307"/>
            <a:chExt cx="2482850" cy="2642177"/>
          </a:xfrm>
        </p:grpSpPr>
        <p:pic>
          <p:nvPicPr>
            <p:cNvPr id="285" name="Imagen 284">
              <a:extLst>
                <a:ext uri="{FF2B5EF4-FFF2-40B4-BE49-F238E27FC236}">
                  <a16:creationId xmlns:a16="http://schemas.microsoft.com/office/drawing/2014/main" id="{BECA901F-F761-144C-A5BD-9314AA9A9E5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499100" y="2584450"/>
              <a:ext cx="1193800" cy="1689100"/>
            </a:xfrm>
            <a:prstGeom prst="rect">
              <a:avLst/>
            </a:prstGeom>
          </p:spPr>
        </p:pic>
        <p:pic>
          <p:nvPicPr>
            <p:cNvPr id="286" name="Imagen 285">
              <a:extLst>
                <a:ext uri="{FF2B5EF4-FFF2-40B4-BE49-F238E27FC236}">
                  <a16:creationId xmlns:a16="http://schemas.microsoft.com/office/drawing/2014/main" id="{2C9D4347-181F-B54D-8E4E-4FB218187A3F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4860060" y="2161307"/>
              <a:ext cx="2482850" cy="2642177"/>
            </a:xfrm>
            <a:prstGeom prst="rect">
              <a:avLst/>
            </a:prstGeom>
          </p:spPr>
        </p:pic>
      </p:grpSp>
      <p:grpSp>
        <p:nvGrpSpPr>
          <p:cNvPr id="287" name="Grupo 286">
            <a:extLst>
              <a:ext uri="{FF2B5EF4-FFF2-40B4-BE49-F238E27FC236}">
                <a16:creationId xmlns:a16="http://schemas.microsoft.com/office/drawing/2014/main" id="{5F19FB31-C765-684A-9B6A-C37560EEC7D9}"/>
              </a:ext>
            </a:extLst>
          </p:cNvPr>
          <p:cNvGrpSpPr/>
          <p:nvPr/>
        </p:nvGrpSpPr>
        <p:grpSpPr>
          <a:xfrm>
            <a:off x="9560908" y="769620"/>
            <a:ext cx="655606" cy="613181"/>
            <a:chOff x="4860060" y="2161307"/>
            <a:chExt cx="2482850" cy="2642177"/>
          </a:xfrm>
        </p:grpSpPr>
        <p:pic>
          <p:nvPicPr>
            <p:cNvPr id="288" name="Imagen 287">
              <a:extLst>
                <a:ext uri="{FF2B5EF4-FFF2-40B4-BE49-F238E27FC236}">
                  <a16:creationId xmlns:a16="http://schemas.microsoft.com/office/drawing/2014/main" id="{2162BACC-214B-8C44-B589-0B088AFB64F2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499100" y="2584450"/>
              <a:ext cx="1193800" cy="1689100"/>
            </a:xfrm>
            <a:prstGeom prst="rect">
              <a:avLst/>
            </a:prstGeom>
          </p:spPr>
        </p:pic>
        <p:pic>
          <p:nvPicPr>
            <p:cNvPr id="289" name="Imagen 288">
              <a:extLst>
                <a:ext uri="{FF2B5EF4-FFF2-40B4-BE49-F238E27FC236}">
                  <a16:creationId xmlns:a16="http://schemas.microsoft.com/office/drawing/2014/main" id="{3A744572-F9FE-8D4C-886F-2C2EE8A822D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4860060" y="2161307"/>
              <a:ext cx="2482850" cy="2642177"/>
            </a:xfrm>
            <a:prstGeom prst="rect">
              <a:avLst/>
            </a:prstGeom>
          </p:spPr>
        </p:pic>
      </p:grpSp>
      <p:grpSp>
        <p:nvGrpSpPr>
          <p:cNvPr id="290" name="Grupo 289">
            <a:extLst>
              <a:ext uri="{FF2B5EF4-FFF2-40B4-BE49-F238E27FC236}">
                <a16:creationId xmlns:a16="http://schemas.microsoft.com/office/drawing/2014/main" id="{158BBA0B-CBB3-7541-ADB2-315564FE649E}"/>
              </a:ext>
            </a:extLst>
          </p:cNvPr>
          <p:cNvGrpSpPr/>
          <p:nvPr/>
        </p:nvGrpSpPr>
        <p:grpSpPr>
          <a:xfrm>
            <a:off x="9559459" y="1405603"/>
            <a:ext cx="655606" cy="613181"/>
            <a:chOff x="4860060" y="2161307"/>
            <a:chExt cx="2482850" cy="2642177"/>
          </a:xfrm>
        </p:grpSpPr>
        <p:pic>
          <p:nvPicPr>
            <p:cNvPr id="291" name="Imagen 290">
              <a:extLst>
                <a:ext uri="{FF2B5EF4-FFF2-40B4-BE49-F238E27FC236}">
                  <a16:creationId xmlns:a16="http://schemas.microsoft.com/office/drawing/2014/main" id="{747218C7-C42D-5E48-B4AA-087DEEE31D3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499100" y="2584450"/>
              <a:ext cx="1193800" cy="1689100"/>
            </a:xfrm>
            <a:prstGeom prst="rect">
              <a:avLst/>
            </a:prstGeom>
          </p:spPr>
        </p:pic>
        <p:pic>
          <p:nvPicPr>
            <p:cNvPr id="292" name="Imagen 291">
              <a:extLst>
                <a:ext uri="{FF2B5EF4-FFF2-40B4-BE49-F238E27FC236}">
                  <a16:creationId xmlns:a16="http://schemas.microsoft.com/office/drawing/2014/main" id="{161BDC08-0FB0-AF43-A7C6-756C9878491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4860060" y="2161307"/>
              <a:ext cx="2482850" cy="2642177"/>
            </a:xfrm>
            <a:prstGeom prst="rect">
              <a:avLst/>
            </a:prstGeom>
          </p:spPr>
        </p:pic>
      </p:grpSp>
      <p:grpSp>
        <p:nvGrpSpPr>
          <p:cNvPr id="293" name="Grupo 292">
            <a:extLst>
              <a:ext uri="{FF2B5EF4-FFF2-40B4-BE49-F238E27FC236}">
                <a16:creationId xmlns:a16="http://schemas.microsoft.com/office/drawing/2014/main" id="{6B92A575-7ED7-5147-9CA3-14AACB5C5646}"/>
              </a:ext>
            </a:extLst>
          </p:cNvPr>
          <p:cNvGrpSpPr/>
          <p:nvPr/>
        </p:nvGrpSpPr>
        <p:grpSpPr>
          <a:xfrm>
            <a:off x="10896438" y="2018641"/>
            <a:ext cx="655606" cy="613181"/>
            <a:chOff x="4860060" y="2161307"/>
            <a:chExt cx="2482850" cy="2642177"/>
          </a:xfrm>
        </p:grpSpPr>
        <p:pic>
          <p:nvPicPr>
            <p:cNvPr id="294" name="Imagen 293">
              <a:extLst>
                <a:ext uri="{FF2B5EF4-FFF2-40B4-BE49-F238E27FC236}">
                  <a16:creationId xmlns:a16="http://schemas.microsoft.com/office/drawing/2014/main" id="{D3E12AF4-E183-514C-85D6-0948227E29A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499100" y="2584450"/>
              <a:ext cx="1193800" cy="1689100"/>
            </a:xfrm>
            <a:prstGeom prst="rect">
              <a:avLst/>
            </a:prstGeom>
          </p:spPr>
        </p:pic>
        <p:pic>
          <p:nvPicPr>
            <p:cNvPr id="295" name="Imagen 294">
              <a:extLst>
                <a:ext uri="{FF2B5EF4-FFF2-40B4-BE49-F238E27FC236}">
                  <a16:creationId xmlns:a16="http://schemas.microsoft.com/office/drawing/2014/main" id="{7F411E0C-A464-1E40-B03E-42C5D7DB863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4860060" y="2161307"/>
              <a:ext cx="2482850" cy="2642177"/>
            </a:xfrm>
            <a:prstGeom prst="rect">
              <a:avLst/>
            </a:prstGeom>
          </p:spPr>
        </p:pic>
      </p:grpSp>
      <p:grpSp>
        <p:nvGrpSpPr>
          <p:cNvPr id="296" name="Grupo 295">
            <a:extLst>
              <a:ext uri="{FF2B5EF4-FFF2-40B4-BE49-F238E27FC236}">
                <a16:creationId xmlns:a16="http://schemas.microsoft.com/office/drawing/2014/main" id="{1A4CC3FF-61DC-3A4D-A021-B42E0E0BB370}"/>
              </a:ext>
            </a:extLst>
          </p:cNvPr>
          <p:cNvGrpSpPr/>
          <p:nvPr/>
        </p:nvGrpSpPr>
        <p:grpSpPr>
          <a:xfrm>
            <a:off x="9549131" y="3304957"/>
            <a:ext cx="655606" cy="613181"/>
            <a:chOff x="4860060" y="2161307"/>
            <a:chExt cx="2482850" cy="2642177"/>
          </a:xfrm>
        </p:grpSpPr>
        <p:pic>
          <p:nvPicPr>
            <p:cNvPr id="297" name="Imagen 296">
              <a:extLst>
                <a:ext uri="{FF2B5EF4-FFF2-40B4-BE49-F238E27FC236}">
                  <a16:creationId xmlns:a16="http://schemas.microsoft.com/office/drawing/2014/main" id="{3691E28B-4DB6-2E41-9EA3-0238030558A5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499100" y="2584450"/>
              <a:ext cx="1193800" cy="1689100"/>
            </a:xfrm>
            <a:prstGeom prst="rect">
              <a:avLst/>
            </a:prstGeom>
          </p:spPr>
        </p:pic>
        <p:pic>
          <p:nvPicPr>
            <p:cNvPr id="298" name="Imagen 297">
              <a:extLst>
                <a:ext uri="{FF2B5EF4-FFF2-40B4-BE49-F238E27FC236}">
                  <a16:creationId xmlns:a16="http://schemas.microsoft.com/office/drawing/2014/main" id="{E04AEDC0-5830-7847-9201-841FCF7A3240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4860060" y="2161307"/>
              <a:ext cx="2482850" cy="2642177"/>
            </a:xfrm>
            <a:prstGeom prst="rect">
              <a:avLst/>
            </a:prstGeom>
          </p:spPr>
        </p:pic>
      </p:grpSp>
      <p:grpSp>
        <p:nvGrpSpPr>
          <p:cNvPr id="299" name="Grupo 298">
            <a:extLst>
              <a:ext uri="{FF2B5EF4-FFF2-40B4-BE49-F238E27FC236}">
                <a16:creationId xmlns:a16="http://schemas.microsoft.com/office/drawing/2014/main" id="{95F7617A-FBDE-6B48-BC1A-0F36C2A91EC9}"/>
              </a:ext>
            </a:extLst>
          </p:cNvPr>
          <p:cNvGrpSpPr/>
          <p:nvPr/>
        </p:nvGrpSpPr>
        <p:grpSpPr>
          <a:xfrm>
            <a:off x="10896438" y="2658493"/>
            <a:ext cx="655606" cy="613181"/>
            <a:chOff x="4860060" y="2161307"/>
            <a:chExt cx="2482850" cy="2642177"/>
          </a:xfrm>
        </p:grpSpPr>
        <p:pic>
          <p:nvPicPr>
            <p:cNvPr id="300" name="Imagen 299">
              <a:extLst>
                <a:ext uri="{FF2B5EF4-FFF2-40B4-BE49-F238E27FC236}">
                  <a16:creationId xmlns:a16="http://schemas.microsoft.com/office/drawing/2014/main" id="{7E3ECA92-9251-6A4F-B4CD-88516D7DC3A4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499100" y="2584450"/>
              <a:ext cx="1193800" cy="1689100"/>
            </a:xfrm>
            <a:prstGeom prst="rect">
              <a:avLst/>
            </a:prstGeom>
          </p:spPr>
        </p:pic>
        <p:pic>
          <p:nvPicPr>
            <p:cNvPr id="301" name="Imagen 300">
              <a:extLst>
                <a:ext uri="{FF2B5EF4-FFF2-40B4-BE49-F238E27FC236}">
                  <a16:creationId xmlns:a16="http://schemas.microsoft.com/office/drawing/2014/main" id="{BA70A794-0AF9-6C4C-BD7D-0CA7864AA01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4860060" y="2161307"/>
              <a:ext cx="2482850" cy="2642177"/>
            </a:xfrm>
            <a:prstGeom prst="rect">
              <a:avLst/>
            </a:prstGeom>
          </p:spPr>
        </p:pic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3E9F5B3B-5F94-9C43-89F1-E3E10661D29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628752" y="2056161"/>
            <a:ext cx="514122" cy="514122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DC421A3E-CBDA-6E46-A1AF-A3261FCE7D1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929647" y="3307874"/>
            <a:ext cx="580176" cy="580176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279117A3-CB5E-1B4D-ACAA-0D07764EFCF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969229" y="824521"/>
            <a:ext cx="501012" cy="501012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C25C6593-7238-4542-AE18-A69A83DCBFEF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929647" y="1416790"/>
            <a:ext cx="580176" cy="580176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AF06CEE6-87E0-5F45-A361-D23F4A2E544E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105711" y="2400618"/>
            <a:ext cx="1556479" cy="1167359"/>
          </a:xfrm>
          <a:prstGeom prst="rect">
            <a:avLst/>
          </a:prstGeom>
        </p:spPr>
      </p:pic>
      <p:grpSp>
        <p:nvGrpSpPr>
          <p:cNvPr id="4507" name="Grupo 4506">
            <a:extLst>
              <a:ext uri="{FF2B5EF4-FFF2-40B4-BE49-F238E27FC236}">
                <a16:creationId xmlns:a16="http://schemas.microsoft.com/office/drawing/2014/main" id="{7648DB56-81B2-E84C-8CEE-2A0C30CD7890}"/>
              </a:ext>
            </a:extLst>
          </p:cNvPr>
          <p:cNvGrpSpPr/>
          <p:nvPr/>
        </p:nvGrpSpPr>
        <p:grpSpPr>
          <a:xfrm>
            <a:off x="626031" y="3189399"/>
            <a:ext cx="1218994" cy="830384"/>
            <a:chOff x="4608492" y="5028787"/>
            <a:chExt cx="1218994" cy="830384"/>
          </a:xfrm>
        </p:grpSpPr>
        <p:grpSp>
          <p:nvGrpSpPr>
            <p:cNvPr id="547" name="Grupo 546">
              <a:extLst>
                <a:ext uri="{FF2B5EF4-FFF2-40B4-BE49-F238E27FC236}">
                  <a16:creationId xmlns:a16="http://schemas.microsoft.com/office/drawing/2014/main" id="{0562F481-D032-F14B-8689-774BEA1D8EF4}"/>
                </a:ext>
              </a:extLst>
            </p:cNvPr>
            <p:cNvGrpSpPr/>
            <p:nvPr/>
          </p:nvGrpSpPr>
          <p:grpSpPr>
            <a:xfrm>
              <a:off x="4608492" y="5205121"/>
              <a:ext cx="1218994" cy="654050"/>
              <a:chOff x="584746" y="2476291"/>
              <a:chExt cx="1218994" cy="654050"/>
            </a:xfrm>
          </p:grpSpPr>
          <p:grpSp>
            <p:nvGrpSpPr>
              <p:cNvPr id="549" name="Grupo 548">
                <a:extLst>
                  <a:ext uri="{FF2B5EF4-FFF2-40B4-BE49-F238E27FC236}">
                    <a16:creationId xmlns:a16="http://schemas.microsoft.com/office/drawing/2014/main" id="{DD796394-D861-F941-895A-0A52AD8773BB}"/>
                  </a:ext>
                </a:extLst>
              </p:cNvPr>
              <p:cNvGrpSpPr/>
              <p:nvPr/>
            </p:nvGrpSpPr>
            <p:grpSpPr>
              <a:xfrm>
                <a:off x="584746" y="2476291"/>
                <a:ext cx="1218994" cy="654050"/>
                <a:chOff x="587856" y="5912609"/>
                <a:chExt cx="1218994" cy="654050"/>
              </a:xfrm>
            </p:grpSpPr>
            <p:sp>
              <p:nvSpPr>
                <p:cNvPr id="554" name="Elipse 553">
                  <a:extLst>
                    <a:ext uri="{FF2B5EF4-FFF2-40B4-BE49-F238E27FC236}">
                      <a16:creationId xmlns:a16="http://schemas.microsoft.com/office/drawing/2014/main" id="{94B601E1-6A50-DC4A-92DC-ADC32B2D7C4F}"/>
                    </a:ext>
                  </a:extLst>
                </p:cNvPr>
                <p:cNvSpPr/>
                <p:nvPr/>
              </p:nvSpPr>
              <p:spPr>
                <a:xfrm>
                  <a:off x="1356768" y="5912609"/>
                  <a:ext cx="196452" cy="184666"/>
                </a:xfrm>
                <a:prstGeom prst="ellipse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Autofit/>
                </a:bodyPr>
                <a:lstStyle/>
                <a:p>
                  <a:pPr algn="ctr"/>
                  <a:r>
                    <a:rPr lang="es-ES" sz="1400" b="1" dirty="0">
                      <a:solidFill>
                        <a:schemeClr val="tx1"/>
                      </a:solidFill>
                    </a:rPr>
                    <a:t>D</a:t>
                  </a:r>
                </a:p>
              </p:txBody>
            </p:sp>
            <p:sp>
              <p:nvSpPr>
                <p:cNvPr id="555" name="Elipse 554">
                  <a:extLst>
                    <a:ext uri="{FF2B5EF4-FFF2-40B4-BE49-F238E27FC236}">
                      <a16:creationId xmlns:a16="http://schemas.microsoft.com/office/drawing/2014/main" id="{A51EE9C3-2314-364C-B916-0171F5D51853}"/>
                    </a:ext>
                  </a:extLst>
                </p:cNvPr>
                <p:cNvSpPr/>
                <p:nvPr/>
              </p:nvSpPr>
              <p:spPr>
                <a:xfrm>
                  <a:off x="693240" y="6021059"/>
                  <a:ext cx="196452" cy="184666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Autofit/>
                </a:bodyPr>
                <a:lstStyle/>
                <a:p>
                  <a:pPr algn="ctr"/>
                  <a:r>
                    <a:rPr lang="es-ES" sz="1100" b="1" dirty="0">
                      <a:solidFill>
                        <a:schemeClr val="tx1"/>
                      </a:solidFill>
                    </a:rPr>
                    <a:t>28</a:t>
                  </a:r>
                </a:p>
              </p:txBody>
            </p:sp>
            <p:sp>
              <p:nvSpPr>
                <p:cNvPr id="556" name="Rectángulo redondeado 10">
                  <a:extLst>
                    <a:ext uri="{FF2B5EF4-FFF2-40B4-BE49-F238E27FC236}">
                      <a16:creationId xmlns:a16="http://schemas.microsoft.com/office/drawing/2014/main" id="{FDDD127B-712D-C749-96B4-2420B8FF52C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87856" y="6332981"/>
                  <a:ext cx="1218994" cy="233678"/>
                </a:xfrm>
                <a:prstGeom prst="roundRect">
                  <a:avLst/>
                </a:prstGeom>
                <a:solidFill>
                  <a:schemeClr val="tx1"/>
                </a:solidFill>
                <a:ln>
                  <a:noFill/>
                </a:ln>
                <a:effectLst>
                  <a:softEdge rad="63500"/>
                </a:effectLst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>
                  <a:noAutofit/>
                </a:bodyPr>
                <a:lstStyle/>
                <a:p>
                  <a:pPr algn="ctr"/>
                  <a:r>
                    <a:rPr lang="es-ES" sz="900" b="1" dirty="0">
                      <a:solidFill>
                        <a:schemeClr val="bg1"/>
                      </a:solidFill>
                    </a:rPr>
                    <a:t>13. ZARCO</a:t>
                  </a:r>
                </a:p>
              </p:txBody>
            </p:sp>
          </p:grpSp>
          <p:pic>
            <p:nvPicPr>
              <p:cNvPr id="550" name="Imagen 549">
                <a:extLst>
                  <a:ext uri="{FF2B5EF4-FFF2-40B4-BE49-F238E27FC236}">
                    <a16:creationId xmlns:a16="http://schemas.microsoft.com/office/drawing/2014/main" id="{59ED2C56-DDD8-EB44-A5F1-9937F295A3C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646858" y="2798167"/>
                <a:ext cx="190500" cy="127000"/>
              </a:xfrm>
              <a:prstGeom prst="rect">
                <a:avLst/>
              </a:prstGeom>
            </p:spPr>
          </p:pic>
        </p:grpSp>
        <p:pic>
          <p:nvPicPr>
            <p:cNvPr id="4506" name="Imagen 4505">
              <a:extLst>
                <a:ext uri="{FF2B5EF4-FFF2-40B4-BE49-F238E27FC236}">
                  <a16:creationId xmlns:a16="http://schemas.microsoft.com/office/drawing/2014/main" id="{ED1D90FD-B7B4-C247-B52C-EB7BFA736D3A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4813198" y="5028787"/>
              <a:ext cx="711200" cy="685800"/>
            </a:xfrm>
            <a:prstGeom prst="rect">
              <a:avLst/>
            </a:prstGeom>
          </p:spPr>
        </p:pic>
      </p:grpSp>
      <p:grpSp>
        <p:nvGrpSpPr>
          <p:cNvPr id="58" name="Grupo 57">
            <a:extLst>
              <a:ext uri="{FF2B5EF4-FFF2-40B4-BE49-F238E27FC236}">
                <a16:creationId xmlns:a16="http://schemas.microsoft.com/office/drawing/2014/main" id="{55AE8900-24AB-B24E-9456-3097E4F011A1}"/>
              </a:ext>
            </a:extLst>
          </p:cNvPr>
          <p:cNvGrpSpPr/>
          <p:nvPr/>
        </p:nvGrpSpPr>
        <p:grpSpPr>
          <a:xfrm>
            <a:off x="1637574" y="925520"/>
            <a:ext cx="1135109" cy="826158"/>
            <a:chOff x="2084116" y="5081825"/>
            <a:chExt cx="1135109" cy="826158"/>
          </a:xfrm>
        </p:grpSpPr>
        <p:pic>
          <p:nvPicPr>
            <p:cNvPr id="53" name="Imagen 52">
              <a:extLst>
                <a:ext uri="{FF2B5EF4-FFF2-40B4-BE49-F238E27FC236}">
                  <a16:creationId xmlns:a16="http://schemas.microsoft.com/office/drawing/2014/main" id="{4AB57E71-1E5A-E148-AF14-1F32AC4C74BB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2217548" y="5081825"/>
              <a:ext cx="711200" cy="685800"/>
            </a:xfrm>
            <a:prstGeom prst="rect">
              <a:avLst/>
            </a:prstGeom>
          </p:spPr>
        </p:pic>
        <p:grpSp>
          <p:nvGrpSpPr>
            <p:cNvPr id="409" name="Grupo 408">
              <a:extLst>
                <a:ext uri="{FF2B5EF4-FFF2-40B4-BE49-F238E27FC236}">
                  <a16:creationId xmlns:a16="http://schemas.microsoft.com/office/drawing/2014/main" id="{B860E312-43F6-BB4A-881D-F388A5AB5821}"/>
                </a:ext>
              </a:extLst>
            </p:cNvPr>
            <p:cNvGrpSpPr/>
            <p:nvPr/>
          </p:nvGrpSpPr>
          <p:grpSpPr>
            <a:xfrm>
              <a:off x="2084116" y="5270014"/>
              <a:ext cx="1135109" cy="637969"/>
              <a:chOff x="584746" y="2476291"/>
              <a:chExt cx="1135109" cy="637969"/>
            </a:xfrm>
          </p:grpSpPr>
          <p:grpSp>
            <p:nvGrpSpPr>
              <p:cNvPr id="411" name="Grupo 410">
                <a:extLst>
                  <a:ext uri="{FF2B5EF4-FFF2-40B4-BE49-F238E27FC236}">
                    <a16:creationId xmlns:a16="http://schemas.microsoft.com/office/drawing/2014/main" id="{4FF07F65-AC7A-C24D-B734-816E86E60F41}"/>
                  </a:ext>
                </a:extLst>
              </p:cNvPr>
              <p:cNvGrpSpPr/>
              <p:nvPr/>
            </p:nvGrpSpPr>
            <p:grpSpPr>
              <a:xfrm>
                <a:off x="584746" y="2476291"/>
                <a:ext cx="1135109" cy="637969"/>
                <a:chOff x="587856" y="5912609"/>
                <a:chExt cx="1135109" cy="637969"/>
              </a:xfrm>
            </p:grpSpPr>
            <p:sp>
              <p:nvSpPr>
                <p:cNvPr id="416" name="Elipse 415">
                  <a:extLst>
                    <a:ext uri="{FF2B5EF4-FFF2-40B4-BE49-F238E27FC236}">
                      <a16:creationId xmlns:a16="http://schemas.microsoft.com/office/drawing/2014/main" id="{009084A1-5109-8246-BE13-7E7C03344686}"/>
                    </a:ext>
                  </a:extLst>
                </p:cNvPr>
                <p:cNvSpPr/>
                <p:nvPr/>
              </p:nvSpPr>
              <p:spPr>
                <a:xfrm>
                  <a:off x="1356768" y="5912609"/>
                  <a:ext cx="196452" cy="184666"/>
                </a:xfrm>
                <a:prstGeom prst="ellipse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Autofit/>
                </a:bodyPr>
                <a:lstStyle/>
                <a:p>
                  <a:pPr algn="ctr"/>
                  <a:r>
                    <a:rPr lang="es-ES" sz="1400" b="1" dirty="0">
                      <a:solidFill>
                        <a:schemeClr val="tx1"/>
                      </a:solidFill>
                    </a:rPr>
                    <a:t>Z</a:t>
                  </a:r>
                </a:p>
              </p:txBody>
            </p:sp>
            <p:sp>
              <p:nvSpPr>
                <p:cNvPr id="417" name="Elipse 416">
                  <a:extLst>
                    <a:ext uri="{FF2B5EF4-FFF2-40B4-BE49-F238E27FC236}">
                      <a16:creationId xmlns:a16="http://schemas.microsoft.com/office/drawing/2014/main" id="{C683634B-F0FD-0747-92BE-7CA73B5EC5F1}"/>
                    </a:ext>
                  </a:extLst>
                </p:cNvPr>
                <p:cNvSpPr/>
                <p:nvPr/>
              </p:nvSpPr>
              <p:spPr>
                <a:xfrm>
                  <a:off x="693240" y="6021059"/>
                  <a:ext cx="196452" cy="184666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Autofit/>
                </a:bodyPr>
                <a:lstStyle/>
                <a:p>
                  <a:pPr algn="ctr"/>
                  <a:r>
                    <a:rPr lang="es-ES" sz="1100" b="1" dirty="0">
                      <a:solidFill>
                        <a:schemeClr val="tx1"/>
                      </a:solidFill>
                    </a:rPr>
                    <a:t>27</a:t>
                  </a:r>
                </a:p>
              </p:txBody>
            </p:sp>
            <p:sp>
              <p:nvSpPr>
                <p:cNvPr id="418" name="Rectángulo redondeado 10">
                  <a:extLst>
                    <a:ext uri="{FF2B5EF4-FFF2-40B4-BE49-F238E27FC236}">
                      <a16:creationId xmlns:a16="http://schemas.microsoft.com/office/drawing/2014/main" id="{13B9F2B3-D08D-634C-9EF9-F3E2632FA6FF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87856" y="6332981"/>
                  <a:ext cx="1135109" cy="217597"/>
                </a:xfrm>
                <a:prstGeom prst="roundRect">
                  <a:avLst/>
                </a:prstGeom>
                <a:solidFill>
                  <a:schemeClr val="tx1"/>
                </a:solidFill>
                <a:ln>
                  <a:noFill/>
                </a:ln>
                <a:effectLst>
                  <a:softEdge rad="63500"/>
                </a:effectLst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>
                  <a:noAutofit/>
                </a:bodyPr>
                <a:lstStyle/>
                <a:p>
                  <a:pPr algn="ctr"/>
                  <a:r>
                    <a:rPr lang="es-ES" sz="900" b="1" dirty="0">
                      <a:solidFill>
                        <a:schemeClr val="bg1"/>
                      </a:solidFill>
                    </a:rPr>
                    <a:t>3. JOSERRA</a:t>
                  </a:r>
                </a:p>
              </p:txBody>
            </p:sp>
          </p:grpSp>
          <p:pic>
            <p:nvPicPr>
              <p:cNvPr id="412" name="Imagen 411">
                <a:extLst>
                  <a:ext uri="{FF2B5EF4-FFF2-40B4-BE49-F238E27FC236}">
                    <a16:creationId xmlns:a16="http://schemas.microsoft.com/office/drawing/2014/main" id="{E112216E-7E1F-7144-976D-482A3E39E0D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646858" y="2798167"/>
                <a:ext cx="190500" cy="127000"/>
              </a:xfrm>
              <a:prstGeom prst="rect">
                <a:avLst/>
              </a:prstGeom>
            </p:spPr>
          </p:pic>
        </p:grpSp>
      </p:grpSp>
      <p:grpSp>
        <p:nvGrpSpPr>
          <p:cNvPr id="4480" name="Grupo 4479">
            <a:extLst>
              <a:ext uri="{FF2B5EF4-FFF2-40B4-BE49-F238E27FC236}">
                <a16:creationId xmlns:a16="http://schemas.microsoft.com/office/drawing/2014/main" id="{2F8CD120-C511-9E4C-9529-B9467F929668}"/>
              </a:ext>
            </a:extLst>
          </p:cNvPr>
          <p:cNvGrpSpPr/>
          <p:nvPr/>
        </p:nvGrpSpPr>
        <p:grpSpPr>
          <a:xfrm>
            <a:off x="2724956" y="915215"/>
            <a:ext cx="1135109" cy="829469"/>
            <a:chOff x="3420121" y="1121926"/>
            <a:chExt cx="1135109" cy="829469"/>
          </a:xfrm>
        </p:grpSpPr>
        <p:grpSp>
          <p:nvGrpSpPr>
            <p:cNvPr id="422" name="Grupo 421">
              <a:extLst>
                <a:ext uri="{FF2B5EF4-FFF2-40B4-BE49-F238E27FC236}">
                  <a16:creationId xmlns:a16="http://schemas.microsoft.com/office/drawing/2014/main" id="{6C88F3D9-D470-354B-8C98-58F302A15281}"/>
                </a:ext>
              </a:extLst>
            </p:cNvPr>
            <p:cNvGrpSpPr/>
            <p:nvPr/>
          </p:nvGrpSpPr>
          <p:grpSpPr>
            <a:xfrm>
              <a:off x="3420121" y="1313426"/>
              <a:ext cx="1135109" cy="637969"/>
              <a:chOff x="584746" y="2476291"/>
              <a:chExt cx="1135109" cy="637969"/>
            </a:xfrm>
          </p:grpSpPr>
          <p:grpSp>
            <p:nvGrpSpPr>
              <p:cNvPr id="423" name="Grupo 422">
                <a:extLst>
                  <a:ext uri="{FF2B5EF4-FFF2-40B4-BE49-F238E27FC236}">
                    <a16:creationId xmlns:a16="http://schemas.microsoft.com/office/drawing/2014/main" id="{4F56975C-8EA1-5042-AE61-20353B491F53}"/>
                  </a:ext>
                </a:extLst>
              </p:cNvPr>
              <p:cNvGrpSpPr/>
              <p:nvPr/>
            </p:nvGrpSpPr>
            <p:grpSpPr>
              <a:xfrm>
                <a:off x="584746" y="2476291"/>
                <a:ext cx="1135109" cy="637969"/>
                <a:chOff x="587856" y="5912609"/>
                <a:chExt cx="1135109" cy="637969"/>
              </a:xfrm>
            </p:grpSpPr>
            <p:sp>
              <p:nvSpPr>
                <p:cNvPr id="428" name="Elipse 427">
                  <a:extLst>
                    <a:ext uri="{FF2B5EF4-FFF2-40B4-BE49-F238E27FC236}">
                      <a16:creationId xmlns:a16="http://schemas.microsoft.com/office/drawing/2014/main" id="{19A9B4EE-A237-8142-B3E7-DD4E2B779AAB}"/>
                    </a:ext>
                  </a:extLst>
                </p:cNvPr>
                <p:cNvSpPr/>
                <p:nvPr/>
              </p:nvSpPr>
              <p:spPr>
                <a:xfrm>
                  <a:off x="1356768" y="5912609"/>
                  <a:ext cx="196452" cy="184666"/>
                </a:xfrm>
                <a:prstGeom prst="ellipse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Autofit/>
                </a:bodyPr>
                <a:lstStyle/>
                <a:p>
                  <a:pPr algn="ctr"/>
                  <a:r>
                    <a:rPr lang="es-ES" sz="1400" b="1" dirty="0">
                      <a:solidFill>
                        <a:schemeClr val="tx1"/>
                      </a:solidFill>
                    </a:rPr>
                    <a:t>Z</a:t>
                  </a:r>
                </a:p>
              </p:txBody>
            </p:sp>
            <p:sp>
              <p:nvSpPr>
                <p:cNvPr id="429" name="Elipse 428">
                  <a:extLst>
                    <a:ext uri="{FF2B5EF4-FFF2-40B4-BE49-F238E27FC236}">
                      <a16:creationId xmlns:a16="http://schemas.microsoft.com/office/drawing/2014/main" id="{420FEF8A-1E1B-D54A-83DF-2976AED425C2}"/>
                    </a:ext>
                  </a:extLst>
                </p:cNvPr>
                <p:cNvSpPr/>
                <p:nvPr/>
              </p:nvSpPr>
              <p:spPr>
                <a:xfrm>
                  <a:off x="693240" y="6021059"/>
                  <a:ext cx="196452" cy="184666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Autofit/>
                </a:bodyPr>
                <a:lstStyle/>
                <a:p>
                  <a:pPr algn="ctr"/>
                  <a:r>
                    <a:rPr lang="es-ES" sz="1100" b="1" dirty="0">
                      <a:solidFill>
                        <a:schemeClr val="tx1"/>
                      </a:solidFill>
                    </a:rPr>
                    <a:t>26</a:t>
                  </a:r>
                </a:p>
              </p:txBody>
            </p:sp>
            <p:sp>
              <p:nvSpPr>
                <p:cNvPr id="430" name="Rectángulo redondeado 10">
                  <a:extLst>
                    <a:ext uri="{FF2B5EF4-FFF2-40B4-BE49-F238E27FC236}">
                      <a16:creationId xmlns:a16="http://schemas.microsoft.com/office/drawing/2014/main" id="{C7C9D6A0-86C2-C64E-861F-A05971F5B94B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87856" y="6332981"/>
                  <a:ext cx="1135109" cy="217597"/>
                </a:xfrm>
                <a:prstGeom prst="roundRect">
                  <a:avLst/>
                </a:prstGeom>
                <a:solidFill>
                  <a:schemeClr val="tx1"/>
                </a:solidFill>
                <a:ln>
                  <a:noFill/>
                </a:ln>
                <a:effectLst>
                  <a:softEdge rad="63500"/>
                </a:effectLst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>
                  <a:noAutofit/>
                </a:bodyPr>
                <a:lstStyle/>
                <a:p>
                  <a:pPr algn="ctr"/>
                  <a:r>
                    <a:rPr lang="es-ES" sz="900" b="1" dirty="0">
                      <a:solidFill>
                        <a:schemeClr val="bg1"/>
                      </a:solidFill>
                    </a:rPr>
                    <a:t>22. LLUIS LLACER</a:t>
                  </a:r>
                </a:p>
              </p:txBody>
            </p:sp>
          </p:grpSp>
          <p:pic>
            <p:nvPicPr>
              <p:cNvPr id="424" name="Imagen 423">
                <a:extLst>
                  <a:ext uri="{FF2B5EF4-FFF2-40B4-BE49-F238E27FC236}">
                    <a16:creationId xmlns:a16="http://schemas.microsoft.com/office/drawing/2014/main" id="{ACC0A2DC-1878-4246-8F16-78A26813D58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646858" y="2798167"/>
                <a:ext cx="190500" cy="127000"/>
              </a:xfrm>
              <a:prstGeom prst="rect">
                <a:avLst/>
              </a:prstGeom>
            </p:spPr>
          </p:pic>
        </p:grpSp>
        <p:pic>
          <p:nvPicPr>
            <p:cNvPr id="60" name="Imagen 59">
              <a:extLst>
                <a:ext uri="{FF2B5EF4-FFF2-40B4-BE49-F238E27FC236}">
                  <a16:creationId xmlns:a16="http://schemas.microsoft.com/office/drawing/2014/main" id="{C0044956-0D1F-AD4D-8292-36EAA4BBF8EA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3600044" y="1121926"/>
              <a:ext cx="711200" cy="685800"/>
            </a:xfrm>
            <a:prstGeom prst="rect">
              <a:avLst/>
            </a:prstGeom>
          </p:spPr>
        </p:pic>
      </p:grpSp>
      <p:grpSp>
        <p:nvGrpSpPr>
          <p:cNvPr id="4486" name="Grupo 4485">
            <a:extLst>
              <a:ext uri="{FF2B5EF4-FFF2-40B4-BE49-F238E27FC236}">
                <a16:creationId xmlns:a16="http://schemas.microsoft.com/office/drawing/2014/main" id="{8A8D4AC7-B9D8-D14C-B37D-4FBCA8B64AFC}"/>
              </a:ext>
            </a:extLst>
          </p:cNvPr>
          <p:cNvGrpSpPr/>
          <p:nvPr/>
        </p:nvGrpSpPr>
        <p:grpSpPr>
          <a:xfrm>
            <a:off x="1890273" y="2061948"/>
            <a:ext cx="1135109" cy="810869"/>
            <a:chOff x="3391600" y="3107269"/>
            <a:chExt cx="1135109" cy="810869"/>
          </a:xfrm>
        </p:grpSpPr>
        <p:grpSp>
          <p:nvGrpSpPr>
            <p:cNvPr id="449" name="Grupo 448">
              <a:extLst>
                <a:ext uri="{FF2B5EF4-FFF2-40B4-BE49-F238E27FC236}">
                  <a16:creationId xmlns:a16="http://schemas.microsoft.com/office/drawing/2014/main" id="{FA986427-CAB6-2640-8D3B-CED09C260E44}"/>
                </a:ext>
              </a:extLst>
            </p:cNvPr>
            <p:cNvGrpSpPr/>
            <p:nvPr/>
          </p:nvGrpSpPr>
          <p:grpSpPr>
            <a:xfrm>
              <a:off x="3391600" y="3280169"/>
              <a:ext cx="1135109" cy="637969"/>
              <a:chOff x="584746" y="2476291"/>
              <a:chExt cx="1135109" cy="637969"/>
            </a:xfrm>
          </p:grpSpPr>
          <p:grpSp>
            <p:nvGrpSpPr>
              <p:cNvPr id="451" name="Grupo 450">
                <a:extLst>
                  <a:ext uri="{FF2B5EF4-FFF2-40B4-BE49-F238E27FC236}">
                    <a16:creationId xmlns:a16="http://schemas.microsoft.com/office/drawing/2014/main" id="{4B61C67C-99BB-114C-AA2C-A5777B30F842}"/>
                  </a:ext>
                </a:extLst>
              </p:cNvPr>
              <p:cNvGrpSpPr/>
              <p:nvPr/>
            </p:nvGrpSpPr>
            <p:grpSpPr>
              <a:xfrm>
                <a:off x="584746" y="2476291"/>
                <a:ext cx="1135109" cy="637969"/>
                <a:chOff x="587856" y="5912609"/>
                <a:chExt cx="1135109" cy="637969"/>
              </a:xfrm>
            </p:grpSpPr>
            <p:sp>
              <p:nvSpPr>
                <p:cNvPr id="456" name="Elipse 455">
                  <a:extLst>
                    <a:ext uri="{FF2B5EF4-FFF2-40B4-BE49-F238E27FC236}">
                      <a16:creationId xmlns:a16="http://schemas.microsoft.com/office/drawing/2014/main" id="{09E2226A-1F31-7340-9388-6D368EF3699A}"/>
                    </a:ext>
                  </a:extLst>
                </p:cNvPr>
                <p:cNvSpPr/>
                <p:nvPr/>
              </p:nvSpPr>
              <p:spPr>
                <a:xfrm>
                  <a:off x="1356768" y="5912609"/>
                  <a:ext cx="196452" cy="184666"/>
                </a:xfrm>
                <a:prstGeom prst="ellipse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Autofit/>
                </a:bodyPr>
                <a:lstStyle/>
                <a:p>
                  <a:pPr algn="ctr"/>
                  <a:r>
                    <a:rPr lang="es-ES" sz="1400" b="1" dirty="0">
                      <a:solidFill>
                        <a:schemeClr val="tx1"/>
                      </a:solidFill>
                    </a:rPr>
                    <a:t>Z</a:t>
                  </a:r>
                </a:p>
              </p:txBody>
            </p:sp>
            <p:sp>
              <p:nvSpPr>
                <p:cNvPr id="457" name="Elipse 456">
                  <a:extLst>
                    <a:ext uri="{FF2B5EF4-FFF2-40B4-BE49-F238E27FC236}">
                      <a16:creationId xmlns:a16="http://schemas.microsoft.com/office/drawing/2014/main" id="{ECC8F1A9-813A-1E4A-8C6B-43E0C6424A5C}"/>
                    </a:ext>
                  </a:extLst>
                </p:cNvPr>
                <p:cNvSpPr/>
                <p:nvPr/>
              </p:nvSpPr>
              <p:spPr>
                <a:xfrm>
                  <a:off x="693240" y="6021059"/>
                  <a:ext cx="196452" cy="184666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Autofit/>
                </a:bodyPr>
                <a:lstStyle/>
                <a:p>
                  <a:pPr algn="ctr"/>
                  <a:r>
                    <a:rPr lang="es-ES" sz="1100" b="1" dirty="0">
                      <a:solidFill>
                        <a:schemeClr val="tx1"/>
                      </a:solidFill>
                    </a:rPr>
                    <a:t>25</a:t>
                  </a:r>
                </a:p>
              </p:txBody>
            </p:sp>
            <p:sp>
              <p:nvSpPr>
                <p:cNvPr id="458" name="Rectángulo redondeado 10">
                  <a:extLst>
                    <a:ext uri="{FF2B5EF4-FFF2-40B4-BE49-F238E27FC236}">
                      <a16:creationId xmlns:a16="http://schemas.microsoft.com/office/drawing/2014/main" id="{4D15851B-F167-FD4F-A673-BC103D5A7BDA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87856" y="6332981"/>
                  <a:ext cx="1135109" cy="217597"/>
                </a:xfrm>
                <a:prstGeom prst="roundRect">
                  <a:avLst/>
                </a:prstGeom>
                <a:solidFill>
                  <a:schemeClr val="tx1"/>
                </a:solidFill>
                <a:ln>
                  <a:noFill/>
                </a:ln>
                <a:effectLst>
                  <a:softEdge rad="63500"/>
                </a:effectLst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>
                  <a:noAutofit/>
                </a:bodyPr>
                <a:lstStyle/>
                <a:p>
                  <a:pPr algn="ctr"/>
                  <a:r>
                    <a:rPr lang="es-ES" sz="900" b="1" dirty="0">
                      <a:solidFill>
                        <a:schemeClr val="bg1"/>
                      </a:solidFill>
                    </a:rPr>
                    <a:t>6. NATHAN</a:t>
                  </a:r>
                </a:p>
              </p:txBody>
            </p:sp>
          </p:grpSp>
          <p:pic>
            <p:nvPicPr>
              <p:cNvPr id="452" name="Imagen 451">
                <a:extLst>
                  <a:ext uri="{FF2B5EF4-FFF2-40B4-BE49-F238E27FC236}">
                    <a16:creationId xmlns:a16="http://schemas.microsoft.com/office/drawing/2014/main" id="{9346B566-754A-1646-B920-8AF026B016D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646858" y="2798167"/>
                <a:ext cx="190500" cy="127000"/>
              </a:xfrm>
              <a:prstGeom prst="rect">
                <a:avLst/>
              </a:prstGeom>
            </p:spPr>
          </p:pic>
        </p:grpSp>
        <p:pic>
          <p:nvPicPr>
            <p:cNvPr id="4485" name="Imagen 4484">
              <a:extLst>
                <a:ext uri="{FF2B5EF4-FFF2-40B4-BE49-F238E27FC236}">
                  <a16:creationId xmlns:a16="http://schemas.microsoft.com/office/drawing/2014/main" id="{060213F2-3BBA-1344-87BD-824B124ECD87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3599467" y="3107269"/>
              <a:ext cx="711200" cy="685800"/>
            </a:xfrm>
            <a:prstGeom prst="rect">
              <a:avLst/>
            </a:prstGeom>
          </p:spPr>
        </p:pic>
      </p:grpSp>
      <p:grpSp>
        <p:nvGrpSpPr>
          <p:cNvPr id="27" name="Grupo 26">
            <a:extLst>
              <a:ext uri="{FF2B5EF4-FFF2-40B4-BE49-F238E27FC236}">
                <a16:creationId xmlns:a16="http://schemas.microsoft.com/office/drawing/2014/main" id="{A18623DA-CDEA-1146-85DB-910E6797544A}"/>
              </a:ext>
            </a:extLst>
          </p:cNvPr>
          <p:cNvGrpSpPr/>
          <p:nvPr/>
        </p:nvGrpSpPr>
        <p:grpSpPr>
          <a:xfrm>
            <a:off x="1950746" y="2891699"/>
            <a:ext cx="1135109" cy="809014"/>
            <a:chOff x="570401" y="2399517"/>
            <a:chExt cx="1135109" cy="809014"/>
          </a:xfrm>
        </p:grpSpPr>
        <p:grpSp>
          <p:nvGrpSpPr>
            <p:cNvPr id="302" name="Grupo 301">
              <a:extLst>
                <a:ext uri="{FF2B5EF4-FFF2-40B4-BE49-F238E27FC236}">
                  <a16:creationId xmlns:a16="http://schemas.microsoft.com/office/drawing/2014/main" id="{A7A22480-F945-7C44-B131-C9524C36A53D}"/>
                </a:ext>
              </a:extLst>
            </p:cNvPr>
            <p:cNvGrpSpPr/>
            <p:nvPr/>
          </p:nvGrpSpPr>
          <p:grpSpPr>
            <a:xfrm>
              <a:off x="570401" y="2570562"/>
              <a:ext cx="1135109" cy="637969"/>
              <a:chOff x="584746" y="2476291"/>
              <a:chExt cx="1135109" cy="637969"/>
            </a:xfrm>
          </p:grpSpPr>
          <p:grpSp>
            <p:nvGrpSpPr>
              <p:cNvPr id="303" name="Grupo 302">
                <a:extLst>
                  <a:ext uri="{FF2B5EF4-FFF2-40B4-BE49-F238E27FC236}">
                    <a16:creationId xmlns:a16="http://schemas.microsoft.com/office/drawing/2014/main" id="{EC8FF047-1568-CD47-B8BE-675C558CE317}"/>
                  </a:ext>
                </a:extLst>
              </p:cNvPr>
              <p:cNvGrpSpPr/>
              <p:nvPr/>
            </p:nvGrpSpPr>
            <p:grpSpPr>
              <a:xfrm>
                <a:off x="584746" y="2476291"/>
                <a:ext cx="1135109" cy="637969"/>
                <a:chOff x="587856" y="5912609"/>
                <a:chExt cx="1135109" cy="637969"/>
              </a:xfrm>
            </p:grpSpPr>
            <p:sp>
              <p:nvSpPr>
                <p:cNvPr id="308" name="Elipse 307">
                  <a:extLst>
                    <a:ext uri="{FF2B5EF4-FFF2-40B4-BE49-F238E27FC236}">
                      <a16:creationId xmlns:a16="http://schemas.microsoft.com/office/drawing/2014/main" id="{390FEA7A-9933-114F-9A66-729929EEC9C5}"/>
                    </a:ext>
                  </a:extLst>
                </p:cNvPr>
                <p:cNvSpPr/>
                <p:nvPr/>
              </p:nvSpPr>
              <p:spPr>
                <a:xfrm>
                  <a:off x="1356768" y="5912609"/>
                  <a:ext cx="196452" cy="184666"/>
                </a:xfrm>
                <a:prstGeom prst="ellipse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Autofit/>
                </a:bodyPr>
                <a:lstStyle/>
                <a:p>
                  <a:pPr algn="ctr"/>
                  <a:r>
                    <a:rPr lang="es-ES" sz="1400" b="1" dirty="0">
                      <a:solidFill>
                        <a:schemeClr val="tx1"/>
                      </a:solidFill>
                    </a:rPr>
                    <a:t>D</a:t>
                  </a:r>
                </a:p>
              </p:txBody>
            </p:sp>
            <p:sp>
              <p:nvSpPr>
                <p:cNvPr id="309" name="Elipse 308">
                  <a:extLst>
                    <a:ext uri="{FF2B5EF4-FFF2-40B4-BE49-F238E27FC236}">
                      <a16:creationId xmlns:a16="http://schemas.microsoft.com/office/drawing/2014/main" id="{DA91F203-66F2-E44E-B018-CB11319D197C}"/>
                    </a:ext>
                  </a:extLst>
                </p:cNvPr>
                <p:cNvSpPr/>
                <p:nvPr/>
              </p:nvSpPr>
              <p:spPr>
                <a:xfrm>
                  <a:off x="693240" y="6021059"/>
                  <a:ext cx="196452" cy="184666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Autofit/>
                </a:bodyPr>
                <a:lstStyle/>
                <a:p>
                  <a:pPr algn="ctr"/>
                  <a:r>
                    <a:rPr lang="es-ES" sz="1100" b="1" dirty="0">
                      <a:solidFill>
                        <a:schemeClr val="tx1"/>
                      </a:solidFill>
                    </a:rPr>
                    <a:t>27</a:t>
                  </a:r>
                </a:p>
              </p:txBody>
            </p:sp>
            <p:sp>
              <p:nvSpPr>
                <p:cNvPr id="310" name="Rectángulo redondeado 10">
                  <a:extLst>
                    <a:ext uri="{FF2B5EF4-FFF2-40B4-BE49-F238E27FC236}">
                      <a16:creationId xmlns:a16="http://schemas.microsoft.com/office/drawing/2014/main" id="{ADB8E097-CE85-414B-85CF-B6A3DF61B971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87856" y="6332981"/>
                  <a:ext cx="1135109" cy="217597"/>
                </a:xfrm>
                <a:prstGeom prst="roundRect">
                  <a:avLst/>
                </a:prstGeom>
                <a:solidFill>
                  <a:schemeClr val="tx1"/>
                </a:solidFill>
                <a:ln>
                  <a:noFill/>
                </a:ln>
                <a:effectLst>
                  <a:softEdge rad="63500"/>
                </a:effectLst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>
                  <a:noAutofit/>
                </a:bodyPr>
                <a:lstStyle/>
                <a:p>
                  <a:pPr algn="ctr"/>
                  <a:r>
                    <a:rPr lang="es-ES" sz="900" b="1" dirty="0">
                      <a:solidFill>
                        <a:schemeClr val="bg1"/>
                      </a:solidFill>
                    </a:rPr>
                    <a:t>15. ALVARO LOPEZ</a:t>
                  </a:r>
                </a:p>
              </p:txBody>
            </p:sp>
          </p:grpSp>
          <p:pic>
            <p:nvPicPr>
              <p:cNvPr id="304" name="Imagen 303">
                <a:extLst>
                  <a:ext uri="{FF2B5EF4-FFF2-40B4-BE49-F238E27FC236}">
                    <a16:creationId xmlns:a16="http://schemas.microsoft.com/office/drawing/2014/main" id="{588FA817-28CA-474A-89B0-8C2447C76F4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646858" y="2798167"/>
                <a:ext cx="190500" cy="127000"/>
              </a:xfrm>
              <a:prstGeom prst="rect">
                <a:avLst/>
              </a:prstGeom>
            </p:spPr>
          </p:pic>
        </p:grpSp>
        <p:pic>
          <p:nvPicPr>
            <p:cNvPr id="26" name="Imagen 25">
              <a:extLst>
                <a:ext uri="{FF2B5EF4-FFF2-40B4-BE49-F238E27FC236}">
                  <a16:creationId xmlns:a16="http://schemas.microsoft.com/office/drawing/2014/main" id="{DD0D4A51-8818-F84E-B7F4-393BB654803F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745462" y="2399517"/>
              <a:ext cx="711200" cy="685800"/>
            </a:xfrm>
            <a:prstGeom prst="rect">
              <a:avLst/>
            </a:prstGeom>
          </p:spPr>
        </p:pic>
      </p:grpSp>
      <p:grpSp>
        <p:nvGrpSpPr>
          <p:cNvPr id="4495" name="Grupo 4494">
            <a:extLst>
              <a:ext uri="{FF2B5EF4-FFF2-40B4-BE49-F238E27FC236}">
                <a16:creationId xmlns:a16="http://schemas.microsoft.com/office/drawing/2014/main" id="{AE3A6586-6FAD-4040-AAC1-6520B8FB6E88}"/>
              </a:ext>
            </a:extLst>
          </p:cNvPr>
          <p:cNvGrpSpPr/>
          <p:nvPr/>
        </p:nvGrpSpPr>
        <p:grpSpPr>
          <a:xfrm>
            <a:off x="1888039" y="3634625"/>
            <a:ext cx="1135109" cy="812370"/>
            <a:chOff x="4666189" y="1153909"/>
            <a:chExt cx="1135109" cy="812370"/>
          </a:xfrm>
        </p:grpSpPr>
        <p:pic>
          <p:nvPicPr>
            <p:cNvPr id="4494" name="Imagen 4493">
              <a:extLst>
                <a:ext uri="{FF2B5EF4-FFF2-40B4-BE49-F238E27FC236}">
                  <a16:creationId xmlns:a16="http://schemas.microsoft.com/office/drawing/2014/main" id="{A6FC0EE8-E95C-5E41-AE42-0A069393EF76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4888130" y="1153909"/>
              <a:ext cx="711200" cy="685800"/>
            </a:xfrm>
            <a:prstGeom prst="rect">
              <a:avLst/>
            </a:prstGeom>
          </p:spPr>
        </p:pic>
        <p:grpSp>
          <p:nvGrpSpPr>
            <p:cNvPr id="493" name="Grupo 492">
              <a:extLst>
                <a:ext uri="{FF2B5EF4-FFF2-40B4-BE49-F238E27FC236}">
                  <a16:creationId xmlns:a16="http://schemas.microsoft.com/office/drawing/2014/main" id="{64EA26E1-5814-FC4E-B0A5-73B722B09984}"/>
                </a:ext>
              </a:extLst>
            </p:cNvPr>
            <p:cNvGrpSpPr/>
            <p:nvPr/>
          </p:nvGrpSpPr>
          <p:grpSpPr>
            <a:xfrm>
              <a:off x="4666189" y="1328310"/>
              <a:ext cx="1135109" cy="637969"/>
              <a:chOff x="584746" y="2476291"/>
              <a:chExt cx="1135109" cy="637969"/>
            </a:xfrm>
          </p:grpSpPr>
          <p:grpSp>
            <p:nvGrpSpPr>
              <p:cNvPr id="495" name="Grupo 494">
                <a:extLst>
                  <a:ext uri="{FF2B5EF4-FFF2-40B4-BE49-F238E27FC236}">
                    <a16:creationId xmlns:a16="http://schemas.microsoft.com/office/drawing/2014/main" id="{E74E9714-583F-A242-A04E-FE24CC9829EE}"/>
                  </a:ext>
                </a:extLst>
              </p:cNvPr>
              <p:cNvGrpSpPr/>
              <p:nvPr/>
            </p:nvGrpSpPr>
            <p:grpSpPr>
              <a:xfrm>
                <a:off x="584746" y="2476291"/>
                <a:ext cx="1135109" cy="637969"/>
                <a:chOff x="587856" y="5912609"/>
                <a:chExt cx="1135109" cy="637969"/>
              </a:xfrm>
            </p:grpSpPr>
            <p:sp>
              <p:nvSpPr>
                <p:cNvPr id="500" name="Elipse 499">
                  <a:extLst>
                    <a:ext uri="{FF2B5EF4-FFF2-40B4-BE49-F238E27FC236}">
                      <a16:creationId xmlns:a16="http://schemas.microsoft.com/office/drawing/2014/main" id="{8FEE26B4-4D57-EB49-BB8A-6A475B949F6D}"/>
                    </a:ext>
                  </a:extLst>
                </p:cNvPr>
                <p:cNvSpPr/>
                <p:nvPr/>
              </p:nvSpPr>
              <p:spPr>
                <a:xfrm>
                  <a:off x="1356768" y="5912609"/>
                  <a:ext cx="196452" cy="184666"/>
                </a:xfrm>
                <a:prstGeom prst="ellipse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Autofit/>
                </a:bodyPr>
                <a:lstStyle/>
                <a:p>
                  <a:pPr algn="ctr"/>
                  <a:r>
                    <a:rPr lang="es-ES" sz="1400" b="1" dirty="0">
                      <a:solidFill>
                        <a:schemeClr val="tx1"/>
                      </a:solidFill>
                    </a:rPr>
                    <a:t>Z</a:t>
                  </a:r>
                </a:p>
              </p:txBody>
            </p:sp>
            <p:sp>
              <p:nvSpPr>
                <p:cNvPr id="501" name="Elipse 500">
                  <a:extLst>
                    <a:ext uri="{FF2B5EF4-FFF2-40B4-BE49-F238E27FC236}">
                      <a16:creationId xmlns:a16="http://schemas.microsoft.com/office/drawing/2014/main" id="{BB9DB912-0F31-6341-84D0-B3AD2E247BE2}"/>
                    </a:ext>
                  </a:extLst>
                </p:cNvPr>
                <p:cNvSpPr/>
                <p:nvPr/>
              </p:nvSpPr>
              <p:spPr>
                <a:xfrm>
                  <a:off x="693240" y="6021059"/>
                  <a:ext cx="196452" cy="184666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Autofit/>
                </a:bodyPr>
                <a:lstStyle/>
                <a:p>
                  <a:pPr algn="ctr"/>
                  <a:r>
                    <a:rPr lang="es-ES" sz="1100" b="1" dirty="0">
                      <a:solidFill>
                        <a:schemeClr val="tx1"/>
                      </a:solidFill>
                    </a:rPr>
                    <a:t>28</a:t>
                  </a:r>
                </a:p>
              </p:txBody>
            </p:sp>
            <p:sp>
              <p:nvSpPr>
                <p:cNvPr id="502" name="Rectángulo redondeado 10">
                  <a:extLst>
                    <a:ext uri="{FF2B5EF4-FFF2-40B4-BE49-F238E27FC236}">
                      <a16:creationId xmlns:a16="http://schemas.microsoft.com/office/drawing/2014/main" id="{B4F45720-914E-3C4E-AADA-222396ADD2DC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87856" y="6332981"/>
                  <a:ext cx="1135109" cy="217597"/>
                </a:xfrm>
                <a:prstGeom prst="roundRect">
                  <a:avLst/>
                </a:prstGeom>
                <a:solidFill>
                  <a:schemeClr val="tx1"/>
                </a:solidFill>
                <a:ln>
                  <a:noFill/>
                </a:ln>
                <a:effectLst>
                  <a:softEdge rad="63500"/>
                </a:effectLst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>
                  <a:noAutofit/>
                </a:bodyPr>
                <a:lstStyle/>
                <a:p>
                  <a:pPr algn="ctr"/>
                  <a:r>
                    <a:rPr lang="es-ES" sz="900" b="1" dirty="0">
                      <a:solidFill>
                        <a:schemeClr val="bg1"/>
                      </a:solidFill>
                    </a:rPr>
                    <a:t>14. RELU</a:t>
                  </a:r>
                </a:p>
              </p:txBody>
            </p:sp>
          </p:grpSp>
          <p:pic>
            <p:nvPicPr>
              <p:cNvPr id="496" name="Imagen 495">
                <a:extLst>
                  <a:ext uri="{FF2B5EF4-FFF2-40B4-BE49-F238E27FC236}">
                    <a16:creationId xmlns:a16="http://schemas.microsoft.com/office/drawing/2014/main" id="{ACFDC9C7-4183-E247-80C3-0D8556CA021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646858" y="2798167"/>
                <a:ext cx="190500" cy="127000"/>
              </a:xfrm>
              <a:prstGeom prst="rect">
                <a:avLst/>
              </a:prstGeom>
            </p:spPr>
          </p:pic>
        </p:grpSp>
      </p:grpSp>
      <p:grpSp>
        <p:nvGrpSpPr>
          <p:cNvPr id="4489" name="Grupo 4488">
            <a:extLst>
              <a:ext uri="{FF2B5EF4-FFF2-40B4-BE49-F238E27FC236}">
                <a16:creationId xmlns:a16="http://schemas.microsoft.com/office/drawing/2014/main" id="{E98A694C-75A4-4E46-92CA-C7309CD91FEF}"/>
              </a:ext>
            </a:extLst>
          </p:cNvPr>
          <p:cNvGrpSpPr/>
          <p:nvPr/>
        </p:nvGrpSpPr>
        <p:grpSpPr>
          <a:xfrm>
            <a:off x="1890186" y="4439358"/>
            <a:ext cx="1135109" cy="829229"/>
            <a:chOff x="3342701" y="4048454"/>
            <a:chExt cx="1135109" cy="829229"/>
          </a:xfrm>
        </p:grpSpPr>
        <p:grpSp>
          <p:nvGrpSpPr>
            <p:cNvPr id="463" name="Grupo 462">
              <a:extLst>
                <a:ext uri="{FF2B5EF4-FFF2-40B4-BE49-F238E27FC236}">
                  <a16:creationId xmlns:a16="http://schemas.microsoft.com/office/drawing/2014/main" id="{54C23BC1-3729-294B-BDFD-62E858A50D6D}"/>
                </a:ext>
              </a:extLst>
            </p:cNvPr>
            <p:cNvGrpSpPr/>
            <p:nvPr/>
          </p:nvGrpSpPr>
          <p:grpSpPr>
            <a:xfrm>
              <a:off x="3342701" y="4239714"/>
              <a:ext cx="1135109" cy="637969"/>
              <a:chOff x="584746" y="2476291"/>
              <a:chExt cx="1135109" cy="637969"/>
            </a:xfrm>
          </p:grpSpPr>
          <p:grpSp>
            <p:nvGrpSpPr>
              <p:cNvPr id="465" name="Grupo 464">
                <a:extLst>
                  <a:ext uri="{FF2B5EF4-FFF2-40B4-BE49-F238E27FC236}">
                    <a16:creationId xmlns:a16="http://schemas.microsoft.com/office/drawing/2014/main" id="{D08FBEE0-9EEE-F84B-8ED0-D331E4091CBF}"/>
                  </a:ext>
                </a:extLst>
              </p:cNvPr>
              <p:cNvGrpSpPr/>
              <p:nvPr/>
            </p:nvGrpSpPr>
            <p:grpSpPr>
              <a:xfrm>
                <a:off x="584746" y="2476291"/>
                <a:ext cx="1135109" cy="637969"/>
                <a:chOff x="587856" y="5912609"/>
                <a:chExt cx="1135109" cy="637969"/>
              </a:xfrm>
            </p:grpSpPr>
            <p:sp>
              <p:nvSpPr>
                <p:cNvPr id="470" name="Elipse 469">
                  <a:extLst>
                    <a:ext uri="{FF2B5EF4-FFF2-40B4-BE49-F238E27FC236}">
                      <a16:creationId xmlns:a16="http://schemas.microsoft.com/office/drawing/2014/main" id="{5C46E0E9-49E0-E140-BE2C-EE97EF166142}"/>
                    </a:ext>
                  </a:extLst>
                </p:cNvPr>
                <p:cNvSpPr/>
                <p:nvPr/>
              </p:nvSpPr>
              <p:spPr>
                <a:xfrm>
                  <a:off x="1356768" y="5912609"/>
                  <a:ext cx="196452" cy="184666"/>
                </a:xfrm>
                <a:prstGeom prst="ellipse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Autofit/>
                </a:bodyPr>
                <a:lstStyle/>
                <a:p>
                  <a:pPr algn="ctr"/>
                  <a:r>
                    <a:rPr lang="es-ES" sz="1400" b="1" dirty="0">
                      <a:solidFill>
                        <a:schemeClr val="tx1"/>
                      </a:solidFill>
                    </a:rPr>
                    <a:t>D</a:t>
                  </a:r>
                </a:p>
              </p:txBody>
            </p:sp>
            <p:sp>
              <p:nvSpPr>
                <p:cNvPr id="471" name="Elipse 470">
                  <a:extLst>
                    <a:ext uri="{FF2B5EF4-FFF2-40B4-BE49-F238E27FC236}">
                      <a16:creationId xmlns:a16="http://schemas.microsoft.com/office/drawing/2014/main" id="{C5C1B9A4-FECA-7744-AD6F-17D786C7D991}"/>
                    </a:ext>
                  </a:extLst>
                </p:cNvPr>
                <p:cNvSpPr/>
                <p:nvPr/>
              </p:nvSpPr>
              <p:spPr>
                <a:xfrm>
                  <a:off x="693240" y="6021059"/>
                  <a:ext cx="196452" cy="184666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Autofit/>
                </a:bodyPr>
                <a:lstStyle/>
                <a:p>
                  <a:pPr algn="ctr"/>
                  <a:r>
                    <a:rPr lang="es-ES" sz="1100" b="1" dirty="0">
                      <a:solidFill>
                        <a:schemeClr val="tx1"/>
                      </a:solidFill>
                    </a:rPr>
                    <a:t>21</a:t>
                  </a:r>
                </a:p>
              </p:txBody>
            </p:sp>
            <p:sp>
              <p:nvSpPr>
                <p:cNvPr id="472" name="Rectángulo redondeado 10">
                  <a:extLst>
                    <a:ext uri="{FF2B5EF4-FFF2-40B4-BE49-F238E27FC236}">
                      <a16:creationId xmlns:a16="http://schemas.microsoft.com/office/drawing/2014/main" id="{00D8BED3-EF87-2F4F-B1FC-DA41430D49D7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87856" y="6332981"/>
                  <a:ext cx="1135109" cy="217597"/>
                </a:xfrm>
                <a:prstGeom prst="roundRect">
                  <a:avLst/>
                </a:prstGeom>
                <a:solidFill>
                  <a:schemeClr val="tx1"/>
                </a:solidFill>
                <a:ln>
                  <a:noFill/>
                </a:ln>
                <a:effectLst>
                  <a:softEdge rad="63500"/>
                </a:effectLst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>
                  <a:noAutofit/>
                </a:bodyPr>
                <a:lstStyle/>
                <a:p>
                  <a:pPr algn="ctr"/>
                  <a:r>
                    <a:rPr lang="es-ES" sz="900" b="1" dirty="0">
                      <a:solidFill>
                        <a:schemeClr val="bg1"/>
                      </a:solidFill>
                    </a:rPr>
                    <a:t>4. PABLO FELIPE</a:t>
                  </a:r>
                </a:p>
              </p:txBody>
            </p:sp>
          </p:grpSp>
          <p:pic>
            <p:nvPicPr>
              <p:cNvPr id="466" name="Imagen 465">
                <a:extLst>
                  <a:ext uri="{FF2B5EF4-FFF2-40B4-BE49-F238E27FC236}">
                    <a16:creationId xmlns:a16="http://schemas.microsoft.com/office/drawing/2014/main" id="{54EB18E7-00A3-4D4A-9039-A250B8C5799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646858" y="2798167"/>
                <a:ext cx="190500" cy="127000"/>
              </a:xfrm>
              <a:prstGeom prst="rect">
                <a:avLst/>
              </a:prstGeom>
            </p:spPr>
          </p:pic>
        </p:grpSp>
        <p:pic>
          <p:nvPicPr>
            <p:cNvPr id="4488" name="Imagen 4487">
              <a:extLst>
                <a:ext uri="{FF2B5EF4-FFF2-40B4-BE49-F238E27FC236}">
                  <a16:creationId xmlns:a16="http://schemas.microsoft.com/office/drawing/2014/main" id="{81DB8323-4095-6343-ABBB-416505289AAB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3526333" y="4048454"/>
              <a:ext cx="711200" cy="685800"/>
            </a:xfrm>
            <a:prstGeom prst="rect">
              <a:avLst/>
            </a:prstGeom>
          </p:spPr>
        </p:pic>
      </p:grpSp>
      <p:grpSp>
        <p:nvGrpSpPr>
          <p:cNvPr id="33" name="Grupo 32">
            <a:extLst>
              <a:ext uri="{FF2B5EF4-FFF2-40B4-BE49-F238E27FC236}">
                <a16:creationId xmlns:a16="http://schemas.microsoft.com/office/drawing/2014/main" id="{315561F3-FAE9-6A4B-8391-A74B0D60FEEA}"/>
              </a:ext>
            </a:extLst>
          </p:cNvPr>
          <p:cNvGrpSpPr/>
          <p:nvPr/>
        </p:nvGrpSpPr>
        <p:grpSpPr>
          <a:xfrm>
            <a:off x="1639590" y="5527148"/>
            <a:ext cx="1135109" cy="817089"/>
            <a:chOff x="640133" y="4433072"/>
            <a:chExt cx="1135109" cy="817089"/>
          </a:xfrm>
        </p:grpSpPr>
        <p:grpSp>
          <p:nvGrpSpPr>
            <p:cNvPr id="325" name="Grupo 324">
              <a:extLst>
                <a:ext uri="{FF2B5EF4-FFF2-40B4-BE49-F238E27FC236}">
                  <a16:creationId xmlns:a16="http://schemas.microsoft.com/office/drawing/2014/main" id="{0C5AA95D-0D84-044F-A708-49DD7DF823F3}"/>
                </a:ext>
              </a:extLst>
            </p:cNvPr>
            <p:cNvGrpSpPr/>
            <p:nvPr/>
          </p:nvGrpSpPr>
          <p:grpSpPr>
            <a:xfrm>
              <a:off x="640133" y="4612192"/>
              <a:ext cx="1135109" cy="637969"/>
              <a:chOff x="584746" y="2476291"/>
              <a:chExt cx="1135109" cy="637969"/>
            </a:xfrm>
          </p:grpSpPr>
          <p:grpSp>
            <p:nvGrpSpPr>
              <p:cNvPr id="327" name="Grupo 326">
                <a:extLst>
                  <a:ext uri="{FF2B5EF4-FFF2-40B4-BE49-F238E27FC236}">
                    <a16:creationId xmlns:a16="http://schemas.microsoft.com/office/drawing/2014/main" id="{709AF490-BF56-C044-944E-7F95306F16F4}"/>
                  </a:ext>
                </a:extLst>
              </p:cNvPr>
              <p:cNvGrpSpPr/>
              <p:nvPr/>
            </p:nvGrpSpPr>
            <p:grpSpPr>
              <a:xfrm>
                <a:off x="584746" y="2476291"/>
                <a:ext cx="1135109" cy="637969"/>
                <a:chOff x="587856" y="5912609"/>
                <a:chExt cx="1135109" cy="637969"/>
              </a:xfrm>
            </p:grpSpPr>
            <p:sp>
              <p:nvSpPr>
                <p:cNvPr id="332" name="Elipse 331">
                  <a:extLst>
                    <a:ext uri="{FF2B5EF4-FFF2-40B4-BE49-F238E27FC236}">
                      <a16:creationId xmlns:a16="http://schemas.microsoft.com/office/drawing/2014/main" id="{14079012-CDE2-3048-912E-EE69C9454747}"/>
                    </a:ext>
                  </a:extLst>
                </p:cNvPr>
                <p:cNvSpPr/>
                <p:nvPr/>
              </p:nvSpPr>
              <p:spPr>
                <a:xfrm>
                  <a:off x="1356768" y="5912609"/>
                  <a:ext cx="196452" cy="184666"/>
                </a:xfrm>
                <a:prstGeom prst="ellipse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Autofit/>
                </a:bodyPr>
                <a:lstStyle/>
                <a:p>
                  <a:pPr algn="ctr"/>
                  <a:r>
                    <a:rPr lang="es-ES" sz="1400" b="1" dirty="0">
                      <a:solidFill>
                        <a:schemeClr val="tx1"/>
                      </a:solidFill>
                    </a:rPr>
                    <a:t>D</a:t>
                  </a:r>
                </a:p>
              </p:txBody>
            </p:sp>
            <p:sp>
              <p:nvSpPr>
                <p:cNvPr id="333" name="Elipse 332">
                  <a:extLst>
                    <a:ext uri="{FF2B5EF4-FFF2-40B4-BE49-F238E27FC236}">
                      <a16:creationId xmlns:a16="http://schemas.microsoft.com/office/drawing/2014/main" id="{838C9F5E-DC6F-E44F-9D0F-D4C1F9D5CC58}"/>
                    </a:ext>
                  </a:extLst>
                </p:cNvPr>
                <p:cNvSpPr/>
                <p:nvPr/>
              </p:nvSpPr>
              <p:spPr>
                <a:xfrm>
                  <a:off x="693240" y="6021059"/>
                  <a:ext cx="196452" cy="184666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Autofit/>
                </a:bodyPr>
                <a:lstStyle/>
                <a:p>
                  <a:pPr algn="ctr"/>
                  <a:r>
                    <a:rPr lang="es-ES" sz="1100" b="1" dirty="0">
                      <a:solidFill>
                        <a:schemeClr val="tx1"/>
                      </a:solidFill>
                    </a:rPr>
                    <a:t>24</a:t>
                  </a:r>
                </a:p>
              </p:txBody>
            </p:sp>
            <p:sp>
              <p:nvSpPr>
                <p:cNvPr id="334" name="Rectángulo redondeado 10">
                  <a:extLst>
                    <a:ext uri="{FF2B5EF4-FFF2-40B4-BE49-F238E27FC236}">
                      <a16:creationId xmlns:a16="http://schemas.microsoft.com/office/drawing/2014/main" id="{AA1611C5-4209-D741-B232-1D9D5C1785D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87856" y="6332981"/>
                  <a:ext cx="1135109" cy="217597"/>
                </a:xfrm>
                <a:prstGeom prst="roundRect">
                  <a:avLst/>
                </a:prstGeom>
                <a:solidFill>
                  <a:schemeClr val="tx1"/>
                </a:solidFill>
                <a:ln>
                  <a:noFill/>
                </a:ln>
                <a:effectLst>
                  <a:softEdge rad="63500"/>
                </a:effectLst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>
                  <a:noAutofit/>
                </a:bodyPr>
                <a:lstStyle/>
                <a:p>
                  <a:pPr algn="ctr"/>
                  <a:r>
                    <a:rPr lang="es-ES" sz="900" b="1" dirty="0">
                      <a:solidFill>
                        <a:schemeClr val="bg1"/>
                      </a:solidFill>
                    </a:rPr>
                    <a:t>2. BORGE</a:t>
                  </a:r>
                </a:p>
              </p:txBody>
            </p:sp>
          </p:grpSp>
          <p:pic>
            <p:nvPicPr>
              <p:cNvPr id="328" name="Imagen 327">
                <a:extLst>
                  <a:ext uri="{FF2B5EF4-FFF2-40B4-BE49-F238E27FC236}">
                    <a16:creationId xmlns:a16="http://schemas.microsoft.com/office/drawing/2014/main" id="{BE5EC080-C95D-7441-9423-89CD1E8B8AA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646858" y="2798167"/>
                <a:ext cx="190500" cy="127000"/>
              </a:xfrm>
              <a:prstGeom prst="rect">
                <a:avLst/>
              </a:prstGeom>
            </p:spPr>
          </p:pic>
        </p:grpSp>
        <p:pic>
          <p:nvPicPr>
            <p:cNvPr id="32" name="Imagen 31">
              <a:extLst>
                <a:ext uri="{FF2B5EF4-FFF2-40B4-BE49-F238E27FC236}">
                  <a16:creationId xmlns:a16="http://schemas.microsoft.com/office/drawing/2014/main" id="{A20CEB8E-B422-A84C-8CAD-DEAFCA3FFF54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832509" y="4433072"/>
              <a:ext cx="711200" cy="685800"/>
            </a:xfrm>
            <a:prstGeom prst="rect">
              <a:avLst/>
            </a:prstGeom>
          </p:spPr>
        </p:pic>
      </p:grpSp>
      <p:grpSp>
        <p:nvGrpSpPr>
          <p:cNvPr id="42" name="Grupo 41">
            <a:extLst>
              <a:ext uri="{FF2B5EF4-FFF2-40B4-BE49-F238E27FC236}">
                <a16:creationId xmlns:a16="http://schemas.microsoft.com/office/drawing/2014/main" id="{8B1C054C-06E4-7844-9ABD-997350B0203E}"/>
              </a:ext>
            </a:extLst>
          </p:cNvPr>
          <p:cNvGrpSpPr/>
          <p:nvPr/>
        </p:nvGrpSpPr>
        <p:grpSpPr>
          <a:xfrm>
            <a:off x="2760212" y="5545424"/>
            <a:ext cx="1135109" cy="799497"/>
            <a:chOff x="639866" y="5414537"/>
            <a:chExt cx="1135109" cy="799497"/>
          </a:xfrm>
        </p:grpSpPr>
        <p:grpSp>
          <p:nvGrpSpPr>
            <p:cNvPr id="339" name="Grupo 338">
              <a:extLst>
                <a:ext uri="{FF2B5EF4-FFF2-40B4-BE49-F238E27FC236}">
                  <a16:creationId xmlns:a16="http://schemas.microsoft.com/office/drawing/2014/main" id="{AC6FCA03-177A-C347-93AD-0931580A2D11}"/>
                </a:ext>
              </a:extLst>
            </p:cNvPr>
            <p:cNvGrpSpPr/>
            <p:nvPr/>
          </p:nvGrpSpPr>
          <p:grpSpPr>
            <a:xfrm>
              <a:off x="639866" y="5576065"/>
              <a:ext cx="1135109" cy="637969"/>
              <a:chOff x="584746" y="2476291"/>
              <a:chExt cx="1135109" cy="637969"/>
            </a:xfrm>
          </p:grpSpPr>
          <p:grpSp>
            <p:nvGrpSpPr>
              <p:cNvPr id="341" name="Grupo 340">
                <a:extLst>
                  <a:ext uri="{FF2B5EF4-FFF2-40B4-BE49-F238E27FC236}">
                    <a16:creationId xmlns:a16="http://schemas.microsoft.com/office/drawing/2014/main" id="{72C78CD0-7121-8247-924F-8F13B1CE45B8}"/>
                  </a:ext>
                </a:extLst>
              </p:cNvPr>
              <p:cNvGrpSpPr/>
              <p:nvPr/>
            </p:nvGrpSpPr>
            <p:grpSpPr>
              <a:xfrm>
                <a:off x="584746" y="2476291"/>
                <a:ext cx="1135109" cy="637969"/>
                <a:chOff x="587856" y="5912609"/>
                <a:chExt cx="1135109" cy="637969"/>
              </a:xfrm>
            </p:grpSpPr>
            <p:sp>
              <p:nvSpPr>
                <p:cNvPr id="346" name="Elipse 345">
                  <a:extLst>
                    <a:ext uri="{FF2B5EF4-FFF2-40B4-BE49-F238E27FC236}">
                      <a16:creationId xmlns:a16="http://schemas.microsoft.com/office/drawing/2014/main" id="{50B9D311-4191-4E4E-8296-7616EF9C03FB}"/>
                    </a:ext>
                  </a:extLst>
                </p:cNvPr>
                <p:cNvSpPr/>
                <p:nvPr/>
              </p:nvSpPr>
              <p:spPr>
                <a:xfrm>
                  <a:off x="1356768" y="5912609"/>
                  <a:ext cx="196452" cy="184666"/>
                </a:xfrm>
                <a:prstGeom prst="ellipse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Autofit/>
                </a:bodyPr>
                <a:lstStyle/>
                <a:p>
                  <a:pPr algn="ctr"/>
                  <a:r>
                    <a:rPr lang="es-ES" sz="1400" b="1" dirty="0">
                      <a:solidFill>
                        <a:schemeClr val="tx1"/>
                      </a:solidFill>
                    </a:rPr>
                    <a:t>D</a:t>
                  </a:r>
                </a:p>
              </p:txBody>
            </p:sp>
            <p:sp>
              <p:nvSpPr>
                <p:cNvPr id="347" name="Elipse 346">
                  <a:extLst>
                    <a:ext uri="{FF2B5EF4-FFF2-40B4-BE49-F238E27FC236}">
                      <a16:creationId xmlns:a16="http://schemas.microsoft.com/office/drawing/2014/main" id="{16AD255E-3110-154F-9597-FF2F07028F2A}"/>
                    </a:ext>
                  </a:extLst>
                </p:cNvPr>
                <p:cNvSpPr/>
                <p:nvPr/>
              </p:nvSpPr>
              <p:spPr>
                <a:xfrm>
                  <a:off x="693240" y="6021059"/>
                  <a:ext cx="196452" cy="184666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Autofit/>
                </a:bodyPr>
                <a:lstStyle/>
                <a:p>
                  <a:pPr algn="ctr"/>
                  <a:r>
                    <a:rPr lang="es-ES" sz="1100" b="1" dirty="0">
                      <a:solidFill>
                        <a:schemeClr val="tx1"/>
                      </a:solidFill>
                    </a:rPr>
                    <a:t>23</a:t>
                  </a:r>
                </a:p>
              </p:txBody>
            </p:sp>
            <p:sp>
              <p:nvSpPr>
                <p:cNvPr id="348" name="Rectángulo redondeado 10">
                  <a:extLst>
                    <a:ext uri="{FF2B5EF4-FFF2-40B4-BE49-F238E27FC236}">
                      <a16:creationId xmlns:a16="http://schemas.microsoft.com/office/drawing/2014/main" id="{0CC2B67B-8A3D-6746-BDFA-9E6F0D67A144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87856" y="6332981"/>
                  <a:ext cx="1135109" cy="217597"/>
                </a:xfrm>
                <a:prstGeom prst="roundRect">
                  <a:avLst/>
                </a:prstGeom>
                <a:solidFill>
                  <a:schemeClr val="tx1"/>
                </a:solidFill>
                <a:ln>
                  <a:noFill/>
                </a:ln>
                <a:effectLst>
                  <a:softEdge rad="63500"/>
                </a:effectLst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>
                  <a:noAutofit/>
                </a:bodyPr>
                <a:lstStyle/>
                <a:p>
                  <a:pPr algn="ctr"/>
                  <a:r>
                    <a:rPr lang="es-ES" sz="900" b="1" dirty="0">
                      <a:solidFill>
                        <a:schemeClr val="bg1"/>
                      </a:solidFill>
                    </a:rPr>
                    <a:t>16. BORIKO</a:t>
                  </a:r>
                </a:p>
              </p:txBody>
            </p:sp>
          </p:grpSp>
          <p:pic>
            <p:nvPicPr>
              <p:cNvPr id="342" name="Imagen 341">
                <a:extLst>
                  <a:ext uri="{FF2B5EF4-FFF2-40B4-BE49-F238E27FC236}">
                    <a16:creationId xmlns:a16="http://schemas.microsoft.com/office/drawing/2014/main" id="{6461FB6B-1663-0449-AEA5-5A25C7EB94A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646858" y="2798167"/>
                <a:ext cx="190500" cy="127000"/>
              </a:xfrm>
              <a:prstGeom prst="rect">
                <a:avLst/>
              </a:prstGeom>
            </p:spPr>
          </p:pic>
        </p:grpSp>
        <p:pic>
          <p:nvPicPr>
            <p:cNvPr id="35" name="Imagen 34">
              <a:extLst>
                <a:ext uri="{FF2B5EF4-FFF2-40B4-BE49-F238E27FC236}">
                  <a16:creationId xmlns:a16="http://schemas.microsoft.com/office/drawing/2014/main" id="{94A4B790-1D2D-6A4F-9101-E5EFA478DCE1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832999" y="5414537"/>
              <a:ext cx="711200" cy="685800"/>
            </a:xfrm>
            <a:prstGeom prst="rect">
              <a:avLst/>
            </a:prstGeom>
          </p:spPr>
        </p:pic>
      </p:grpSp>
      <p:grpSp>
        <p:nvGrpSpPr>
          <p:cNvPr id="24" name="Grupo 23">
            <a:extLst>
              <a:ext uri="{FF2B5EF4-FFF2-40B4-BE49-F238E27FC236}">
                <a16:creationId xmlns:a16="http://schemas.microsoft.com/office/drawing/2014/main" id="{424E0418-B340-014E-B4CD-E3DCAEA1BC00}"/>
              </a:ext>
            </a:extLst>
          </p:cNvPr>
          <p:cNvGrpSpPr/>
          <p:nvPr/>
        </p:nvGrpSpPr>
        <p:grpSpPr>
          <a:xfrm>
            <a:off x="3622736" y="3892608"/>
            <a:ext cx="1027679" cy="810382"/>
            <a:chOff x="603811" y="1206552"/>
            <a:chExt cx="1027679" cy="810382"/>
          </a:xfrm>
        </p:grpSpPr>
        <p:grpSp>
          <p:nvGrpSpPr>
            <p:cNvPr id="5" name="Grupo 4">
              <a:extLst>
                <a:ext uri="{FF2B5EF4-FFF2-40B4-BE49-F238E27FC236}">
                  <a16:creationId xmlns:a16="http://schemas.microsoft.com/office/drawing/2014/main" id="{B3CB764C-7E8C-E641-9F7E-ADC84AF9EF82}"/>
                </a:ext>
              </a:extLst>
            </p:cNvPr>
            <p:cNvGrpSpPr/>
            <p:nvPr/>
          </p:nvGrpSpPr>
          <p:grpSpPr>
            <a:xfrm>
              <a:off x="603811" y="1399559"/>
              <a:ext cx="1027679" cy="617375"/>
              <a:chOff x="584746" y="2476291"/>
              <a:chExt cx="1027679" cy="617375"/>
            </a:xfrm>
          </p:grpSpPr>
          <p:grpSp>
            <p:nvGrpSpPr>
              <p:cNvPr id="4524" name="Grupo 4523">
                <a:extLst>
                  <a:ext uri="{FF2B5EF4-FFF2-40B4-BE49-F238E27FC236}">
                    <a16:creationId xmlns:a16="http://schemas.microsoft.com/office/drawing/2014/main" id="{A84D1D65-D722-157C-F337-4F1033D4B316}"/>
                  </a:ext>
                </a:extLst>
              </p:cNvPr>
              <p:cNvGrpSpPr/>
              <p:nvPr/>
            </p:nvGrpSpPr>
            <p:grpSpPr>
              <a:xfrm>
                <a:off x="584746" y="2476291"/>
                <a:ext cx="1027679" cy="617375"/>
                <a:chOff x="587856" y="5912609"/>
                <a:chExt cx="1027679" cy="617375"/>
              </a:xfrm>
            </p:grpSpPr>
            <p:sp>
              <p:nvSpPr>
                <p:cNvPr id="4163" name="Elipse 4162">
                  <a:extLst>
                    <a:ext uri="{FF2B5EF4-FFF2-40B4-BE49-F238E27FC236}">
                      <a16:creationId xmlns:a16="http://schemas.microsoft.com/office/drawing/2014/main" id="{1BC51F2C-60F8-B0D1-206F-915ECCB53DDC}"/>
                    </a:ext>
                  </a:extLst>
                </p:cNvPr>
                <p:cNvSpPr/>
                <p:nvPr/>
              </p:nvSpPr>
              <p:spPr>
                <a:xfrm>
                  <a:off x="1356768" y="5912609"/>
                  <a:ext cx="196452" cy="184666"/>
                </a:xfrm>
                <a:prstGeom prst="ellipse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Autofit/>
                </a:bodyPr>
                <a:lstStyle/>
                <a:p>
                  <a:pPr algn="ctr"/>
                  <a:r>
                    <a:rPr lang="es-ES" sz="1400" b="1" dirty="0">
                      <a:solidFill>
                        <a:schemeClr val="tx1"/>
                      </a:solidFill>
                    </a:rPr>
                    <a:t>D</a:t>
                  </a:r>
                </a:p>
              </p:txBody>
            </p:sp>
            <p:sp>
              <p:nvSpPr>
                <p:cNvPr id="4164" name="Elipse 4163">
                  <a:extLst>
                    <a:ext uri="{FF2B5EF4-FFF2-40B4-BE49-F238E27FC236}">
                      <a16:creationId xmlns:a16="http://schemas.microsoft.com/office/drawing/2014/main" id="{1980EC78-E3B5-37FB-9E53-2B31A16EC6CA}"/>
                    </a:ext>
                  </a:extLst>
                </p:cNvPr>
                <p:cNvSpPr/>
                <p:nvPr/>
              </p:nvSpPr>
              <p:spPr>
                <a:xfrm>
                  <a:off x="693240" y="6021059"/>
                  <a:ext cx="196452" cy="184666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Autofit/>
                </a:bodyPr>
                <a:lstStyle/>
                <a:p>
                  <a:pPr algn="ctr"/>
                  <a:r>
                    <a:rPr lang="es-ES" sz="1100" b="1" dirty="0">
                      <a:solidFill>
                        <a:schemeClr val="tx1"/>
                      </a:solidFill>
                    </a:rPr>
                    <a:t>33</a:t>
                  </a:r>
                </a:p>
              </p:txBody>
            </p:sp>
            <p:sp>
              <p:nvSpPr>
                <p:cNvPr id="4165" name="Rectángulo redondeado 10">
                  <a:extLst>
                    <a:ext uri="{FF2B5EF4-FFF2-40B4-BE49-F238E27FC236}">
                      <a16:creationId xmlns:a16="http://schemas.microsoft.com/office/drawing/2014/main" id="{359A24EF-B17C-2097-E6AA-FCA38F93E262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87856" y="6332981"/>
                  <a:ext cx="1027679" cy="197003"/>
                </a:xfrm>
                <a:prstGeom prst="roundRect">
                  <a:avLst/>
                </a:prstGeom>
                <a:solidFill>
                  <a:schemeClr val="tx1"/>
                </a:solidFill>
                <a:ln>
                  <a:noFill/>
                </a:ln>
                <a:effectLst>
                  <a:softEdge rad="63500"/>
                </a:effectLst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>
                  <a:noAutofit/>
                </a:bodyPr>
                <a:lstStyle/>
                <a:p>
                  <a:pPr algn="ctr"/>
                  <a:r>
                    <a:rPr lang="es-ES" sz="900" b="1" dirty="0">
                      <a:solidFill>
                        <a:schemeClr val="bg1"/>
                      </a:solidFill>
                    </a:rPr>
                    <a:t>26. ALBISUA</a:t>
                  </a:r>
                </a:p>
              </p:txBody>
            </p:sp>
          </p:grpSp>
          <p:pic>
            <p:nvPicPr>
              <p:cNvPr id="4582" name="Imagen 4581">
                <a:extLst>
                  <a:ext uri="{FF2B5EF4-FFF2-40B4-BE49-F238E27FC236}">
                    <a16:creationId xmlns:a16="http://schemas.microsoft.com/office/drawing/2014/main" id="{DB4B5F7E-21A7-90FD-9C00-86E1287967E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646858" y="2798167"/>
                <a:ext cx="190500" cy="127000"/>
              </a:xfrm>
              <a:prstGeom prst="rect">
                <a:avLst/>
              </a:prstGeom>
            </p:spPr>
          </p:pic>
        </p:grpSp>
        <p:pic>
          <p:nvPicPr>
            <p:cNvPr id="13" name="Imagen 12">
              <a:extLst>
                <a:ext uri="{FF2B5EF4-FFF2-40B4-BE49-F238E27FC236}">
                  <a16:creationId xmlns:a16="http://schemas.microsoft.com/office/drawing/2014/main" id="{B68A6EC7-B929-A049-9D56-356743D585EC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>
              <a:off x="766397" y="1206552"/>
              <a:ext cx="711200" cy="685800"/>
            </a:xfrm>
            <a:prstGeom prst="rect">
              <a:avLst/>
            </a:prstGeom>
          </p:spPr>
        </p:pic>
      </p:grpSp>
      <p:grpSp>
        <p:nvGrpSpPr>
          <p:cNvPr id="51" name="Grupo 50">
            <a:extLst>
              <a:ext uri="{FF2B5EF4-FFF2-40B4-BE49-F238E27FC236}">
                <a16:creationId xmlns:a16="http://schemas.microsoft.com/office/drawing/2014/main" id="{431D9C19-EB35-FC45-A6D4-023446360920}"/>
              </a:ext>
            </a:extLst>
          </p:cNvPr>
          <p:cNvGrpSpPr/>
          <p:nvPr/>
        </p:nvGrpSpPr>
        <p:grpSpPr>
          <a:xfrm>
            <a:off x="3645232" y="2390987"/>
            <a:ext cx="1135109" cy="807656"/>
            <a:chOff x="2084117" y="4156136"/>
            <a:chExt cx="1135109" cy="807656"/>
          </a:xfrm>
        </p:grpSpPr>
        <p:grpSp>
          <p:nvGrpSpPr>
            <p:cNvPr id="393" name="Grupo 392">
              <a:extLst>
                <a:ext uri="{FF2B5EF4-FFF2-40B4-BE49-F238E27FC236}">
                  <a16:creationId xmlns:a16="http://schemas.microsoft.com/office/drawing/2014/main" id="{64627124-C8E3-7246-9083-E4C7AE906E6D}"/>
                </a:ext>
              </a:extLst>
            </p:cNvPr>
            <p:cNvGrpSpPr/>
            <p:nvPr/>
          </p:nvGrpSpPr>
          <p:grpSpPr>
            <a:xfrm>
              <a:off x="2084117" y="4325823"/>
              <a:ext cx="1135109" cy="637969"/>
              <a:chOff x="584746" y="2476291"/>
              <a:chExt cx="1135109" cy="637969"/>
            </a:xfrm>
          </p:grpSpPr>
          <p:grpSp>
            <p:nvGrpSpPr>
              <p:cNvPr id="395" name="Grupo 394">
                <a:extLst>
                  <a:ext uri="{FF2B5EF4-FFF2-40B4-BE49-F238E27FC236}">
                    <a16:creationId xmlns:a16="http://schemas.microsoft.com/office/drawing/2014/main" id="{BDDDF5E5-8F15-DE48-B19D-1CAF9CAA4B09}"/>
                  </a:ext>
                </a:extLst>
              </p:cNvPr>
              <p:cNvGrpSpPr/>
              <p:nvPr/>
            </p:nvGrpSpPr>
            <p:grpSpPr>
              <a:xfrm>
                <a:off x="584746" y="2476291"/>
                <a:ext cx="1135109" cy="637969"/>
                <a:chOff x="587856" y="5912609"/>
                <a:chExt cx="1135109" cy="637969"/>
              </a:xfrm>
            </p:grpSpPr>
            <p:sp>
              <p:nvSpPr>
                <p:cNvPr id="400" name="Elipse 399">
                  <a:extLst>
                    <a:ext uri="{FF2B5EF4-FFF2-40B4-BE49-F238E27FC236}">
                      <a16:creationId xmlns:a16="http://schemas.microsoft.com/office/drawing/2014/main" id="{39101DEE-0E8F-CD49-8A33-199A89A8AB71}"/>
                    </a:ext>
                  </a:extLst>
                </p:cNvPr>
                <p:cNvSpPr/>
                <p:nvPr/>
              </p:nvSpPr>
              <p:spPr>
                <a:xfrm>
                  <a:off x="1356768" y="5912609"/>
                  <a:ext cx="196452" cy="184666"/>
                </a:xfrm>
                <a:prstGeom prst="ellipse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Autofit/>
                </a:bodyPr>
                <a:lstStyle/>
                <a:p>
                  <a:pPr algn="ctr"/>
                  <a:r>
                    <a:rPr lang="es-ES" sz="1400" b="1" dirty="0">
                      <a:solidFill>
                        <a:schemeClr val="tx1"/>
                      </a:solidFill>
                    </a:rPr>
                    <a:t>D</a:t>
                  </a:r>
                </a:p>
              </p:txBody>
            </p:sp>
            <p:sp>
              <p:nvSpPr>
                <p:cNvPr id="401" name="Elipse 400">
                  <a:extLst>
                    <a:ext uri="{FF2B5EF4-FFF2-40B4-BE49-F238E27FC236}">
                      <a16:creationId xmlns:a16="http://schemas.microsoft.com/office/drawing/2014/main" id="{7DA17B64-CEE2-2B4F-BC2E-FDB9D4EB2DFA}"/>
                    </a:ext>
                  </a:extLst>
                </p:cNvPr>
                <p:cNvSpPr/>
                <p:nvPr/>
              </p:nvSpPr>
              <p:spPr>
                <a:xfrm>
                  <a:off x="693240" y="6021059"/>
                  <a:ext cx="196452" cy="184666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Autofit/>
                </a:bodyPr>
                <a:lstStyle/>
                <a:p>
                  <a:pPr algn="ctr"/>
                  <a:r>
                    <a:rPr lang="es-ES" sz="1100" b="1" dirty="0">
                      <a:solidFill>
                        <a:schemeClr val="tx1"/>
                      </a:solidFill>
                    </a:rPr>
                    <a:t>23</a:t>
                  </a:r>
                </a:p>
              </p:txBody>
            </p:sp>
            <p:sp>
              <p:nvSpPr>
                <p:cNvPr id="402" name="Rectángulo redondeado 10">
                  <a:extLst>
                    <a:ext uri="{FF2B5EF4-FFF2-40B4-BE49-F238E27FC236}">
                      <a16:creationId xmlns:a16="http://schemas.microsoft.com/office/drawing/2014/main" id="{CCC0CACD-34CD-5C46-834B-4D67EB480224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87856" y="6332981"/>
                  <a:ext cx="1135109" cy="217597"/>
                </a:xfrm>
                <a:prstGeom prst="roundRect">
                  <a:avLst/>
                </a:prstGeom>
                <a:solidFill>
                  <a:schemeClr val="tx1"/>
                </a:solidFill>
                <a:ln>
                  <a:noFill/>
                </a:ln>
                <a:effectLst>
                  <a:softEdge rad="63500"/>
                </a:effectLst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>
                  <a:noAutofit/>
                </a:bodyPr>
                <a:lstStyle/>
                <a:p>
                  <a:pPr algn="ctr"/>
                  <a:r>
                    <a:rPr lang="es-ES" sz="900" b="1" dirty="0">
                      <a:solidFill>
                        <a:schemeClr val="bg1"/>
                      </a:solidFill>
                    </a:rPr>
                    <a:t>10. HUGO REDON</a:t>
                  </a:r>
                </a:p>
              </p:txBody>
            </p:sp>
          </p:grpSp>
          <p:pic>
            <p:nvPicPr>
              <p:cNvPr id="396" name="Imagen 395">
                <a:extLst>
                  <a:ext uri="{FF2B5EF4-FFF2-40B4-BE49-F238E27FC236}">
                    <a16:creationId xmlns:a16="http://schemas.microsoft.com/office/drawing/2014/main" id="{9FD026E6-7103-314A-88E1-6D0ADEBB599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646858" y="2798167"/>
                <a:ext cx="190500" cy="127000"/>
              </a:xfrm>
              <a:prstGeom prst="rect">
                <a:avLst/>
              </a:prstGeom>
            </p:spPr>
          </p:pic>
        </p:grpSp>
        <p:pic>
          <p:nvPicPr>
            <p:cNvPr id="50" name="Imagen 49">
              <a:extLst>
                <a:ext uri="{FF2B5EF4-FFF2-40B4-BE49-F238E27FC236}">
                  <a16:creationId xmlns:a16="http://schemas.microsoft.com/office/drawing/2014/main" id="{A7C5F483-330D-2640-9E78-49072746FDD7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/>
            <a:stretch>
              <a:fillRect/>
            </a:stretch>
          </p:blipFill>
          <p:spPr>
            <a:xfrm>
              <a:off x="2254450" y="4156136"/>
              <a:ext cx="711200" cy="685800"/>
            </a:xfrm>
            <a:prstGeom prst="rect">
              <a:avLst/>
            </a:prstGeom>
          </p:spPr>
        </p:pic>
      </p:grpSp>
      <p:grpSp>
        <p:nvGrpSpPr>
          <p:cNvPr id="4483" name="Grupo 4482">
            <a:extLst>
              <a:ext uri="{FF2B5EF4-FFF2-40B4-BE49-F238E27FC236}">
                <a16:creationId xmlns:a16="http://schemas.microsoft.com/office/drawing/2014/main" id="{BD8A212E-4CCA-BB42-94EA-A80CA8AA20D5}"/>
              </a:ext>
            </a:extLst>
          </p:cNvPr>
          <p:cNvGrpSpPr/>
          <p:nvPr/>
        </p:nvGrpSpPr>
        <p:grpSpPr>
          <a:xfrm>
            <a:off x="5107257" y="1002334"/>
            <a:ext cx="1135109" cy="807029"/>
            <a:chOff x="3374703" y="2139282"/>
            <a:chExt cx="1135109" cy="807029"/>
          </a:xfrm>
        </p:grpSpPr>
        <p:grpSp>
          <p:nvGrpSpPr>
            <p:cNvPr id="435" name="Grupo 434">
              <a:extLst>
                <a:ext uri="{FF2B5EF4-FFF2-40B4-BE49-F238E27FC236}">
                  <a16:creationId xmlns:a16="http://schemas.microsoft.com/office/drawing/2014/main" id="{585C53C5-7E5E-104F-9AF1-4F4CA6614CD1}"/>
                </a:ext>
              </a:extLst>
            </p:cNvPr>
            <p:cNvGrpSpPr/>
            <p:nvPr/>
          </p:nvGrpSpPr>
          <p:grpSpPr>
            <a:xfrm>
              <a:off x="3374703" y="2308342"/>
              <a:ext cx="1135109" cy="637969"/>
              <a:chOff x="584746" y="2476291"/>
              <a:chExt cx="1135109" cy="637969"/>
            </a:xfrm>
          </p:grpSpPr>
          <p:grpSp>
            <p:nvGrpSpPr>
              <p:cNvPr id="437" name="Grupo 436">
                <a:extLst>
                  <a:ext uri="{FF2B5EF4-FFF2-40B4-BE49-F238E27FC236}">
                    <a16:creationId xmlns:a16="http://schemas.microsoft.com/office/drawing/2014/main" id="{016267E9-3408-CA4C-86CE-83FB87579175}"/>
                  </a:ext>
                </a:extLst>
              </p:cNvPr>
              <p:cNvGrpSpPr/>
              <p:nvPr/>
            </p:nvGrpSpPr>
            <p:grpSpPr>
              <a:xfrm>
                <a:off x="584746" y="2476291"/>
                <a:ext cx="1135109" cy="637969"/>
                <a:chOff x="587856" y="5912609"/>
                <a:chExt cx="1135109" cy="637969"/>
              </a:xfrm>
            </p:grpSpPr>
            <p:sp>
              <p:nvSpPr>
                <p:cNvPr id="442" name="Elipse 441">
                  <a:extLst>
                    <a:ext uri="{FF2B5EF4-FFF2-40B4-BE49-F238E27FC236}">
                      <a16:creationId xmlns:a16="http://schemas.microsoft.com/office/drawing/2014/main" id="{949EFA1D-E517-934A-AE8B-13B88CEFE0A9}"/>
                    </a:ext>
                  </a:extLst>
                </p:cNvPr>
                <p:cNvSpPr/>
                <p:nvPr/>
              </p:nvSpPr>
              <p:spPr>
                <a:xfrm>
                  <a:off x="1356768" y="5912609"/>
                  <a:ext cx="196452" cy="184666"/>
                </a:xfrm>
                <a:prstGeom prst="ellipse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Autofit/>
                </a:bodyPr>
                <a:lstStyle/>
                <a:p>
                  <a:pPr algn="ctr"/>
                  <a:r>
                    <a:rPr lang="es-ES" sz="1400" b="1" dirty="0">
                      <a:solidFill>
                        <a:schemeClr val="tx1"/>
                      </a:solidFill>
                    </a:rPr>
                    <a:t>D</a:t>
                  </a:r>
                </a:p>
              </p:txBody>
            </p:sp>
            <p:sp>
              <p:nvSpPr>
                <p:cNvPr id="443" name="Elipse 442">
                  <a:extLst>
                    <a:ext uri="{FF2B5EF4-FFF2-40B4-BE49-F238E27FC236}">
                      <a16:creationId xmlns:a16="http://schemas.microsoft.com/office/drawing/2014/main" id="{AD1D09E9-986D-CB41-89CE-960219E272DC}"/>
                    </a:ext>
                  </a:extLst>
                </p:cNvPr>
                <p:cNvSpPr/>
                <p:nvPr/>
              </p:nvSpPr>
              <p:spPr>
                <a:xfrm>
                  <a:off x="693240" y="6021059"/>
                  <a:ext cx="196452" cy="184666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Autofit/>
                </a:bodyPr>
                <a:lstStyle/>
                <a:p>
                  <a:pPr algn="ctr"/>
                  <a:r>
                    <a:rPr lang="es-ES" sz="1100" b="1" dirty="0">
                      <a:solidFill>
                        <a:schemeClr val="tx1"/>
                      </a:solidFill>
                    </a:rPr>
                    <a:t>23</a:t>
                  </a:r>
                </a:p>
              </p:txBody>
            </p:sp>
            <p:sp>
              <p:nvSpPr>
                <p:cNvPr id="444" name="Rectángulo redondeado 10">
                  <a:extLst>
                    <a:ext uri="{FF2B5EF4-FFF2-40B4-BE49-F238E27FC236}">
                      <a16:creationId xmlns:a16="http://schemas.microsoft.com/office/drawing/2014/main" id="{69416345-CF47-2E4E-8390-75FD5FD0A0FD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87856" y="6332981"/>
                  <a:ext cx="1135109" cy="217597"/>
                </a:xfrm>
                <a:prstGeom prst="roundRect">
                  <a:avLst/>
                </a:prstGeom>
                <a:solidFill>
                  <a:schemeClr val="tx1"/>
                </a:solidFill>
                <a:ln>
                  <a:noFill/>
                </a:ln>
                <a:effectLst>
                  <a:softEdge rad="63500"/>
                </a:effectLst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>
                  <a:noAutofit/>
                </a:bodyPr>
                <a:lstStyle/>
                <a:p>
                  <a:pPr algn="ctr"/>
                  <a:r>
                    <a:rPr lang="es-ES" sz="900" b="1" dirty="0">
                      <a:solidFill>
                        <a:schemeClr val="bg1"/>
                      </a:solidFill>
                    </a:rPr>
                    <a:t>21. MARIO SESE</a:t>
                  </a:r>
                </a:p>
              </p:txBody>
            </p:sp>
          </p:grpSp>
          <p:pic>
            <p:nvPicPr>
              <p:cNvPr id="438" name="Imagen 437">
                <a:extLst>
                  <a:ext uri="{FF2B5EF4-FFF2-40B4-BE49-F238E27FC236}">
                    <a16:creationId xmlns:a16="http://schemas.microsoft.com/office/drawing/2014/main" id="{38508D02-951B-7C4A-AC5A-E4C1EDC1536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646858" y="2798167"/>
                <a:ext cx="190500" cy="127000"/>
              </a:xfrm>
              <a:prstGeom prst="rect">
                <a:avLst/>
              </a:prstGeom>
            </p:spPr>
          </p:pic>
        </p:grpSp>
        <p:pic>
          <p:nvPicPr>
            <p:cNvPr id="4482" name="Imagen 4481">
              <a:extLst>
                <a:ext uri="{FF2B5EF4-FFF2-40B4-BE49-F238E27FC236}">
                  <a16:creationId xmlns:a16="http://schemas.microsoft.com/office/drawing/2014/main" id="{F59AD2F6-09F8-2340-9B93-7C707072AC35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/>
            <a:stretch>
              <a:fillRect/>
            </a:stretch>
          </p:blipFill>
          <p:spPr>
            <a:xfrm>
              <a:off x="3574980" y="2139282"/>
              <a:ext cx="711200" cy="685800"/>
            </a:xfrm>
            <a:prstGeom prst="rect">
              <a:avLst/>
            </a:prstGeom>
          </p:spPr>
        </p:pic>
      </p:grpSp>
      <p:grpSp>
        <p:nvGrpSpPr>
          <p:cNvPr id="4498" name="Grupo 4497">
            <a:extLst>
              <a:ext uri="{FF2B5EF4-FFF2-40B4-BE49-F238E27FC236}">
                <a16:creationId xmlns:a16="http://schemas.microsoft.com/office/drawing/2014/main" id="{6C91E80E-A2FB-2E45-9610-ECBE5F0E9C84}"/>
              </a:ext>
            </a:extLst>
          </p:cNvPr>
          <p:cNvGrpSpPr/>
          <p:nvPr/>
        </p:nvGrpSpPr>
        <p:grpSpPr>
          <a:xfrm>
            <a:off x="5146267" y="3041039"/>
            <a:ext cx="1135109" cy="824344"/>
            <a:chOff x="4638971" y="2104002"/>
            <a:chExt cx="1135109" cy="824344"/>
          </a:xfrm>
        </p:grpSpPr>
        <p:pic>
          <p:nvPicPr>
            <p:cNvPr id="4497" name="Imagen 4496">
              <a:extLst>
                <a:ext uri="{FF2B5EF4-FFF2-40B4-BE49-F238E27FC236}">
                  <a16:creationId xmlns:a16="http://schemas.microsoft.com/office/drawing/2014/main" id="{7CF72921-DCE6-DA4B-AE41-F98A56139F6E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/>
            <a:stretch>
              <a:fillRect/>
            </a:stretch>
          </p:blipFill>
          <p:spPr>
            <a:xfrm>
              <a:off x="4846229" y="2104002"/>
              <a:ext cx="711200" cy="685800"/>
            </a:xfrm>
            <a:prstGeom prst="rect">
              <a:avLst/>
            </a:prstGeom>
          </p:spPr>
        </p:pic>
        <p:grpSp>
          <p:nvGrpSpPr>
            <p:cNvPr id="508" name="Grupo 507">
              <a:extLst>
                <a:ext uri="{FF2B5EF4-FFF2-40B4-BE49-F238E27FC236}">
                  <a16:creationId xmlns:a16="http://schemas.microsoft.com/office/drawing/2014/main" id="{E3B88850-2E09-F843-9AB9-CBA99F52AC49}"/>
                </a:ext>
              </a:extLst>
            </p:cNvPr>
            <p:cNvGrpSpPr/>
            <p:nvPr/>
          </p:nvGrpSpPr>
          <p:grpSpPr>
            <a:xfrm>
              <a:off x="4638971" y="2290377"/>
              <a:ext cx="1135109" cy="637969"/>
              <a:chOff x="584746" y="2476291"/>
              <a:chExt cx="1135109" cy="637969"/>
            </a:xfrm>
          </p:grpSpPr>
          <p:grpSp>
            <p:nvGrpSpPr>
              <p:cNvPr id="509" name="Grupo 508">
                <a:extLst>
                  <a:ext uri="{FF2B5EF4-FFF2-40B4-BE49-F238E27FC236}">
                    <a16:creationId xmlns:a16="http://schemas.microsoft.com/office/drawing/2014/main" id="{C8045977-132D-6443-8322-3B974A63F04B}"/>
                  </a:ext>
                </a:extLst>
              </p:cNvPr>
              <p:cNvGrpSpPr/>
              <p:nvPr/>
            </p:nvGrpSpPr>
            <p:grpSpPr>
              <a:xfrm>
                <a:off x="584746" y="2476291"/>
                <a:ext cx="1135109" cy="637969"/>
                <a:chOff x="587856" y="5912609"/>
                <a:chExt cx="1135109" cy="637969"/>
              </a:xfrm>
            </p:grpSpPr>
            <p:sp>
              <p:nvSpPr>
                <p:cNvPr id="514" name="Elipse 513">
                  <a:extLst>
                    <a:ext uri="{FF2B5EF4-FFF2-40B4-BE49-F238E27FC236}">
                      <a16:creationId xmlns:a16="http://schemas.microsoft.com/office/drawing/2014/main" id="{544DA50D-3482-994D-AC75-F89475A6D04B}"/>
                    </a:ext>
                  </a:extLst>
                </p:cNvPr>
                <p:cNvSpPr/>
                <p:nvPr/>
              </p:nvSpPr>
              <p:spPr>
                <a:xfrm>
                  <a:off x="1356768" y="5912609"/>
                  <a:ext cx="196452" cy="184666"/>
                </a:xfrm>
                <a:prstGeom prst="ellipse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Autofit/>
                </a:bodyPr>
                <a:lstStyle/>
                <a:p>
                  <a:pPr algn="ctr"/>
                  <a:r>
                    <a:rPr lang="es-ES" sz="1400" b="1" dirty="0">
                      <a:solidFill>
                        <a:schemeClr val="tx1"/>
                      </a:solidFill>
                    </a:rPr>
                    <a:t>Z</a:t>
                  </a:r>
                </a:p>
              </p:txBody>
            </p:sp>
            <p:sp>
              <p:nvSpPr>
                <p:cNvPr id="515" name="Elipse 514">
                  <a:extLst>
                    <a:ext uri="{FF2B5EF4-FFF2-40B4-BE49-F238E27FC236}">
                      <a16:creationId xmlns:a16="http://schemas.microsoft.com/office/drawing/2014/main" id="{11B2768B-7DFA-2E44-808A-E46E1DED4875}"/>
                    </a:ext>
                  </a:extLst>
                </p:cNvPr>
                <p:cNvSpPr/>
                <p:nvPr/>
              </p:nvSpPr>
              <p:spPr>
                <a:xfrm>
                  <a:off x="693240" y="6021059"/>
                  <a:ext cx="196452" cy="184666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Autofit/>
                </a:bodyPr>
                <a:lstStyle/>
                <a:p>
                  <a:pPr algn="ctr"/>
                  <a:r>
                    <a:rPr lang="es-ES" sz="1100" b="1" dirty="0">
                      <a:solidFill>
                        <a:schemeClr val="tx1"/>
                      </a:solidFill>
                    </a:rPr>
                    <a:t>24</a:t>
                  </a:r>
                </a:p>
              </p:txBody>
            </p:sp>
            <p:sp>
              <p:nvSpPr>
                <p:cNvPr id="516" name="Rectángulo redondeado 10">
                  <a:extLst>
                    <a:ext uri="{FF2B5EF4-FFF2-40B4-BE49-F238E27FC236}">
                      <a16:creationId xmlns:a16="http://schemas.microsoft.com/office/drawing/2014/main" id="{6AFF0008-283D-984C-AAC1-248361261B88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87856" y="6332981"/>
                  <a:ext cx="1135109" cy="217597"/>
                </a:xfrm>
                <a:prstGeom prst="roundRect">
                  <a:avLst/>
                </a:prstGeom>
                <a:solidFill>
                  <a:schemeClr val="tx1"/>
                </a:solidFill>
                <a:ln>
                  <a:noFill/>
                </a:ln>
                <a:effectLst>
                  <a:softEdge rad="63500"/>
                </a:effectLst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>
                  <a:noAutofit/>
                </a:bodyPr>
                <a:lstStyle/>
                <a:p>
                  <a:pPr algn="ctr"/>
                  <a:r>
                    <a:rPr lang="es-ES" sz="900" b="1" dirty="0">
                      <a:solidFill>
                        <a:schemeClr val="bg1"/>
                      </a:solidFill>
                    </a:rPr>
                    <a:t>8. ROMERA</a:t>
                  </a:r>
                </a:p>
              </p:txBody>
            </p:sp>
          </p:grpSp>
          <p:pic>
            <p:nvPicPr>
              <p:cNvPr id="510" name="Imagen 509">
                <a:extLst>
                  <a:ext uri="{FF2B5EF4-FFF2-40B4-BE49-F238E27FC236}">
                    <a16:creationId xmlns:a16="http://schemas.microsoft.com/office/drawing/2014/main" id="{8513E5AD-5802-B344-B858-3669921045F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646858" y="2798167"/>
                <a:ext cx="190500" cy="127000"/>
              </a:xfrm>
              <a:prstGeom prst="rect">
                <a:avLst/>
              </a:prstGeom>
            </p:spPr>
          </p:pic>
        </p:grpSp>
      </p:grpSp>
      <p:grpSp>
        <p:nvGrpSpPr>
          <p:cNvPr id="4501" name="Grupo 4500">
            <a:extLst>
              <a:ext uri="{FF2B5EF4-FFF2-40B4-BE49-F238E27FC236}">
                <a16:creationId xmlns:a16="http://schemas.microsoft.com/office/drawing/2014/main" id="{99953675-A3B5-624C-B5B9-57CBF57666AF}"/>
              </a:ext>
            </a:extLst>
          </p:cNvPr>
          <p:cNvGrpSpPr/>
          <p:nvPr/>
        </p:nvGrpSpPr>
        <p:grpSpPr>
          <a:xfrm>
            <a:off x="6228443" y="3026668"/>
            <a:ext cx="1218994" cy="836945"/>
            <a:chOff x="4637276" y="3093126"/>
            <a:chExt cx="1218994" cy="836945"/>
          </a:xfrm>
        </p:grpSpPr>
        <p:grpSp>
          <p:nvGrpSpPr>
            <p:cNvPr id="520" name="Grupo 519">
              <a:extLst>
                <a:ext uri="{FF2B5EF4-FFF2-40B4-BE49-F238E27FC236}">
                  <a16:creationId xmlns:a16="http://schemas.microsoft.com/office/drawing/2014/main" id="{A885D529-3178-EC4C-B996-A9CE1BF39B7A}"/>
                </a:ext>
              </a:extLst>
            </p:cNvPr>
            <p:cNvGrpSpPr/>
            <p:nvPr/>
          </p:nvGrpSpPr>
          <p:grpSpPr>
            <a:xfrm>
              <a:off x="4637276" y="3276021"/>
              <a:ext cx="1218994" cy="654050"/>
              <a:chOff x="584746" y="2476291"/>
              <a:chExt cx="1218994" cy="654050"/>
            </a:xfrm>
          </p:grpSpPr>
          <p:grpSp>
            <p:nvGrpSpPr>
              <p:cNvPr id="521" name="Grupo 520">
                <a:extLst>
                  <a:ext uri="{FF2B5EF4-FFF2-40B4-BE49-F238E27FC236}">
                    <a16:creationId xmlns:a16="http://schemas.microsoft.com/office/drawing/2014/main" id="{84EED645-5EFE-044C-A5E4-2ED3B84D6930}"/>
                  </a:ext>
                </a:extLst>
              </p:cNvPr>
              <p:cNvGrpSpPr/>
              <p:nvPr/>
            </p:nvGrpSpPr>
            <p:grpSpPr>
              <a:xfrm>
                <a:off x="584746" y="2476291"/>
                <a:ext cx="1218994" cy="654050"/>
                <a:chOff x="587856" y="5912609"/>
                <a:chExt cx="1218994" cy="654050"/>
              </a:xfrm>
            </p:grpSpPr>
            <p:sp>
              <p:nvSpPr>
                <p:cNvPr id="526" name="Elipse 525">
                  <a:extLst>
                    <a:ext uri="{FF2B5EF4-FFF2-40B4-BE49-F238E27FC236}">
                      <a16:creationId xmlns:a16="http://schemas.microsoft.com/office/drawing/2014/main" id="{40CAC5E5-ED42-A941-AD15-48E0B0BF7231}"/>
                    </a:ext>
                  </a:extLst>
                </p:cNvPr>
                <p:cNvSpPr/>
                <p:nvPr/>
              </p:nvSpPr>
              <p:spPr>
                <a:xfrm>
                  <a:off x="1356768" y="5912609"/>
                  <a:ext cx="196452" cy="184666"/>
                </a:xfrm>
                <a:prstGeom prst="ellipse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Autofit/>
                </a:bodyPr>
                <a:lstStyle/>
                <a:p>
                  <a:pPr algn="ctr"/>
                  <a:r>
                    <a:rPr lang="es-ES" sz="1400" b="1" dirty="0">
                      <a:solidFill>
                        <a:schemeClr val="tx1"/>
                      </a:solidFill>
                    </a:rPr>
                    <a:t>D</a:t>
                  </a:r>
                </a:p>
              </p:txBody>
            </p:sp>
            <p:sp>
              <p:nvSpPr>
                <p:cNvPr id="527" name="Elipse 526">
                  <a:extLst>
                    <a:ext uri="{FF2B5EF4-FFF2-40B4-BE49-F238E27FC236}">
                      <a16:creationId xmlns:a16="http://schemas.microsoft.com/office/drawing/2014/main" id="{7415BD54-B0F1-2F43-BD27-F045F8C1BF13}"/>
                    </a:ext>
                  </a:extLst>
                </p:cNvPr>
                <p:cNvSpPr/>
                <p:nvPr/>
              </p:nvSpPr>
              <p:spPr>
                <a:xfrm>
                  <a:off x="693240" y="6021059"/>
                  <a:ext cx="196452" cy="184666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Autofit/>
                </a:bodyPr>
                <a:lstStyle/>
                <a:p>
                  <a:pPr algn="ctr"/>
                  <a:r>
                    <a:rPr lang="es-ES" sz="1100" b="1" dirty="0">
                      <a:solidFill>
                        <a:schemeClr val="tx1"/>
                      </a:solidFill>
                    </a:rPr>
                    <a:t>22</a:t>
                  </a:r>
                </a:p>
              </p:txBody>
            </p:sp>
            <p:sp>
              <p:nvSpPr>
                <p:cNvPr id="528" name="Rectángulo redondeado 10">
                  <a:extLst>
                    <a:ext uri="{FF2B5EF4-FFF2-40B4-BE49-F238E27FC236}">
                      <a16:creationId xmlns:a16="http://schemas.microsoft.com/office/drawing/2014/main" id="{6B989E1C-A5C2-7248-BFB9-7501491DEA8C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87856" y="6332981"/>
                  <a:ext cx="1218994" cy="233678"/>
                </a:xfrm>
                <a:prstGeom prst="roundRect">
                  <a:avLst/>
                </a:prstGeom>
                <a:solidFill>
                  <a:schemeClr val="tx1"/>
                </a:solidFill>
                <a:ln>
                  <a:noFill/>
                </a:ln>
                <a:effectLst>
                  <a:softEdge rad="63500"/>
                </a:effectLst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>
                  <a:noAutofit/>
                </a:bodyPr>
                <a:lstStyle/>
                <a:p>
                  <a:pPr algn="ctr"/>
                  <a:r>
                    <a:rPr lang="es-ES" sz="900" b="1" dirty="0">
                      <a:solidFill>
                        <a:schemeClr val="bg1"/>
                      </a:solidFill>
                    </a:rPr>
                    <a:t>21. SANDER BALLERO</a:t>
                  </a:r>
                </a:p>
              </p:txBody>
            </p:sp>
          </p:grpSp>
          <p:pic>
            <p:nvPicPr>
              <p:cNvPr id="522" name="Imagen 521">
                <a:extLst>
                  <a:ext uri="{FF2B5EF4-FFF2-40B4-BE49-F238E27FC236}">
                    <a16:creationId xmlns:a16="http://schemas.microsoft.com/office/drawing/2014/main" id="{97BCC07B-F36C-124C-B321-15D06A57F4D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646858" y="2798167"/>
                <a:ext cx="190500" cy="127000"/>
              </a:xfrm>
              <a:prstGeom prst="rect">
                <a:avLst/>
              </a:prstGeom>
            </p:spPr>
          </p:pic>
        </p:grpSp>
        <p:pic>
          <p:nvPicPr>
            <p:cNvPr id="4500" name="Imagen 4499">
              <a:extLst>
                <a:ext uri="{FF2B5EF4-FFF2-40B4-BE49-F238E27FC236}">
                  <a16:creationId xmlns:a16="http://schemas.microsoft.com/office/drawing/2014/main" id="{261B9659-4A35-0840-A480-06D182B59212}"/>
                </a:ext>
              </a:extLst>
            </p:cNvPr>
            <p:cNvPicPr>
              <a:picLocks noChangeAspect="1"/>
            </p:cNvPicPr>
            <p:nvPr/>
          </p:nvPicPr>
          <p:blipFill>
            <a:blip r:embed="rId30"/>
            <a:stretch>
              <a:fillRect/>
            </a:stretch>
          </p:blipFill>
          <p:spPr>
            <a:xfrm>
              <a:off x="4831214" y="3093126"/>
              <a:ext cx="711200" cy="685800"/>
            </a:xfrm>
            <a:prstGeom prst="rect">
              <a:avLst/>
            </a:prstGeom>
          </p:spPr>
        </p:pic>
      </p:grpSp>
      <p:grpSp>
        <p:nvGrpSpPr>
          <p:cNvPr id="30" name="Grupo 29">
            <a:extLst>
              <a:ext uri="{FF2B5EF4-FFF2-40B4-BE49-F238E27FC236}">
                <a16:creationId xmlns:a16="http://schemas.microsoft.com/office/drawing/2014/main" id="{D8310932-59EB-3C42-8917-D496F1103919}"/>
              </a:ext>
            </a:extLst>
          </p:cNvPr>
          <p:cNvGrpSpPr/>
          <p:nvPr/>
        </p:nvGrpSpPr>
        <p:grpSpPr>
          <a:xfrm>
            <a:off x="6219264" y="979299"/>
            <a:ext cx="1135109" cy="818372"/>
            <a:chOff x="578021" y="3416648"/>
            <a:chExt cx="1135109" cy="818372"/>
          </a:xfrm>
        </p:grpSpPr>
        <p:grpSp>
          <p:nvGrpSpPr>
            <p:cNvPr id="312" name="Grupo 311">
              <a:extLst>
                <a:ext uri="{FF2B5EF4-FFF2-40B4-BE49-F238E27FC236}">
                  <a16:creationId xmlns:a16="http://schemas.microsoft.com/office/drawing/2014/main" id="{88289DE6-69AF-7648-8CEF-08ABE1D643E1}"/>
                </a:ext>
              </a:extLst>
            </p:cNvPr>
            <p:cNvGrpSpPr/>
            <p:nvPr/>
          </p:nvGrpSpPr>
          <p:grpSpPr>
            <a:xfrm>
              <a:off x="578021" y="3597051"/>
              <a:ext cx="1135109" cy="637969"/>
              <a:chOff x="584746" y="2476291"/>
              <a:chExt cx="1135109" cy="637969"/>
            </a:xfrm>
          </p:grpSpPr>
          <p:grpSp>
            <p:nvGrpSpPr>
              <p:cNvPr id="314" name="Grupo 313">
                <a:extLst>
                  <a:ext uri="{FF2B5EF4-FFF2-40B4-BE49-F238E27FC236}">
                    <a16:creationId xmlns:a16="http://schemas.microsoft.com/office/drawing/2014/main" id="{C7933D20-7661-8A4D-A272-DE4E7D8CC1D2}"/>
                  </a:ext>
                </a:extLst>
              </p:cNvPr>
              <p:cNvGrpSpPr/>
              <p:nvPr/>
            </p:nvGrpSpPr>
            <p:grpSpPr>
              <a:xfrm>
                <a:off x="584746" y="2476291"/>
                <a:ext cx="1135109" cy="637969"/>
                <a:chOff x="587856" y="5912609"/>
                <a:chExt cx="1135109" cy="637969"/>
              </a:xfrm>
            </p:grpSpPr>
            <p:sp>
              <p:nvSpPr>
                <p:cNvPr id="319" name="Elipse 318">
                  <a:extLst>
                    <a:ext uri="{FF2B5EF4-FFF2-40B4-BE49-F238E27FC236}">
                      <a16:creationId xmlns:a16="http://schemas.microsoft.com/office/drawing/2014/main" id="{F3F201EE-BC99-434D-94B6-F60F7AD6E6DA}"/>
                    </a:ext>
                  </a:extLst>
                </p:cNvPr>
                <p:cNvSpPr/>
                <p:nvPr/>
              </p:nvSpPr>
              <p:spPr>
                <a:xfrm>
                  <a:off x="1356768" y="5912609"/>
                  <a:ext cx="196452" cy="184666"/>
                </a:xfrm>
                <a:prstGeom prst="ellipse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Autofit/>
                </a:bodyPr>
                <a:lstStyle/>
                <a:p>
                  <a:pPr algn="ctr"/>
                  <a:r>
                    <a:rPr lang="es-ES" sz="1400" b="1" dirty="0">
                      <a:solidFill>
                        <a:schemeClr val="tx1"/>
                      </a:solidFill>
                    </a:rPr>
                    <a:t>D</a:t>
                  </a:r>
                </a:p>
              </p:txBody>
            </p:sp>
            <p:sp>
              <p:nvSpPr>
                <p:cNvPr id="320" name="Elipse 319">
                  <a:extLst>
                    <a:ext uri="{FF2B5EF4-FFF2-40B4-BE49-F238E27FC236}">
                      <a16:creationId xmlns:a16="http://schemas.microsoft.com/office/drawing/2014/main" id="{DE9BD503-F842-8440-B3DA-FE5337E21738}"/>
                    </a:ext>
                  </a:extLst>
                </p:cNvPr>
                <p:cNvSpPr/>
                <p:nvPr/>
              </p:nvSpPr>
              <p:spPr>
                <a:xfrm>
                  <a:off x="693240" y="6021059"/>
                  <a:ext cx="196452" cy="184666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Autofit/>
                </a:bodyPr>
                <a:lstStyle/>
                <a:p>
                  <a:pPr algn="ctr"/>
                  <a:r>
                    <a:rPr lang="es-ES" sz="1100" b="1" dirty="0">
                      <a:solidFill>
                        <a:schemeClr val="tx1"/>
                      </a:solidFill>
                    </a:rPr>
                    <a:t>24</a:t>
                  </a:r>
                </a:p>
              </p:txBody>
            </p:sp>
            <p:sp>
              <p:nvSpPr>
                <p:cNvPr id="321" name="Rectángulo redondeado 10">
                  <a:extLst>
                    <a:ext uri="{FF2B5EF4-FFF2-40B4-BE49-F238E27FC236}">
                      <a16:creationId xmlns:a16="http://schemas.microsoft.com/office/drawing/2014/main" id="{9DED88CB-51DD-374D-9710-BA077FEAA1BA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87856" y="6332981"/>
                  <a:ext cx="1135109" cy="217597"/>
                </a:xfrm>
                <a:prstGeom prst="roundRect">
                  <a:avLst/>
                </a:prstGeom>
                <a:solidFill>
                  <a:schemeClr val="tx1"/>
                </a:solidFill>
                <a:ln>
                  <a:noFill/>
                </a:ln>
                <a:effectLst>
                  <a:softEdge rad="63500"/>
                </a:effectLst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>
                  <a:noAutofit/>
                </a:bodyPr>
                <a:lstStyle/>
                <a:p>
                  <a:pPr algn="ctr"/>
                  <a:r>
                    <a:rPr lang="es-ES" sz="900" b="1" dirty="0">
                      <a:solidFill>
                        <a:schemeClr val="bg1"/>
                      </a:solidFill>
                    </a:rPr>
                    <a:t>18. BELEVONIS</a:t>
                  </a:r>
                </a:p>
              </p:txBody>
            </p:sp>
          </p:grpSp>
          <p:pic>
            <p:nvPicPr>
              <p:cNvPr id="315" name="Imagen 314">
                <a:extLst>
                  <a:ext uri="{FF2B5EF4-FFF2-40B4-BE49-F238E27FC236}">
                    <a16:creationId xmlns:a16="http://schemas.microsoft.com/office/drawing/2014/main" id="{968313D2-2635-8B45-B67A-0BABF017F77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646858" y="2798167"/>
                <a:ext cx="190500" cy="127000"/>
              </a:xfrm>
              <a:prstGeom prst="rect">
                <a:avLst/>
              </a:prstGeom>
            </p:spPr>
          </p:pic>
        </p:grpSp>
        <p:pic>
          <p:nvPicPr>
            <p:cNvPr id="29" name="Imagen 28">
              <a:extLst>
                <a:ext uri="{FF2B5EF4-FFF2-40B4-BE49-F238E27FC236}">
                  <a16:creationId xmlns:a16="http://schemas.microsoft.com/office/drawing/2014/main" id="{5C59D961-D7D0-994D-8E20-E0E74EC5BD24}"/>
                </a:ext>
              </a:extLst>
            </p:cNvPr>
            <p:cNvPicPr>
              <a:picLocks noChangeAspect="1"/>
            </p:cNvPicPr>
            <p:nvPr/>
          </p:nvPicPr>
          <p:blipFill>
            <a:blip r:embed="rId31"/>
            <a:stretch>
              <a:fillRect/>
            </a:stretch>
          </p:blipFill>
          <p:spPr>
            <a:xfrm>
              <a:off x="767878" y="3416648"/>
              <a:ext cx="711200" cy="685800"/>
            </a:xfrm>
            <a:prstGeom prst="rect">
              <a:avLst/>
            </a:prstGeom>
          </p:spPr>
        </p:pic>
      </p:grpSp>
      <p:grpSp>
        <p:nvGrpSpPr>
          <p:cNvPr id="41" name="Grupo 40">
            <a:extLst>
              <a:ext uri="{FF2B5EF4-FFF2-40B4-BE49-F238E27FC236}">
                <a16:creationId xmlns:a16="http://schemas.microsoft.com/office/drawing/2014/main" id="{FA0AA88A-28EE-6A44-9B24-53C05FCCEB19}"/>
              </a:ext>
            </a:extLst>
          </p:cNvPr>
          <p:cNvGrpSpPr/>
          <p:nvPr/>
        </p:nvGrpSpPr>
        <p:grpSpPr>
          <a:xfrm>
            <a:off x="7331205" y="955859"/>
            <a:ext cx="1135109" cy="827230"/>
            <a:chOff x="2093820" y="1173799"/>
            <a:chExt cx="1135109" cy="827230"/>
          </a:xfrm>
        </p:grpSpPr>
        <p:grpSp>
          <p:nvGrpSpPr>
            <p:cNvPr id="351" name="Grupo 350">
              <a:extLst>
                <a:ext uri="{FF2B5EF4-FFF2-40B4-BE49-F238E27FC236}">
                  <a16:creationId xmlns:a16="http://schemas.microsoft.com/office/drawing/2014/main" id="{4F8BE2F5-F710-A94B-89EB-C29AAC2C8018}"/>
                </a:ext>
              </a:extLst>
            </p:cNvPr>
            <p:cNvGrpSpPr/>
            <p:nvPr/>
          </p:nvGrpSpPr>
          <p:grpSpPr>
            <a:xfrm>
              <a:off x="2093820" y="1363060"/>
              <a:ext cx="1135109" cy="637969"/>
              <a:chOff x="584746" y="2476291"/>
              <a:chExt cx="1135109" cy="637969"/>
            </a:xfrm>
          </p:grpSpPr>
          <p:grpSp>
            <p:nvGrpSpPr>
              <p:cNvPr id="352" name="Grupo 351">
                <a:extLst>
                  <a:ext uri="{FF2B5EF4-FFF2-40B4-BE49-F238E27FC236}">
                    <a16:creationId xmlns:a16="http://schemas.microsoft.com/office/drawing/2014/main" id="{9A24B84B-A6C8-9746-AD86-23A053A1D612}"/>
                  </a:ext>
                </a:extLst>
              </p:cNvPr>
              <p:cNvGrpSpPr/>
              <p:nvPr/>
            </p:nvGrpSpPr>
            <p:grpSpPr>
              <a:xfrm>
                <a:off x="584746" y="2476291"/>
                <a:ext cx="1135109" cy="637969"/>
                <a:chOff x="587856" y="5912609"/>
                <a:chExt cx="1135109" cy="637969"/>
              </a:xfrm>
            </p:grpSpPr>
            <p:sp>
              <p:nvSpPr>
                <p:cNvPr id="357" name="Elipse 356">
                  <a:extLst>
                    <a:ext uri="{FF2B5EF4-FFF2-40B4-BE49-F238E27FC236}">
                      <a16:creationId xmlns:a16="http://schemas.microsoft.com/office/drawing/2014/main" id="{8F35656A-BCC3-4C4C-8EE7-55E305828852}"/>
                    </a:ext>
                  </a:extLst>
                </p:cNvPr>
                <p:cNvSpPr/>
                <p:nvPr/>
              </p:nvSpPr>
              <p:spPr>
                <a:xfrm>
                  <a:off x="1356768" y="5912609"/>
                  <a:ext cx="196452" cy="184666"/>
                </a:xfrm>
                <a:prstGeom prst="ellipse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Autofit/>
                </a:bodyPr>
                <a:lstStyle/>
                <a:p>
                  <a:pPr algn="ctr"/>
                  <a:r>
                    <a:rPr lang="es-ES" sz="1400" b="1" dirty="0">
                      <a:solidFill>
                        <a:schemeClr val="tx1"/>
                      </a:solidFill>
                    </a:rPr>
                    <a:t>D</a:t>
                  </a:r>
                </a:p>
              </p:txBody>
            </p:sp>
            <p:sp>
              <p:nvSpPr>
                <p:cNvPr id="358" name="Elipse 357">
                  <a:extLst>
                    <a:ext uri="{FF2B5EF4-FFF2-40B4-BE49-F238E27FC236}">
                      <a16:creationId xmlns:a16="http://schemas.microsoft.com/office/drawing/2014/main" id="{BC68ACFC-0C46-774A-8BB9-62C0720A5DCB}"/>
                    </a:ext>
                  </a:extLst>
                </p:cNvPr>
                <p:cNvSpPr/>
                <p:nvPr/>
              </p:nvSpPr>
              <p:spPr>
                <a:xfrm>
                  <a:off x="693240" y="6021059"/>
                  <a:ext cx="196452" cy="184666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Autofit/>
                </a:bodyPr>
                <a:lstStyle/>
                <a:p>
                  <a:pPr algn="ctr"/>
                  <a:r>
                    <a:rPr lang="es-ES" sz="1100" b="1" dirty="0">
                      <a:solidFill>
                        <a:schemeClr val="tx1"/>
                      </a:solidFill>
                    </a:rPr>
                    <a:t>21</a:t>
                  </a:r>
                </a:p>
              </p:txBody>
            </p:sp>
            <p:sp>
              <p:nvSpPr>
                <p:cNvPr id="359" name="Rectángulo redondeado 10">
                  <a:extLst>
                    <a:ext uri="{FF2B5EF4-FFF2-40B4-BE49-F238E27FC236}">
                      <a16:creationId xmlns:a16="http://schemas.microsoft.com/office/drawing/2014/main" id="{DC87FD33-64BD-4341-A9CF-462CECB923DF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87856" y="6332981"/>
                  <a:ext cx="1135109" cy="217597"/>
                </a:xfrm>
                <a:prstGeom prst="roundRect">
                  <a:avLst/>
                </a:prstGeom>
                <a:solidFill>
                  <a:schemeClr val="tx1"/>
                </a:solidFill>
                <a:ln>
                  <a:noFill/>
                </a:ln>
                <a:effectLst>
                  <a:softEdge rad="63500"/>
                </a:effectLst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>
                  <a:noAutofit/>
                </a:bodyPr>
                <a:lstStyle/>
                <a:p>
                  <a:pPr algn="ctr"/>
                  <a:r>
                    <a:rPr lang="es-ES" sz="900" b="1" dirty="0">
                      <a:solidFill>
                        <a:schemeClr val="bg1"/>
                      </a:solidFill>
                    </a:rPr>
                    <a:t>19. CARLOS IGUAL</a:t>
                  </a:r>
                </a:p>
              </p:txBody>
            </p:sp>
          </p:grpSp>
          <p:pic>
            <p:nvPicPr>
              <p:cNvPr id="353" name="Imagen 352">
                <a:extLst>
                  <a:ext uri="{FF2B5EF4-FFF2-40B4-BE49-F238E27FC236}">
                    <a16:creationId xmlns:a16="http://schemas.microsoft.com/office/drawing/2014/main" id="{4DF92B1D-CC52-F640-98E0-3E81E440615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646858" y="2798167"/>
                <a:ext cx="190500" cy="127000"/>
              </a:xfrm>
              <a:prstGeom prst="rect">
                <a:avLst/>
              </a:prstGeom>
            </p:spPr>
          </p:pic>
        </p:grpSp>
        <p:pic>
          <p:nvPicPr>
            <p:cNvPr id="39" name="Imagen 38">
              <a:extLst>
                <a:ext uri="{FF2B5EF4-FFF2-40B4-BE49-F238E27FC236}">
                  <a16:creationId xmlns:a16="http://schemas.microsoft.com/office/drawing/2014/main" id="{F5329F4E-AB80-774B-A927-8B66E46B3440}"/>
                </a:ext>
              </a:extLst>
            </p:cNvPr>
            <p:cNvPicPr>
              <a:picLocks noChangeAspect="1"/>
            </p:cNvPicPr>
            <p:nvPr/>
          </p:nvPicPr>
          <p:blipFill>
            <a:blip r:embed="rId32"/>
            <a:stretch>
              <a:fillRect/>
            </a:stretch>
          </p:blipFill>
          <p:spPr>
            <a:xfrm>
              <a:off x="2298660" y="1173799"/>
              <a:ext cx="711200" cy="685800"/>
            </a:xfrm>
            <a:prstGeom prst="rect">
              <a:avLst/>
            </a:prstGeom>
          </p:spPr>
        </p:pic>
      </p:grpSp>
      <p:grpSp>
        <p:nvGrpSpPr>
          <p:cNvPr id="4504" name="Grupo 4503">
            <a:extLst>
              <a:ext uri="{FF2B5EF4-FFF2-40B4-BE49-F238E27FC236}">
                <a16:creationId xmlns:a16="http://schemas.microsoft.com/office/drawing/2014/main" id="{68EAB5C7-978A-D645-A5D6-AF67313EEFE8}"/>
              </a:ext>
            </a:extLst>
          </p:cNvPr>
          <p:cNvGrpSpPr/>
          <p:nvPr/>
        </p:nvGrpSpPr>
        <p:grpSpPr>
          <a:xfrm>
            <a:off x="7621463" y="2541155"/>
            <a:ext cx="1218994" cy="837933"/>
            <a:chOff x="4617104" y="4065616"/>
            <a:chExt cx="1218994" cy="837933"/>
          </a:xfrm>
        </p:grpSpPr>
        <p:grpSp>
          <p:nvGrpSpPr>
            <p:cNvPr id="533" name="Grupo 532">
              <a:extLst>
                <a:ext uri="{FF2B5EF4-FFF2-40B4-BE49-F238E27FC236}">
                  <a16:creationId xmlns:a16="http://schemas.microsoft.com/office/drawing/2014/main" id="{5558BB1A-E129-7D40-B2B3-579C2321974B}"/>
                </a:ext>
              </a:extLst>
            </p:cNvPr>
            <p:cNvGrpSpPr/>
            <p:nvPr/>
          </p:nvGrpSpPr>
          <p:grpSpPr>
            <a:xfrm>
              <a:off x="4617104" y="4249499"/>
              <a:ext cx="1218994" cy="654050"/>
              <a:chOff x="584746" y="2476291"/>
              <a:chExt cx="1218994" cy="654050"/>
            </a:xfrm>
          </p:grpSpPr>
          <p:grpSp>
            <p:nvGrpSpPr>
              <p:cNvPr id="535" name="Grupo 534">
                <a:extLst>
                  <a:ext uri="{FF2B5EF4-FFF2-40B4-BE49-F238E27FC236}">
                    <a16:creationId xmlns:a16="http://schemas.microsoft.com/office/drawing/2014/main" id="{7A941F30-1510-A448-8A8B-48012254F0FA}"/>
                  </a:ext>
                </a:extLst>
              </p:cNvPr>
              <p:cNvGrpSpPr/>
              <p:nvPr/>
            </p:nvGrpSpPr>
            <p:grpSpPr>
              <a:xfrm>
                <a:off x="584746" y="2476291"/>
                <a:ext cx="1218994" cy="654050"/>
                <a:chOff x="587856" y="5912609"/>
                <a:chExt cx="1218994" cy="654050"/>
              </a:xfrm>
            </p:grpSpPr>
            <p:sp>
              <p:nvSpPr>
                <p:cNvPr id="540" name="Elipse 539">
                  <a:extLst>
                    <a:ext uri="{FF2B5EF4-FFF2-40B4-BE49-F238E27FC236}">
                      <a16:creationId xmlns:a16="http://schemas.microsoft.com/office/drawing/2014/main" id="{3AEBEF3E-2FCF-084D-8315-EAF492445D21}"/>
                    </a:ext>
                  </a:extLst>
                </p:cNvPr>
                <p:cNvSpPr/>
                <p:nvPr/>
              </p:nvSpPr>
              <p:spPr>
                <a:xfrm>
                  <a:off x="1356768" y="5912609"/>
                  <a:ext cx="196452" cy="184666"/>
                </a:xfrm>
                <a:prstGeom prst="ellipse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Autofit/>
                </a:bodyPr>
                <a:lstStyle/>
                <a:p>
                  <a:pPr algn="ctr"/>
                  <a:r>
                    <a:rPr lang="es-ES" sz="1400" b="1" dirty="0">
                      <a:solidFill>
                        <a:schemeClr val="tx1"/>
                      </a:solidFill>
                    </a:rPr>
                    <a:t>D</a:t>
                  </a:r>
                </a:p>
              </p:txBody>
            </p:sp>
            <p:sp>
              <p:nvSpPr>
                <p:cNvPr id="541" name="Elipse 540">
                  <a:extLst>
                    <a:ext uri="{FF2B5EF4-FFF2-40B4-BE49-F238E27FC236}">
                      <a16:creationId xmlns:a16="http://schemas.microsoft.com/office/drawing/2014/main" id="{15198223-345A-954A-BFC5-AE55F8E26069}"/>
                    </a:ext>
                  </a:extLst>
                </p:cNvPr>
                <p:cNvSpPr/>
                <p:nvPr/>
              </p:nvSpPr>
              <p:spPr>
                <a:xfrm>
                  <a:off x="693240" y="6021059"/>
                  <a:ext cx="196452" cy="184666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Autofit/>
                </a:bodyPr>
                <a:lstStyle/>
                <a:p>
                  <a:pPr algn="ctr"/>
                  <a:r>
                    <a:rPr lang="es-ES" sz="1100" b="1" dirty="0">
                      <a:solidFill>
                        <a:schemeClr val="tx1"/>
                      </a:solidFill>
                    </a:rPr>
                    <a:t>27</a:t>
                  </a:r>
                </a:p>
              </p:txBody>
            </p:sp>
            <p:sp>
              <p:nvSpPr>
                <p:cNvPr id="542" name="Rectángulo redondeado 10">
                  <a:extLst>
                    <a:ext uri="{FF2B5EF4-FFF2-40B4-BE49-F238E27FC236}">
                      <a16:creationId xmlns:a16="http://schemas.microsoft.com/office/drawing/2014/main" id="{44832A17-947D-DF48-A452-4515E88EBC5F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87856" y="6332981"/>
                  <a:ext cx="1218994" cy="233678"/>
                </a:xfrm>
                <a:prstGeom prst="roundRect">
                  <a:avLst/>
                </a:prstGeom>
                <a:solidFill>
                  <a:schemeClr val="tx1"/>
                </a:solidFill>
                <a:ln>
                  <a:noFill/>
                </a:ln>
                <a:effectLst>
                  <a:softEdge rad="63500"/>
                </a:effectLst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>
                  <a:noAutofit/>
                </a:bodyPr>
                <a:lstStyle/>
                <a:p>
                  <a:pPr algn="ctr"/>
                  <a:r>
                    <a:rPr lang="es-ES" sz="900" b="1" dirty="0">
                      <a:solidFill>
                        <a:schemeClr val="bg1"/>
                      </a:solidFill>
                    </a:rPr>
                    <a:t>7. SERGIO MORENO</a:t>
                  </a:r>
                </a:p>
              </p:txBody>
            </p:sp>
          </p:grpSp>
          <p:pic>
            <p:nvPicPr>
              <p:cNvPr id="536" name="Imagen 535">
                <a:extLst>
                  <a:ext uri="{FF2B5EF4-FFF2-40B4-BE49-F238E27FC236}">
                    <a16:creationId xmlns:a16="http://schemas.microsoft.com/office/drawing/2014/main" id="{6CBFF815-D712-C345-8D26-A5C7EF6EB12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646858" y="2798167"/>
                <a:ext cx="190500" cy="127000"/>
              </a:xfrm>
              <a:prstGeom prst="rect">
                <a:avLst/>
              </a:prstGeom>
            </p:spPr>
          </p:pic>
        </p:grpSp>
        <p:pic>
          <p:nvPicPr>
            <p:cNvPr id="4503" name="Imagen 4502">
              <a:extLst>
                <a:ext uri="{FF2B5EF4-FFF2-40B4-BE49-F238E27FC236}">
                  <a16:creationId xmlns:a16="http://schemas.microsoft.com/office/drawing/2014/main" id="{90AE9291-DEF9-874C-B0E9-4745295E6E38}"/>
                </a:ext>
              </a:extLst>
            </p:cNvPr>
            <p:cNvPicPr>
              <a:picLocks noChangeAspect="1"/>
            </p:cNvPicPr>
            <p:nvPr/>
          </p:nvPicPr>
          <p:blipFill>
            <a:blip r:embed="rId33"/>
            <a:stretch>
              <a:fillRect/>
            </a:stretch>
          </p:blipFill>
          <p:spPr>
            <a:xfrm>
              <a:off x="4791155" y="4065616"/>
              <a:ext cx="711200" cy="685800"/>
            </a:xfrm>
            <a:prstGeom prst="rect">
              <a:avLst/>
            </a:prstGeom>
          </p:spPr>
        </p:pic>
      </p:grpSp>
      <p:grpSp>
        <p:nvGrpSpPr>
          <p:cNvPr id="4492" name="Grupo 4491">
            <a:extLst>
              <a:ext uri="{FF2B5EF4-FFF2-40B4-BE49-F238E27FC236}">
                <a16:creationId xmlns:a16="http://schemas.microsoft.com/office/drawing/2014/main" id="{81EF4A92-CC17-154F-B28E-471A4CA74C05}"/>
              </a:ext>
            </a:extLst>
          </p:cNvPr>
          <p:cNvGrpSpPr/>
          <p:nvPr/>
        </p:nvGrpSpPr>
        <p:grpSpPr>
          <a:xfrm>
            <a:off x="7658814" y="3718365"/>
            <a:ext cx="1135109" cy="826459"/>
            <a:chOff x="3350208" y="5053785"/>
            <a:chExt cx="1135109" cy="826459"/>
          </a:xfrm>
        </p:grpSpPr>
        <p:grpSp>
          <p:nvGrpSpPr>
            <p:cNvPr id="477" name="Grupo 476">
              <a:extLst>
                <a:ext uri="{FF2B5EF4-FFF2-40B4-BE49-F238E27FC236}">
                  <a16:creationId xmlns:a16="http://schemas.microsoft.com/office/drawing/2014/main" id="{FC2F02E7-0A6C-5147-8FCF-498B6D2ADDA1}"/>
                </a:ext>
              </a:extLst>
            </p:cNvPr>
            <p:cNvGrpSpPr/>
            <p:nvPr/>
          </p:nvGrpSpPr>
          <p:grpSpPr>
            <a:xfrm>
              <a:off x="3350208" y="5242275"/>
              <a:ext cx="1135109" cy="637969"/>
              <a:chOff x="584746" y="2476291"/>
              <a:chExt cx="1135109" cy="637969"/>
            </a:xfrm>
          </p:grpSpPr>
          <p:grpSp>
            <p:nvGrpSpPr>
              <p:cNvPr id="479" name="Grupo 478">
                <a:extLst>
                  <a:ext uri="{FF2B5EF4-FFF2-40B4-BE49-F238E27FC236}">
                    <a16:creationId xmlns:a16="http://schemas.microsoft.com/office/drawing/2014/main" id="{AC71AA83-2030-8749-A6BD-BFE0C84A8315}"/>
                  </a:ext>
                </a:extLst>
              </p:cNvPr>
              <p:cNvGrpSpPr/>
              <p:nvPr/>
            </p:nvGrpSpPr>
            <p:grpSpPr>
              <a:xfrm>
                <a:off x="584746" y="2476291"/>
                <a:ext cx="1135109" cy="637969"/>
                <a:chOff x="587856" y="5912609"/>
                <a:chExt cx="1135109" cy="637969"/>
              </a:xfrm>
            </p:grpSpPr>
            <p:sp>
              <p:nvSpPr>
                <p:cNvPr id="484" name="Elipse 483">
                  <a:extLst>
                    <a:ext uri="{FF2B5EF4-FFF2-40B4-BE49-F238E27FC236}">
                      <a16:creationId xmlns:a16="http://schemas.microsoft.com/office/drawing/2014/main" id="{AFF3800F-0F3B-D04D-B8B3-F3B4B9526D0E}"/>
                    </a:ext>
                  </a:extLst>
                </p:cNvPr>
                <p:cNvSpPr/>
                <p:nvPr/>
              </p:nvSpPr>
              <p:spPr>
                <a:xfrm>
                  <a:off x="1356768" y="5912609"/>
                  <a:ext cx="196452" cy="184666"/>
                </a:xfrm>
                <a:prstGeom prst="ellipse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Autofit/>
                </a:bodyPr>
                <a:lstStyle/>
                <a:p>
                  <a:pPr algn="ctr"/>
                  <a:r>
                    <a:rPr lang="es-ES" sz="1400" b="1" dirty="0">
                      <a:solidFill>
                        <a:schemeClr val="tx1"/>
                      </a:solidFill>
                    </a:rPr>
                    <a:t>D</a:t>
                  </a:r>
                </a:p>
              </p:txBody>
            </p:sp>
            <p:sp>
              <p:nvSpPr>
                <p:cNvPr id="485" name="Elipse 484">
                  <a:extLst>
                    <a:ext uri="{FF2B5EF4-FFF2-40B4-BE49-F238E27FC236}">
                      <a16:creationId xmlns:a16="http://schemas.microsoft.com/office/drawing/2014/main" id="{BDDEE2CB-41B0-7543-B743-393D93333124}"/>
                    </a:ext>
                  </a:extLst>
                </p:cNvPr>
                <p:cNvSpPr/>
                <p:nvPr/>
              </p:nvSpPr>
              <p:spPr>
                <a:xfrm>
                  <a:off x="693240" y="6021059"/>
                  <a:ext cx="196452" cy="184666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Autofit/>
                </a:bodyPr>
                <a:lstStyle/>
                <a:p>
                  <a:pPr algn="ctr"/>
                  <a:r>
                    <a:rPr lang="es-ES" sz="1100" b="1" dirty="0">
                      <a:solidFill>
                        <a:schemeClr val="tx1"/>
                      </a:solidFill>
                    </a:rPr>
                    <a:t>29</a:t>
                  </a:r>
                </a:p>
              </p:txBody>
            </p:sp>
            <p:sp>
              <p:nvSpPr>
                <p:cNvPr id="486" name="Rectángulo redondeado 10">
                  <a:extLst>
                    <a:ext uri="{FF2B5EF4-FFF2-40B4-BE49-F238E27FC236}">
                      <a16:creationId xmlns:a16="http://schemas.microsoft.com/office/drawing/2014/main" id="{F3634453-7821-974A-A6BE-60FE0852427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87856" y="6332981"/>
                  <a:ext cx="1135109" cy="217597"/>
                </a:xfrm>
                <a:prstGeom prst="roundRect">
                  <a:avLst/>
                </a:prstGeom>
                <a:solidFill>
                  <a:schemeClr val="tx1"/>
                </a:solidFill>
                <a:ln>
                  <a:noFill/>
                </a:ln>
                <a:effectLst>
                  <a:softEdge rad="63500"/>
                </a:effectLst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>
                  <a:noAutofit/>
                </a:bodyPr>
                <a:lstStyle/>
                <a:p>
                  <a:pPr algn="ctr"/>
                  <a:r>
                    <a:rPr lang="es-ES" sz="900" b="1" dirty="0">
                      <a:solidFill>
                        <a:schemeClr val="bg1"/>
                      </a:solidFill>
                    </a:rPr>
                    <a:t>9. PANAGIOTIS</a:t>
                  </a:r>
                </a:p>
              </p:txBody>
            </p:sp>
          </p:grpSp>
          <p:pic>
            <p:nvPicPr>
              <p:cNvPr id="480" name="Imagen 479">
                <a:extLst>
                  <a:ext uri="{FF2B5EF4-FFF2-40B4-BE49-F238E27FC236}">
                    <a16:creationId xmlns:a16="http://schemas.microsoft.com/office/drawing/2014/main" id="{597F5B80-CBF5-554F-AE76-95ED2AE6DA3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646858" y="2798167"/>
                <a:ext cx="190500" cy="127000"/>
              </a:xfrm>
              <a:prstGeom prst="rect">
                <a:avLst/>
              </a:prstGeom>
            </p:spPr>
          </p:pic>
        </p:grpSp>
        <p:pic>
          <p:nvPicPr>
            <p:cNvPr id="4491" name="Imagen 4490">
              <a:extLst>
                <a:ext uri="{FF2B5EF4-FFF2-40B4-BE49-F238E27FC236}">
                  <a16:creationId xmlns:a16="http://schemas.microsoft.com/office/drawing/2014/main" id="{CC532F8C-298A-1341-B593-0EA1AA7997CD}"/>
                </a:ext>
              </a:extLst>
            </p:cNvPr>
            <p:cNvPicPr>
              <a:picLocks noChangeAspect="1"/>
            </p:cNvPicPr>
            <p:nvPr/>
          </p:nvPicPr>
          <p:blipFill>
            <a:blip r:embed="rId34"/>
            <a:stretch>
              <a:fillRect/>
            </a:stretch>
          </p:blipFill>
          <p:spPr>
            <a:xfrm>
              <a:off x="3560232" y="5053785"/>
              <a:ext cx="711200" cy="685800"/>
            </a:xfrm>
            <a:prstGeom prst="rect">
              <a:avLst/>
            </a:prstGeom>
          </p:spPr>
        </p:pic>
      </p:grpSp>
      <p:grpSp>
        <p:nvGrpSpPr>
          <p:cNvPr id="45" name="Grupo 44">
            <a:extLst>
              <a:ext uri="{FF2B5EF4-FFF2-40B4-BE49-F238E27FC236}">
                <a16:creationId xmlns:a16="http://schemas.microsoft.com/office/drawing/2014/main" id="{F5849000-262E-004D-8085-513F8BF44D54}"/>
              </a:ext>
            </a:extLst>
          </p:cNvPr>
          <p:cNvGrpSpPr/>
          <p:nvPr/>
        </p:nvGrpSpPr>
        <p:grpSpPr>
          <a:xfrm>
            <a:off x="6049677" y="5520658"/>
            <a:ext cx="1135109" cy="821269"/>
            <a:chOff x="2084118" y="2154934"/>
            <a:chExt cx="1135109" cy="821269"/>
          </a:xfrm>
        </p:grpSpPr>
        <p:grpSp>
          <p:nvGrpSpPr>
            <p:cNvPr id="364" name="Grupo 363">
              <a:extLst>
                <a:ext uri="{FF2B5EF4-FFF2-40B4-BE49-F238E27FC236}">
                  <a16:creationId xmlns:a16="http://schemas.microsoft.com/office/drawing/2014/main" id="{DF7268C4-5C82-0D4C-999B-130362544ED4}"/>
                </a:ext>
              </a:extLst>
            </p:cNvPr>
            <p:cNvGrpSpPr/>
            <p:nvPr/>
          </p:nvGrpSpPr>
          <p:grpSpPr>
            <a:xfrm>
              <a:off x="2084118" y="2338234"/>
              <a:ext cx="1135109" cy="637969"/>
              <a:chOff x="584746" y="2476291"/>
              <a:chExt cx="1135109" cy="637969"/>
            </a:xfrm>
          </p:grpSpPr>
          <p:grpSp>
            <p:nvGrpSpPr>
              <p:cNvPr id="366" name="Grupo 365">
                <a:extLst>
                  <a:ext uri="{FF2B5EF4-FFF2-40B4-BE49-F238E27FC236}">
                    <a16:creationId xmlns:a16="http://schemas.microsoft.com/office/drawing/2014/main" id="{193148B0-097E-E34F-A162-A3FDE58BE310}"/>
                  </a:ext>
                </a:extLst>
              </p:cNvPr>
              <p:cNvGrpSpPr/>
              <p:nvPr/>
            </p:nvGrpSpPr>
            <p:grpSpPr>
              <a:xfrm>
                <a:off x="584746" y="2476291"/>
                <a:ext cx="1135109" cy="637969"/>
                <a:chOff x="587856" y="5912609"/>
                <a:chExt cx="1135109" cy="637969"/>
              </a:xfrm>
            </p:grpSpPr>
            <p:sp>
              <p:nvSpPr>
                <p:cNvPr id="371" name="Elipse 370">
                  <a:extLst>
                    <a:ext uri="{FF2B5EF4-FFF2-40B4-BE49-F238E27FC236}">
                      <a16:creationId xmlns:a16="http://schemas.microsoft.com/office/drawing/2014/main" id="{620B56F3-0222-E342-B643-637A09E0CC49}"/>
                    </a:ext>
                  </a:extLst>
                </p:cNvPr>
                <p:cNvSpPr/>
                <p:nvPr/>
              </p:nvSpPr>
              <p:spPr>
                <a:xfrm>
                  <a:off x="1356768" y="5912609"/>
                  <a:ext cx="196452" cy="184666"/>
                </a:xfrm>
                <a:prstGeom prst="ellipse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Autofit/>
                </a:bodyPr>
                <a:lstStyle/>
                <a:p>
                  <a:pPr algn="ctr"/>
                  <a:r>
                    <a:rPr lang="es-ES" sz="1400" b="1" dirty="0">
                      <a:solidFill>
                        <a:schemeClr val="tx1"/>
                      </a:solidFill>
                    </a:rPr>
                    <a:t>D</a:t>
                  </a:r>
                </a:p>
              </p:txBody>
            </p:sp>
            <p:sp>
              <p:nvSpPr>
                <p:cNvPr id="372" name="Elipse 371">
                  <a:extLst>
                    <a:ext uri="{FF2B5EF4-FFF2-40B4-BE49-F238E27FC236}">
                      <a16:creationId xmlns:a16="http://schemas.microsoft.com/office/drawing/2014/main" id="{F6C0665E-86B5-D740-962F-68AE63EABE45}"/>
                    </a:ext>
                  </a:extLst>
                </p:cNvPr>
                <p:cNvSpPr/>
                <p:nvPr/>
              </p:nvSpPr>
              <p:spPr>
                <a:xfrm>
                  <a:off x="693240" y="6021059"/>
                  <a:ext cx="196452" cy="184666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Autofit/>
                </a:bodyPr>
                <a:lstStyle/>
                <a:p>
                  <a:pPr algn="ctr"/>
                  <a:r>
                    <a:rPr lang="es-ES" sz="1100" b="1" dirty="0">
                      <a:solidFill>
                        <a:schemeClr val="tx1"/>
                      </a:solidFill>
                    </a:rPr>
                    <a:t>26</a:t>
                  </a:r>
                </a:p>
              </p:txBody>
            </p:sp>
            <p:sp>
              <p:nvSpPr>
                <p:cNvPr id="373" name="Rectángulo redondeado 10">
                  <a:extLst>
                    <a:ext uri="{FF2B5EF4-FFF2-40B4-BE49-F238E27FC236}">
                      <a16:creationId xmlns:a16="http://schemas.microsoft.com/office/drawing/2014/main" id="{BF9D997B-7979-BB47-9FF7-16C8E30983F8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87856" y="6332981"/>
                  <a:ext cx="1135109" cy="217597"/>
                </a:xfrm>
                <a:prstGeom prst="roundRect">
                  <a:avLst/>
                </a:prstGeom>
                <a:solidFill>
                  <a:schemeClr val="tx1"/>
                </a:solidFill>
                <a:ln>
                  <a:noFill/>
                </a:ln>
                <a:effectLst>
                  <a:softEdge rad="63500"/>
                </a:effectLst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>
                  <a:noAutofit/>
                </a:bodyPr>
                <a:lstStyle/>
                <a:p>
                  <a:pPr algn="ctr"/>
                  <a:r>
                    <a:rPr lang="es-ES" sz="900" b="1" dirty="0">
                      <a:solidFill>
                        <a:schemeClr val="bg1"/>
                      </a:solidFill>
                    </a:rPr>
                    <a:t>11. EDU GALLARDO</a:t>
                  </a:r>
                </a:p>
              </p:txBody>
            </p:sp>
          </p:grpSp>
          <p:pic>
            <p:nvPicPr>
              <p:cNvPr id="367" name="Imagen 366">
                <a:extLst>
                  <a:ext uri="{FF2B5EF4-FFF2-40B4-BE49-F238E27FC236}">
                    <a16:creationId xmlns:a16="http://schemas.microsoft.com/office/drawing/2014/main" id="{515A5E74-5DEF-B947-AE90-EF40BB140C8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646858" y="2798167"/>
                <a:ext cx="190500" cy="127000"/>
              </a:xfrm>
              <a:prstGeom prst="rect">
                <a:avLst/>
              </a:prstGeom>
            </p:spPr>
          </p:pic>
        </p:grpSp>
        <p:pic>
          <p:nvPicPr>
            <p:cNvPr id="44" name="Imagen 43">
              <a:extLst>
                <a:ext uri="{FF2B5EF4-FFF2-40B4-BE49-F238E27FC236}">
                  <a16:creationId xmlns:a16="http://schemas.microsoft.com/office/drawing/2014/main" id="{84238A2B-B4D4-8F48-A80B-A5F7498BEED7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/>
            <a:stretch>
              <a:fillRect/>
            </a:stretch>
          </p:blipFill>
          <p:spPr>
            <a:xfrm>
              <a:off x="2280103" y="2154934"/>
              <a:ext cx="711200" cy="685800"/>
            </a:xfrm>
            <a:prstGeom prst="rect">
              <a:avLst/>
            </a:prstGeom>
          </p:spPr>
        </p:pic>
      </p:grpSp>
      <p:grpSp>
        <p:nvGrpSpPr>
          <p:cNvPr id="48" name="Grupo 47">
            <a:extLst>
              <a:ext uri="{FF2B5EF4-FFF2-40B4-BE49-F238E27FC236}">
                <a16:creationId xmlns:a16="http://schemas.microsoft.com/office/drawing/2014/main" id="{64BEC477-FFAD-7E4C-A7CA-41DE46CBC3B7}"/>
              </a:ext>
            </a:extLst>
          </p:cNvPr>
          <p:cNvGrpSpPr/>
          <p:nvPr/>
        </p:nvGrpSpPr>
        <p:grpSpPr>
          <a:xfrm>
            <a:off x="7164501" y="5535903"/>
            <a:ext cx="1135109" cy="815415"/>
            <a:chOff x="2103416" y="3113223"/>
            <a:chExt cx="1135109" cy="815415"/>
          </a:xfrm>
        </p:grpSpPr>
        <p:grpSp>
          <p:nvGrpSpPr>
            <p:cNvPr id="379" name="Grupo 378">
              <a:extLst>
                <a:ext uri="{FF2B5EF4-FFF2-40B4-BE49-F238E27FC236}">
                  <a16:creationId xmlns:a16="http://schemas.microsoft.com/office/drawing/2014/main" id="{0126ED72-DEBA-A84D-AB56-E91B19E15142}"/>
                </a:ext>
              </a:extLst>
            </p:cNvPr>
            <p:cNvGrpSpPr/>
            <p:nvPr/>
          </p:nvGrpSpPr>
          <p:grpSpPr>
            <a:xfrm>
              <a:off x="2103416" y="3290669"/>
              <a:ext cx="1135109" cy="637969"/>
              <a:chOff x="584746" y="2476291"/>
              <a:chExt cx="1135109" cy="637969"/>
            </a:xfrm>
          </p:grpSpPr>
          <p:grpSp>
            <p:nvGrpSpPr>
              <p:cNvPr id="381" name="Grupo 380">
                <a:extLst>
                  <a:ext uri="{FF2B5EF4-FFF2-40B4-BE49-F238E27FC236}">
                    <a16:creationId xmlns:a16="http://schemas.microsoft.com/office/drawing/2014/main" id="{C6ECC8F8-CAE0-AE42-9CCD-9C9E31BFEB3B}"/>
                  </a:ext>
                </a:extLst>
              </p:cNvPr>
              <p:cNvGrpSpPr/>
              <p:nvPr/>
            </p:nvGrpSpPr>
            <p:grpSpPr>
              <a:xfrm>
                <a:off x="584746" y="2476291"/>
                <a:ext cx="1135109" cy="637969"/>
                <a:chOff x="587856" y="5912609"/>
                <a:chExt cx="1135109" cy="637969"/>
              </a:xfrm>
            </p:grpSpPr>
            <p:sp>
              <p:nvSpPr>
                <p:cNvPr id="386" name="Elipse 385">
                  <a:extLst>
                    <a:ext uri="{FF2B5EF4-FFF2-40B4-BE49-F238E27FC236}">
                      <a16:creationId xmlns:a16="http://schemas.microsoft.com/office/drawing/2014/main" id="{548FE67E-F4DC-A944-A0E2-D01E588B7750}"/>
                    </a:ext>
                  </a:extLst>
                </p:cNvPr>
                <p:cNvSpPr/>
                <p:nvPr/>
              </p:nvSpPr>
              <p:spPr>
                <a:xfrm>
                  <a:off x="1356768" y="5912609"/>
                  <a:ext cx="196452" cy="184666"/>
                </a:xfrm>
                <a:prstGeom prst="ellipse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Autofit/>
                </a:bodyPr>
                <a:lstStyle/>
                <a:p>
                  <a:pPr algn="ctr"/>
                  <a:r>
                    <a:rPr lang="es-ES" sz="1400" b="1" dirty="0">
                      <a:solidFill>
                        <a:schemeClr val="tx1"/>
                      </a:solidFill>
                    </a:rPr>
                    <a:t>Z</a:t>
                  </a:r>
                </a:p>
              </p:txBody>
            </p:sp>
            <p:sp>
              <p:nvSpPr>
                <p:cNvPr id="387" name="Elipse 386">
                  <a:extLst>
                    <a:ext uri="{FF2B5EF4-FFF2-40B4-BE49-F238E27FC236}">
                      <a16:creationId xmlns:a16="http://schemas.microsoft.com/office/drawing/2014/main" id="{D0D7D37E-D2B8-3443-BC41-CC2633F07495}"/>
                    </a:ext>
                  </a:extLst>
                </p:cNvPr>
                <p:cNvSpPr/>
                <p:nvPr/>
              </p:nvSpPr>
              <p:spPr>
                <a:xfrm>
                  <a:off x="693240" y="6021059"/>
                  <a:ext cx="196452" cy="184666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Autofit/>
                </a:bodyPr>
                <a:lstStyle/>
                <a:p>
                  <a:pPr algn="ctr"/>
                  <a:r>
                    <a:rPr lang="es-ES" sz="1100" b="1" dirty="0">
                      <a:solidFill>
                        <a:schemeClr val="tx1"/>
                      </a:solidFill>
                    </a:rPr>
                    <a:t>26</a:t>
                  </a:r>
                </a:p>
              </p:txBody>
            </p:sp>
            <p:sp>
              <p:nvSpPr>
                <p:cNvPr id="388" name="Rectángulo redondeado 10">
                  <a:extLst>
                    <a:ext uri="{FF2B5EF4-FFF2-40B4-BE49-F238E27FC236}">
                      <a16:creationId xmlns:a16="http://schemas.microsoft.com/office/drawing/2014/main" id="{4248FAD5-0918-1C40-89EF-F429E4AD44C1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87856" y="6332981"/>
                  <a:ext cx="1135109" cy="217597"/>
                </a:xfrm>
                <a:prstGeom prst="roundRect">
                  <a:avLst/>
                </a:prstGeom>
                <a:solidFill>
                  <a:schemeClr val="tx1"/>
                </a:solidFill>
                <a:ln>
                  <a:noFill/>
                </a:ln>
                <a:effectLst>
                  <a:softEdge rad="63500"/>
                </a:effectLst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>
                  <a:noAutofit/>
                </a:bodyPr>
                <a:lstStyle/>
                <a:p>
                  <a:pPr algn="ctr"/>
                  <a:r>
                    <a:rPr lang="es-ES" sz="900" b="1" dirty="0">
                      <a:solidFill>
                        <a:schemeClr val="bg1"/>
                      </a:solidFill>
                    </a:rPr>
                    <a:t>5. GOYO</a:t>
                  </a:r>
                </a:p>
              </p:txBody>
            </p:sp>
          </p:grpSp>
          <p:pic>
            <p:nvPicPr>
              <p:cNvPr id="382" name="Imagen 381">
                <a:extLst>
                  <a:ext uri="{FF2B5EF4-FFF2-40B4-BE49-F238E27FC236}">
                    <a16:creationId xmlns:a16="http://schemas.microsoft.com/office/drawing/2014/main" id="{FC507B38-2DC1-CC4B-B74E-F8850BCFB68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646858" y="2798167"/>
                <a:ext cx="190500" cy="127000"/>
              </a:xfrm>
              <a:prstGeom prst="rect">
                <a:avLst/>
              </a:prstGeom>
            </p:spPr>
          </p:pic>
        </p:grpSp>
        <p:pic>
          <p:nvPicPr>
            <p:cNvPr id="47" name="Imagen 46">
              <a:extLst>
                <a:ext uri="{FF2B5EF4-FFF2-40B4-BE49-F238E27FC236}">
                  <a16:creationId xmlns:a16="http://schemas.microsoft.com/office/drawing/2014/main" id="{1284E670-BA73-A54B-ABB5-EAAE66D7CCBF}"/>
                </a:ext>
              </a:extLst>
            </p:cNvPr>
            <p:cNvPicPr>
              <a:picLocks noChangeAspect="1"/>
            </p:cNvPicPr>
            <p:nvPr/>
          </p:nvPicPr>
          <p:blipFill>
            <a:blip r:embed="rId36"/>
            <a:stretch>
              <a:fillRect/>
            </a:stretch>
          </p:blipFill>
          <p:spPr>
            <a:xfrm>
              <a:off x="2357051" y="3113223"/>
              <a:ext cx="587482" cy="59302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592715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3" name="Grupo 1032">
            <a:extLst>
              <a:ext uri="{FF2B5EF4-FFF2-40B4-BE49-F238E27FC236}">
                <a16:creationId xmlns:a16="http://schemas.microsoft.com/office/drawing/2014/main" id="{47AA6651-0725-81FE-0E37-BA257C85A7DA}"/>
              </a:ext>
            </a:extLst>
          </p:cNvPr>
          <p:cNvGrpSpPr/>
          <p:nvPr/>
        </p:nvGrpSpPr>
        <p:grpSpPr>
          <a:xfrm>
            <a:off x="1045028" y="567900"/>
            <a:ext cx="10101942" cy="6182282"/>
            <a:chOff x="1045028" y="567900"/>
            <a:chExt cx="10101942" cy="6182282"/>
          </a:xfrm>
        </p:grpSpPr>
        <p:pic>
          <p:nvPicPr>
            <p:cNvPr id="34" name="Imagen 33">
              <a:extLst>
                <a:ext uri="{FF2B5EF4-FFF2-40B4-BE49-F238E27FC236}">
                  <a16:creationId xmlns:a16="http://schemas.microsoft.com/office/drawing/2014/main" id="{4CC829E1-0797-76C2-E508-135EE42C08F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15696" b="9605"/>
            <a:stretch/>
          </p:blipFill>
          <p:spPr>
            <a:xfrm>
              <a:off x="1045028" y="567900"/>
              <a:ext cx="10101942" cy="6182282"/>
            </a:xfrm>
            <a:prstGeom prst="trapezoid">
              <a:avLst/>
            </a:prstGeom>
            <a:effectLst>
              <a:softEdge rad="31750"/>
            </a:effectLst>
          </p:spPr>
        </p:pic>
        <p:pic>
          <p:nvPicPr>
            <p:cNvPr id="1032" name="Imagen 1031">
              <a:extLst>
                <a:ext uri="{FF2B5EF4-FFF2-40B4-BE49-F238E27FC236}">
                  <a16:creationId xmlns:a16="http://schemas.microsoft.com/office/drawing/2014/main" id="{CB54AA83-90E1-2437-27D1-18340CDB511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0689633">
              <a:off x="10106805" y="4004102"/>
              <a:ext cx="201045" cy="2181784"/>
            </a:xfrm>
            <a:prstGeom prst="rect">
              <a:avLst/>
            </a:prstGeom>
          </p:spPr>
        </p:pic>
      </p:grpSp>
      <p:sp>
        <p:nvSpPr>
          <p:cNvPr id="1058" name="CuadroTexto 1057">
            <a:extLst>
              <a:ext uri="{FF2B5EF4-FFF2-40B4-BE49-F238E27FC236}">
                <a16:creationId xmlns:a16="http://schemas.microsoft.com/office/drawing/2014/main" id="{4909BFC3-7FDC-6E9D-AC09-A31B3B28B4E2}"/>
              </a:ext>
            </a:extLst>
          </p:cNvPr>
          <p:cNvSpPr txBox="1"/>
          <p:nvPr/>
        </p:nvSpPr>
        <p:spPr>
          <a:xfrm>
            <a:off x="542165" y="169349"/>
            <a:ext cx="11453891" cy="338554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es-ES" sz="1600" b="1" dirty="0">
                <a:solidFill>
                  <a:schemeClr val="bg1"/>
                </a:solidFill>
                <a:latin typeface="Trebuchet MS" panose="020B0703020202090204" pitchFamily="34" charset="0"/>
              </a:rPr>
              <a:t>POSIBLE ALINEACIÓN</a:t>
            </a:r>
            <a:endParaRPr lang="es-ES" sz="1600" dirty="0">
              <a:solidFill>
                <a:schemeClr val="bg1"/>
              </a:solidFill>
              <a:latin typeface="Trebuchet MS" panose="020B0703020202090204" pitchFamily="34" charset="0"/>
            </a:endParaRPr>
          </a:p>
        </p:txBody>
      </p:sp>
      <p:sp>
        <p:nvSpPr>
          <p:cNvPr id="1071" name="Paralelogramo 1070">
            <a:extLst>
              <a:ext uri="{FF2B5EF4-FFF2-40B4-BE49-F238E27FC236}">
                <a16:creationId xmlns:a16="http://schemas.microsoft.com/office/drawing/2014/main" id="{48DB64CA-D60F-56FE-CB52-D4A7D6F97061}"/>
              </a:ext>
            </a:extLst>
          </p:cNvPr>
          <p:cNvSpPr/>
          <p:nvPr/>
        </p:nvSpPr>
        <p:spPr>
          <a:xfrm>
            <a:off x="1212834" y="583092"/>
            <a:ext cx="1297521" cy="187387"/>
          </a:xfrm>
          <a:prstGeom prst="parallelogram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100" dirty="0"/>
              <a:t>ENTRENADOR</a:t>
            </a:r>
          </a:p>
        </p:txBody>
      </p:sp>
      <p:sp>
        <p:nvSpPr>
          <p:cNvPr id="1072" name="Paralelogramo 1071">
            <a:extLst>
              <a:ext uri="{FF2B5EF4-FFF2-40B4-BE49-F238E27FC236}">
                <a16:creationId xmlns:a16="http://schemas.microsoft.com/office/drawing/2014/main" id="{5CDDCAD8-B72E-9165-5870-7F69E1185D35}"/>
              </a:ext>
            </a:extLst>
          </p:cNvPr>
          <p:cNvSpPr/>
          <p:nvPr/>
        </p:nvSpPr>
        <p:spPr>
          <a:xfrm>
            <a:off x="986356" y="865980"/>
            <a:ext cx="1454234" cy="436446"/>
          </a:xfrm>
          <a:prstGeom prst="parallelogram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100" dirty="0"/>
              <a:t>KIKO RAMIREZ</a:t>
            </a:r>
          </a:p>
        </p:txBody>
      </p:sp>
      <p:grpSp>
        <p:nvGrpSpPr>
          <p:cNvPr id="97" name="Grupo 96">
            <a:extLst>
              <a:ext uri="{FF2B5EF4-FFF2-40B4-BE49-F238E27FC236}">
                <a16:creationId xmlns:a16="http://schemas.microsoft.com/office/drawing/2014/main" id="{2CD46358-1A06-8E41-B45D-55A5E97E4E96}"/>
              </a:ext>
            </a:extLst>
          </p:cNvPr>
          <p:cNvGrpSpPr/>
          <p:nvPr/>
        </p:nvGrpSpPr>
        <p:grpSpPr>
          <a:xfrm>
            <a:off x="-51795" y="32035"/>
            <a:ext cx="655606" cy="613181"/>
            <a:chOff x="4860060" y="2161307"/>
            <a:chExt cx="2482850" cy="2642177"/>
          </a:xfrm>
        </p:grpSpPr>
        <p:pic>
          <p:nvPicPr>
            <p:cNvPr id="98" name="Imagen 97">
              <a:extLst>
                <a:ext uri="{FF2B5EF4-FFF2-40B4-BE49-F238E27FC236}">
                  <a16:creationId xmlns:a16="http://schemas.microsoft.com/office/drawing/2014/main" id="{DA3C1A7D-38BD-D149-A432-FEB80529BE2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499100" y="2584450"/>
              <a:ext cx="1193800" cy="1689100"/>
            </a:xfrm>
            <a:prstGeom prst="rect">
              <a:avLst/>
            </a:prstGeom>
          </p:spPr>
        </p:pic>
        <p:pic>
          <p:nvPicPr>
            <p:cNvPr id="99" name="Imagen 98">
              <a:extLst>
                <a:ext uri="{FF2B5EF4-FFF2-40B4-BE49-F238E27FC236}">
                  <a16:creationId xmlns:a16="http://schemas.microsoft.com/office/drawing/2014/main" id="{5A88329F-3553-5746-B215-729553E8EA2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860060" y="2161307"/>
              <a:ext cx="2482850" cy="2642177"/>
            </a:xfrm>
            <a:prstGeom prst="rect">
              <a:avLst/>
            </a:prstGeom>
          </p:spPr>
        </p:pic>
      </p:grpSp>
      <p:pic>
        <p:nvPicPr>
          <p:cNvPr id="100" name="Imagen 99">
            <a:extLst>
              <a:ext uri="{FF2B5EF4-FFF2-40B4-BE49-F238E27FC236}">
                <a16:creationId xmlns:a16="http://schemas.microsoft.com/office/drawing/2014/main" id="{B51DE8B7-BA8E-5B43-9648-E36A4B1C477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6754" y="605955"/>
            <a:ext cx="654422" cy="654422"/>
          </a:xfrm>
          <a:prstGeom prst="rect">
            <a:avLst/>
          </a:prstGeom>
        </p:spPr>
      </p:pic>
      <p:grpSp>
        <p:nvGrpSpPr>
          <p:cNvPr id="101" name="Grupo 100">
            <a:extLst>
              <a:ext uri="{FF2B5EF4-FFF2-40B4-BE49-F238E27FC236}">
                <a16:creationId xmlns:a16="http://schemas.microsoft.com/office/drawing/2014/main" id="{ED7BA40D-2CAE-9B47-B315-7F4907A5F87B}"/>
              </a:ext>
            </a:extLst>
          </p:cNvPr>
          <p:cNvGrpSpPr/>
          <p:nvPr/>
        </p:nvGrpSpPr>
        <p:grpSpPr>
          <a:xfrm>
            <a:off x="5624983" y="5408132"/>
            <a:ext cx="1218994" cy="818192"/>
            <a:chOff x="4608492" y="5040979"/>
            <a:chExt cx="1218994" cy="818192"/>
          </a:xfrm>
        </p:grpSpPr>
        <p:grpSp>
          <p:nvGrpSpPr>
            <p:cNvPr id="102" name="Grupo 101">
              <a:extLst>
                <a:ext uri="{FF2B5EF4-FFF2-40B4-BE49-F238E27FC236}">
                  <a16:creationId xmlns:a16="http://schemas.microsoft.com/office/drawing/2014/main" id="{EC9426C4-D268-F946-97B1-5734A9A347B5}"/>
                </a:ext>
              </a:extLst>
            </p:cNvPr>
            <p:cNvGrpSpPr/>
            <p:nvPr/>
          </p:nvGrpSpPr>
          <p:grpSpPr>
            <a:xfrm>
              <a:off x="4608492" y="5205121"/>
              <a:ext cx="1218994" cy="654050"/>
              <a:chOff x="584746" y="2476291"/>
              <a:chExt cx="1218994" cy="654050"/>
            </a:xfrm>
          </p:grpSpPr>
          <p:grpSp>
            <p:nvGrpSpPr>
              <p:cNvPr id="104" name="Grupo 103">
                <a:extLst>
                  <a:ext uri="{FF2B5EF4-FFF2-40B4-BE49-F238E27FC236}">
                    <a16:creationId xmlns:a16="http://schemas.microsoft.com/office/drawing/2014/main" id="{D96417B1-5427-8C4E-A6DF-6F1BB784FBBF}"/>
                  </a:ext>
                </a:extLst>
              </p:cNvPr>
              <p:cNvGrpSpPr/>
              <p:nvPr/>
            </p:nvGrpSpPr>
            <p:grpSpPr>
              <a:xfrm>
                <a:off x="584746" y="2476291"/>
                <a:ext cx="1218994" cy="654050"/>
                <a:chOff x="587856" y="5912609"/>
                <a:chExt cx="1218994" cy="654050"/>
              </a:xfrm>
            </p:grpSpPr>
            <p:sp>
              <p:nvSpPr>
                <p:cNvPr id="108" name="Elipse 107">
                  <a:extLst>
                    <a:ext uri="{FF2B5EF4-FFF2-40B4-BE49-F238E27FC236}">
                      <a16:creationId xmlns:a16="http://schemas.microsoft.com/office/drawing/2014/main" id="{90772522-1302-F34C-84F2-4ABB57816E9C}"/>
                    </a:ext>
                  </a:extLst>
                </p:cNvPr>
                <p:cNvSpPr/>
                <p:nvPr/>
              </p:nvSpPr>
              <p:spPr>
                <a:xfrm>
                  <a:off x="1356768" y="5912609"/>
                  <a:ext cx="196452" cy="184666"/>
                </a:xfrm>
                <a:prstGeom prst="ellipse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Autofit/>
                </a:bodyPr>
                <a:lstStyle/>
                <a:p>
                  <a:pPr algn="ctr"/>
                  <a:r>
                    <a:rPr lang="es-ES" sz="1400" b="1" dirty="0">
                      <a:solidFill>
                        <a:schemeClr val="tx1"/>
                      </a:solidFill>
                    </a:rPr>
                    <a:t>D</a:t>
                  </a:r>
                </a:p>
              </p:txBody>
            </p:sp>
            <p:sp>
              <p:nvSpPr>
                <p:cNvPr id="109" name="Elipse 108">
                  <a:extLst>
                    <a:ext uri="{FF2B5EF4-FFF2-40B4-BE49-F238E27FC236}">
                      <a16:creationId xmlns:a16="http://schemas.microsoft.com/office/drawing/2014/main" id="{80A3908D-D830-F84E-842B-E113DD1E67C1}"/>
                    </a:ext>
                  </a:extLst>
                </p:cNvPr>
                <p:cNvSpPr/>
                <p:nvPr/>
              </p:nvSpPr>
              <p:spPr>
                <a:xfrm>
                  <a:off x="693240" y="6021059"/>
                  <a:ext cx="196452" cy="184666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Autofit/>
                </a:bodyPr>
                <a:lstStyle/>
                <a:p>
                  <a:pPr algn="ctr"/>
                  <a:r>
                    <a:rPr lang="es-ES" sz="1100" b="1" dirty="0">
                      <a:solidFill>
                        <a:schemeClr val="tx1"/>
                      </a:solidFill>
                    </a:rPr>
                    <a:t>28</a:t>
                  </a:r>
                </a:p>
              </p:txBody>
            </p:sp>
            <p:sp>
              <p:nvSpPr>
                <p:cNvPr id="110" name="Rectángulo redondeado 10">
                  <a:extLst>
                    <a:ext uri="{FF2B5EF4-FFF2-40B4-BE49-F238E27FC236}">
                      <a16:creationId xmlns:a16="http://schemas.microsoft.com/office/drawing/2014/main" id="{B177743F-7B76-544E-B0F3-09508706232F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87856" y="6332981"/>
                  <a:ext cx="1218994" cy="233678"/>
                </a:xfrm>
                <a:prstGeom prst="roundRect">
                  <a:avLst/>
                </a:prstGeom>
                <a:solidFill>
                  <a:schemeClr val="tx1"/>
                </a:solidFill>
                <a:ln>
                  <a:noFill/>
                </a:ln>
                <a:effectLst>
                  <a:softEdge rad="63500"/>
                </a:effectLst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>
                  <a:noAutofit/>
                </a:bodyPr>
                <a:lstStyle/>
                <a:p>
                  <a:pPr algn="ctr"/>
                  <a:r>
                    <a:rPr lang="es-ES" sz="900" b="1" dirty="0">
                      <a:solidFill>
                        <a:schemeClr val="bg1"/>
                      </a:solidFill>
                    </a:rPr>
                    <a:t>13. ZARCO</a:t>
                  </a:r>
                </a:p>
              </p:txBody>
            </p:sp>
          </p:grpSp>
          <p:pic>
            <p:nvPicPr>
              <p:cNvPr id="105" name="Imagen 104">
                <a:extLst>
                  <a:ext uri="{FF2B5EF4-FFF2-40B4-BE49-F238E27FC236}">
                    <a16:creationId xmlns:a16="http://schemas.microsoft.com/office/drawing/2014/main" id="{BB5DE92A-4870-7845-B3D9-59296A5BF0F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46858" y="2798167"/>
                <a:ext cx="190500" cy="127000"/>
              </a:xfrm>
              <a:prstGeom prst="rect">
                <a:avLst/>
              </a:prstGeom>
            </p:spPr>
          </p:pic>
        </p:grpSp>
        <p:pic>
          <p:nvPicPr>
            <p:cNvPr id="103" name="Imagen 102">
              <a:extLst>
                <a:ext uri="{FF2B5EF4-FFF2-40B4-BE49-F238E27FC236}">
                  <a16:creationId xmlns:a16="http://schemas.microsoft.com/office/drawing/2014/main" id="{28D4D45A-0645-8042-92D9-C825E3A8D7D6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801006" y="5040979"/>
              <a:ext cx="711200" cy="685800"/>
            </a:xfrm>
            <a:prstGeom prst="rect">
              <a:avLst/>
            </a:prstGeom>
          </p:spPr>
        </p:pic>
      </p:grpSp>
      <p:grpSp>
        <p:nvGrpSpPr>
          <p:cNvPr id="111" name="Grupo 110">
            <a:extLst>
              <a:ext uri="{FF2B5EF4-FFF2-40B4-BE49-F238E27FC236}">
                <a16:creationId xmlns:a16="http://schemas.microsoft.com/office/drawing/2014/main" id="{686BFA17-6F41-1C49-A860-B135F3BCD9F0}"/>
              </a:ext>
            </a:extLst>
          </p:cNvPr>
          <p:cNvGrpSpPr/>
          <p:nvPr/>
        </p:nvGrpSpPr>
        <p:grpSpPr>
          <a:xfrm>
            <a:off x="2490121" y="3218111"/>
            <a:ext cx="1135109" cy="826158"/>
            <a:chOff x="2084116" y="5081825"/>
            <a:chExt cx="1135109" cy="826158"/>
          </a:xfrm>
        </p:grpSpPr>
        <p:pic>
          <p:nvPicPr>
            <p:cNvPr id="112" name="Imagen 111">
              <a:extLst>
                <a:ext uri="{FF2B5EF4-FFF2-40B4-BE49-F238E27FC236}">
                  <a16:creationId xmlns:a16="http://schemas.microsoft.com/office/drawing/2014/main" id="{F2F8A9C0-DD43-C341-A890-48A42EE3390B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2217548" y="5081825"/>
              <a:ext cx="711200" cy="685800"/>
            </a:xfrm>
            <a:prstGeom prst="rect">
              <a:avLst/>
            </a:prstGeom>
          </p:spPr>
        </p:pic>
        <p:grpSp>
          <p:nvGrpSpPr>
            <p:cNvPr id="113" name="Grupo 112">
              <a:extLst>
                <a:ext uri="{FF2B5EF4-FFF2-40B4-BE49-F238E27FC236}">
                  <a16:creationId xmlns:a16="http://schemas.microsoft.com/office/drawing/2014/main" id="{A30269ED-1942-F74C-898E-863B8385E579}"/>
                </a:ext>
              </a:extLst>
            </p:cNvPr>
            <p:cNvGrpSpPr/>
            <p:nvPr/>
          </p:nvGrpSpPr>
          <p:grpSpPr>
            <a:xfrm>
              <a:off x="2084116" y="5270014"/>
              <a:ext cx="1135109" cy="637969"/>
              <a:chOff x="584746" y="2476291"/>
              <a:chExt cx="1135109" cy="637969"/>
            </a:xfrm>
          </p:grpSpPr>
          <p:grpSp>
            <p:nvGrpSpPr>
              <p:cNvPr id="114" name="Grupo 113">
                <a:extLst>
                  <a:ext uri="{FF2B5EF4-FFF2-40B4-BE49-F238E27FC236}">
                    <a16:creationId xmlns:a16="http://schemas.microsoft.com/office/drawing/2014/main" id="{F519D70D-0F45-C544-87EB-C2C03367E3A8}"/>
                  </a:ext>
                </a:extLst>
              </p:cNvPr>
              <p:cNvGrpSpPr/>
              <p:nvPr/>
            </p:nvGrpSpPr>
            <p:grpSpPr>
              <a:xfrm>
                <a:off x="584746" y="2476291"/>
                <a:ext cx="1135109" cy="637969"/>
                <a:chOff x="587856" y="5912609"/>
                <a:chExt cx="1135109" cy="637969"/>
              </a:xfrm>
            </p:grpSpPr>
            <p:sp>
              <p:nvSpPr>
                <p:cNvPr id="116" name="Elipse 115">
                  <a:extLst>
                    <a:ext uri="{FF2B5EF4-FFF2-40B4-BE49-F238E27FC236}">
                      <a16:creationId xmlns:a16="http://schemas.microsoft.com/office/drawing/2014/main" id="{EFE7EB9F-04E6-BA48-9144-A0FFB736AEDF}"/>
                    </a:ext>
                  </a:extLst>
                </p:cNvPr>
                <p:cNvSpPr/>
                <p:nvPr/>
              </p:nvSpPr>
              <p:spPr>
                <a:xfrm>
                  <a:off x="1356768" y="5912609"/>
                  <a:ext cx="196452" cy="184666"/>
                </a:xfrm>
                <a:prstGeom prst="ellipse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Autofit/>
                </a:bodyPr>
                <a:lstStyle/>
                <a:p>
                  <a:pPr algn="ctr"/>
                  <a:r>
                    <a:rPr lang="es-ES" sz="1400" b="1" dirty="0">
                      <a:solidFill>
                        <a:schemeClr val="tx1"/>
                      </a:solidFill>
                    </a:rPr>
                    <a:t>Z</a:t>
                  </a:r>
                </a:p>
              </p:txBody>
            </p:sp>
            <p:sp>
              <p:nvSpPr>
                <p:cNvPr id="117" name="Elipse 116">
                  <a:extLst>
                    <a:ext uri="{FF2B5EF4-FFF2-40B4-BE49-F238E27FC236}">
                      <a16:creationId xmlns:a16="http://schemas.microsoft.com/office/drawing/2014/main" id="{FD261769-2C97-E446-AE27-964DA2200809}"/>
                    </a:ext>
                  </a:extLst>
                </p:cNvPr>
                <p:cNvSpPr/>
                <p:nvPr/>
              </p:nvSpPr>
              <p:spPr>
                <a:xfrm>
                  <a:off x="693240" y="6021059"/>
                  <a:ext cx="196452" cy="184666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Autofit/>
                </a:bodyPr>
                <a:lstStyle/>
                <a:p>
                  <a:pPr algn="ctr"/>
                  <a:r>
                    <a:rPr lang="es-ES" sz="1100" b="1" dirty="0">
                      <a:solidFill>
                        <a:schemeClr val="tx1"/>
                      </a:solidFill>
                    </a:rPr>
                    <a:t>27</a:t>
                  </a:r>
                </a:p>
              </p:txBody>
            </p:sp>
            <p:sp>
              <p:nvSpPr>
                <p:cNvPr id="118" name="Rectángulo redondeado 10">
                  <a:extLst>
                    <a:ext uri="{FF2B5EF4-FFF2-40B4-BE49-F238E27FC236}">
                      <a16:creationId xmlns:a16="http://schemas.microsoft.com/office/drawing/2014/main" id="{8E56C24A-08D6-2E48-AC69-A7E648314B85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87856" y="6332981"/>
                  <a:ext cx="1135109" cy="217597"/>
                </a:xfrm>
                <a:prstGeom prst="roundRect">
                  <a:avLst/>
                </a:prstGeom>
                <a:solidFill>
                  <a:schemeClr val="tx1"/>
                </a:solidFill>
                <a:ln>
                  <a:noFill/>
                </a:ln>
                <a:effectLst>
                  <a:softEdge rad="63500"/>
                </a:effectLst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>
                  <a:noAutofit/>
                </a:bodyPr>
                <a:lstStyle/>
                <a:p>
                  <a:pPr algn="ctr"/>
                  <a:r>
                    <a:rPr lang="es-ES" sz="900" b="1" dirty="0">
                      <a:solidFill>
                        <a:schemeClr val="bg1"/>
                      </a:solidFill>
                    </a:rPr>
                    <a:t>3. JOSERRA</a:t>
                  </a:r>
                </a:p>
              </p:txBody>
            </p:sp>
          </p:grpSp>
          <p:pic>
            <p:nvPicPr>
              <p:cNvPr id="115" name="Imagen 114">
                <a:extLst>
                  <a:ext uri="{FF2B5EF4-FFF2-40B4-BE49-F238E27FC236}">
                    <a16:creationId xmlns:a16="http://schemas.microsoft.com/office/drawing/2014/main" id="{9D0212FE-D45A-264B-89E6-4DE893A5877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46858" y="2798167"/>
                <a:ext cx="190500" cy="127000"/>
              </a:xfrm>
              <a:prstGeom prst="rect">
                <a:avLst/>
              </a:prstGeom>
            </p:spPr>
          </p:pic>
        </p:grpSp>
      </p:grpSp>
      <p:grpSp>
        <p:nvGrpSpPr>
          <p:cNvPr id="119" name="Grupo 118">
            <a:extLst>
              <a:ext uri="{FF2B5EF4-FFF2-40B4-BE49-F238E27FC236}">
                <a16:creationId xmlns:a16="http://schemas.microsoft.com/office/drawing/2014/main" id="{41A09C28-2C9F-D343-BAB5-0153632F2D27}"/>
              </a:ext>
            </a:extLst>
          </p:cNvPr>
          <p:cNvGrpSpPr/>
          <p:nvPr/>
        </p:nvGrpSpPr>
        <p:grpSpPr>
          <a:xfrm>
            <a:off x="7023346" y="3453432"/>
            <a:ext cx="1135109" cy="809014"/>
            <a:chOff x="570401" y="2399517"/>
            <a:chExt cx="1135109" cy="809014"/>
          </a:xfrm>
        </p:grpSpPr>
        <p:grpSp>
          <p:nvGrpSpPr>
            <p:cNvPr id="120" name="Grupo 119">
              <a:extLst>
                <a:ext uri="{FF2B5EF4-FFF2-40B4-BE49-F238E27FC236}">
                  <a16:creationId xmlns:a16="http://schemas.microsoft.com/office/drawing/2014/main" id="{B800F86F-68DC-2547-BE1E-AAC6865F65EF}"/>
                </a:ext>
              </a:extLst>
            </p:cNvPr>
            <p:cNvGrpSpPr/>
            <p:nvPr/>
          </p:nvGrpSpPr>
          <p:grpSpPr>
            <a:xfrm>
              <a:off x="570401" y="2570562"/>
              <a:ext cx="1135109" cy="637969"/>
              <a:chOff x="584746" y="2476291"/>
              <a:chExt cx="1135109" cy="637969"/>
            </a:xfrm>
          </p:grpSpPr>
          <p:grpSp>
            <p:nvGrpSpPr>
              <p:cNvPr id="122" name="Grupo 121">
                <a:extLst>
                  <a:ext uri="{FF2B5EF4-FFF2-40B4-BE49-F238E27FC236}">
                    <a16:creationId xmlns:a16="http://schemas.microsoft.com/office/drawing/2014/main" id="{43FE6363-5B77-154B-9D0F-525994FCF22F}"/>
                  </a:ext>
                </a:extLst>
              </p:cNvPr>
              <p:cNvGrpSpPr/>
              <p:nvPr/>
            </p:nvGrpSpPr>
            <p:grpSpPr>
              <a:xfrm>
                <a:off x="584746" y="2476291"/>
                <a:ext cx="1135109" cy="637969"/>
                <a:chOff x="587856" y="5912609"/>
                <a:chExt cx="1135109" cy="637969"/>
              </a:xfrm>
            </p:grpSpPr>
            <p:sp>
              <p:nvSpPr>
                <p:cNvPr id="124" name="Elipse 123">
                  <a:extLst>
                    <a:ext uri="{FF2B5EF4-FFF2-40B4-BE49-F238E27FC236}">
                      <a16:creationId xmlns:a16="http://schemas.microsoft.com/office/drawing/2014/main" id="{05016D3E-44D9-314A-9209-2F7B399A55AD}"/>
                    </a:ext>
                  </a:extLst>
                </p:cNvPr>
                <p:cNvSpPr/>
                <p:nvPr/>
              </p:nvSpPr>
              <p:spPr>
                <a:xfrm>
                  <a:off x="1356768" y="5912609"/>
                  <a:ext cx="196452" cy="184666"/>
                </a:xfrm>
                <a:prstGeom prst="ellipse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Autofit/>
                </a:bodyPr>
                <a:lstStyle/>
                <a:p>
                  <a:pPr algn="ctr"/>
                  <a:r>
                    <a:rPr lang="es-ES" sz="1400" b="1" dirty="0">
                      <a:solidFill>
                        <a:schemeClr val="tx1"/>
                      </a:solidFill>
                    </a:rPr>
                    <a:t>D</a:t>
                  </a:r>
                </a:p>
              </p:txBody>
            </p:sp>
            <p:sp>
              <p:nvSpPr>
                <p:cNvPr id="125" name="Elipse 124">
                  <a:extLst>
                    <a:ext uri="{FF2B5EF4-FFF2-40B4-BE49-F238E27FC236}">
                      <a16:creationId xmlns:a16="http://schemas.microsoft.com/office/drawing/2014/main" id="{FA59CA92-C8B4-9247-9FE5-BB37C39A4512}"/>
                    </a:ext>
                  </a:extLst>
                </p:cNvPr>
                <p:cNvSpPr/>
                <p:nvPr/>
              </p:nvSpPr>
              <p:spPr>
                <a:xfrm>
                  <a:off x="693240" y="6021059"/>
                  <a:ext cx="196452" cy="184666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Autofit/>
                </a:bodyPr>
                <a:lstStyle/>
                <a:p>
                  <a:pPr algn="ctr"/>
                  <a:r>
                    <a:rPr lang="es-ES" sz="1100" b="1" dirty="0">
                      <a:solidFill>
                        <a:schemeClr val="tx1"/>
                      </a:solidFill>
                    </a:rPr>
                    <a:t>27</a:t>
                  </a:r>
                </a:p>
              </p:txBody>
            </p:sp>
            <p:sp>
              <p:nvSpPr>
                <p:cNvPr id="126" name="Rectángulo redondeado 10">
                  <a:extLst>
                    <a:ext uri="{FF2B5EF4-FFF2-40B4-BE49-F238E27FC236}">
                      <a16:creationId xmlns:a16="http://schemas.microsoft.com/office/drawing/2014/main" id="{C879C506-5399-294E-9EEC-A4A858B68602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87856" y="6332981"/>
                  <a:ext cx="1135109" cy="217597"/>
                </a:xfrm>
                <a:prstGeom prst="roundRect">
                  <a:avLst/>
                </a:prstGeom>
                <a:solidFill>
                  <a:schemeClr val="tx1"/>
                </a:solidFill>
                <a:ln>
                  <a:noFill/>
                </a:ln>
                <a:effectLst>
                  <a:softEdge rad="63500"/>
                </a:effectLst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>
                  <a:noAutofit/>
                </a:bodyPr>
                <a:lstStyle/>
                <a:p>
                  <a:pPr algn="ctr"/>
                  <a:r>
                    <a:rPr lang="es-ES" sz="900" b="1" dirty="0">
                      <a:solidFill>
                        <a:schemeClr val="bg1"/>
                      </a:solidFill>
                    </a:rPr>
                    <a:t>15. ALVARO LOPEZ</a:t>
                  </a:r>
                </a:p>
              </p:txBody>
            </p:sp>
          </p:grpSp>
          <p:pic>
            <p:nvPicPr>
              <p:cNvPr id="123" name="Imagen 122">
                <a:extLst>
                  <a:ext uri="{FF2B5EF4-FFF2-40B4-BE49-F238E27FC236}">
                    <a16:creationId xmlns:a16="http://schemas.microsoft.com/office/drawing/2014/main" id="{B87550FA-82F3-104A-B64F-228D4CF0203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46858" y="2798167"/>
                <a:ext cx="190500" cy="127000"/>
              </a:xfrm>
              <a:prstGeom prst="rect">
                <a:avLst/>
              </a:prstGeom>
            </p:spPr>
          </p:pic>
        </p:grpSp>
        <p:pic>
          <p:nvPicPr>
            <p:cNvPr id="121" name="Imagen 120">
              <a:extLst>
                <a:ext uri="{FF2B5EF4-FFF2-40B4-BE49-F238E27FC236}">
                  <a16:creationId xmlns:a16="http://schemas.microsoft.com/office/drawing/2014/main" id="{EC7DDAC7-AECE-6542-89E1-85DAB7049115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745462" y="2399517"/>
              <a:ext cx="711200" cy="685800"/>
            </a:xfrm>
            <a:prstGeom prst="rect">
              <a:avLst/>
            </a:prstGeom>
          </p:spPr>
        </p:pic>
      </p:grpSp>
      <p:grpSp>
        <p:nvGrpSpPr>
          <p:cNvPr id="127" name="Grupo 126">
            <a:extLst>
              <a:ext uri="{FF2B5EF4-FFF2-40B4-BE49-F238E27FC236}">
                <a16:creationId xmlns:a16="http://schemas.microsoft.com/office/drawing/2014/main" id="{6080703A-F757-1640-9D95-5B22D6C8DF11}"/>
              </a:ext>
            </a:extLst>
          </p:cNvPr>
          <p:cNvGrpSpPr/>
          <p:nvPr/>
        </p:nvGrpSpPr>
        <p:grpSpPr>
          <a:xfrm>
            <a:off x="4174931" y="3525332"/>
            <a:ext cx="1135109" cy="812370"/>
            <a:chOff x="4666189" y="1153909"/>
            <a:chExt cx="1135109" cy="812370"/>
          </a:xfrm>
        </p:grpSpPr>
        <p:pic>
          <p:nvPicPr>
            <p:cNvPr id="128" name="Imagen 127">
              <a:extLst>
                <a:ext uri="{FF2B5EF4-FFF2-40B4-BE49-F238E27FC236}">
                  <a16:creationId xmlns:a16="http://schemas.microsoft.com/office/drawing/2014/main" id="{3F9F3CE0-803C-524D-A0D7-747AB719B538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4888130" y="1153909"/>
              <a:ext cx="711200" cy="685800"/>
            </a:xfrm>
            <a:prstGeom prst="rect">
              <a:avLst/>
            </a:prstGeom>
          </p:spPr>
        </p:pic>
        <p:grpSp>
          <p:nvGrpSpPr>
            <p:cNvPr id="129" name="Grupo 128">
              <a:extLst>
                <a:ext uri="{FF2B5EF4-FFF2-40B4-BE49-F238E27FC236}">
                  <a16:creationId xmlns:a16="http://schemas.microsoft.com/office/drawing/2014/main" id="{5B113B26-FB9A-444A-BA82-658A4C0886BA}"/>
                </a:ext>
              </a:extLst>
            </p:cNvPr>
            <p:cNvGrpSpPr/>
            <p:nvPr/>
          </p:nvGrpSpPr>
          <p:grpSpPr>
            <a:xfrm>
              <a:off x="4666189" y="1328310"/>
              <a:ext cx="1135109" cy="637969"/>
              <a:chOff x="584746" y="2476291"/>
              <a:chExt cx="1135109" cy="637969"/>
            </a:xfrm>
          </p:grpSpPr>
          <p:grpSp>
            <p:nvGrpSpPr>
              <p:cNvPr id="130" name="Grupo 129">
                <a:extLst>
                  <a:ext uri="{FF2B5EF4-FFF2-40B4-BE49-F238E27FC236}">
                    <a16:creationId xmlns:a16="http://schemas.microsoft.com/office/drawing/2014/main" id="{CA06B9F6-531F-354D-A652-7EA347BBF3FE}"/>
                  </a:ext>
                </a:extLst>
              </p:cNvPr>
              <p:cNvGrpSpPr/>
              <p:nvPr/>
            </p:nvGrpSpPr>
            <p:grpSpPr>
              <a:xfrm>
                <a:off x="584746" y="2476291"/>
                <a:ext cx="1135109" cy="637969"/>
                <a:chOff x="587856" y="5912609"/>
                <a:chExt cx="1135109" cy="637969"/>
              </a:xfrm>
            </p:grpSpPr>
            <p:sp>
              <p:nvSpPr>
                <p:cNvPr id="132" name="Elipse 131">
                  <a:extLst>
                    <a:ext uri="{FF2B5EF4-FFF2-40B4-BE49-F238E27FC236}">
                      <a16:creationId xmlns:a16="http://schemas.microsoft.com/office/drawing/2014/main" id="{B8BCDDEF-4441-4648-B9F7-3B58E6B9FEA0}"/>
                    </a:ext>
                  </a:extLst>
                </p:cNvPr>
                <p:cNvSpPr/>
                <p:nvPr/>
              </p:nvSpPr>
              <p:spPr>
                <a:xfrm>
                  <a:off x="1356768" y="5912609"/>
                  <a:ext cx="196452" cy="184666"/>
                </a:xfrm>
                <a:prstGeom prst="ellipse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Autofit/>
                </a:bodyPr>
                <a:lstStyle/>
                <a:p>
                  <a:pPr algn="ctr"/>
                  <a:r>
                    <a:rPr lang="es-ES" sz="1400" b="1" dirty="0">
                      <a:solidFill>
                        <a:schemeClr val="tx1"/>
                      </a:solidFill>
                    </a:rPr>
                    <a:t>Z</a:t>
                  </a:r>
                </a:p>
              </p:txBody>
            </p:sp>
            <p:sp>
              <p:nvSpPr>
                <p:cNvPr id="133" name="Elipse 132">
                  <a:extLst>
                    <a:ext uri="{FF2B5EF4-FFF2-40B4-BE49-F238E27FC236}">
                      <a16:creationId xmlns:a16="http://schemas.microsoft.com/office/drawing/2014/main" id="{5E71376C-3C09-1843-94DA-EC9CE48D1945}"/>
                    </a:ext>
                  </a:extLst>
                </p:cNvPr>
                <p:cNvSpPr/>
                <p:nvPr/>
              </p:nvSpPr>
              <p:spPr>
                <a:xfrm>
                  <a:off x="693240" y="6021059"/>
                  <a:ext cx="196452" cy="184666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Autofit/>
                </a:bodyPr>
                <a:lstStyle/>
                <a:p>
                  <a:pPr algn="ctr"/>
                  <a:r>
                    <a:rPr lang="es-ES" sz="1100" b="1" dirty="0">
                      <a:solidFill>
                        <a:schemeClr val="tx1"/>
                      </a:solidFill>
                    </a:rPr>
                    <a:t>28</a:t>
                  </a:r>
                </a:p>
              </p:txBody>
            </p:sp>
            <p:sp>
              <p:nvSpPr>
                <p:cNvPr id="134" name="Rectángulo redondeado 10">
                  <a:extLst>
                    <a:ext uri="{FF2B5EF4-FFF2-40B4-BE49-F238E27FC236}">
                      <a16:creationId xmlns:a16="http://schemas.microsoft.com/office/drawing/2014/main" id="{C96D277D-0EE9-C24D-B5EE-4B0625ABFF23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87856" y="6332981"/>
                  <a:ext cx="1135109" cy="217597"/>
                </a:xfrm>
                <a:prstGeom prst="roundRect">
                  <a:avLst/>
                </a:prstGeom>
                <a:solidFill>
                  <a:schemeClr val="tx1"/>
                </a:solidFill>
                <a:ln>
                  <a:noFill/>
                </a:ln>
                <a:effectLst>
                  <a:softEdge rad="63500"/>
                </a:effectLst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>
                  <a:noAutofit/>
                </a:bodyPr>
                <a:lstStyle/>
                <a:p>
                  <a:pPr algn="ctr"/>
                  <a:r>
                    <a:rPr lang="es-ES" sz="900" b="1" dirty="0">
                      <a:solidFill>
                        <a:schemeClr val="bg1"/>
                      </a:solidFill>
                    </a:rPr>
                    <a:t>14. RELU</a:t>
                  </a:r>
                </a:p>
              </p:txBody>
            </p:sp>
          </p:grpSp>
          <p:pic>
            <p:nvPicPr>
              <p:cNvPr id="131" name="Imagen 130">
                <a:extLst>
                  <a:ext uri="{FF2B5EF4-FFF2-40B4-BE49-F238E27FC236}">
                    <a16:creationId xmlns:a16="http://schemas.microsoft.com/office/drawing/2014/main" id="{DA4CD69F-85BE-AF43-ACF1-70DA3E35822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46858" y="2798167"/>
                <a:ext cx="190500" cy="127000"/>
              </a:xfrm>
              <a:prstGeom prst="rect">
                <a:avLst/>
              </a:prstGeom>
            </p:spPr>
          </p:pic>
        </p:grpSp>
      </p:grpSp>
      <p:grpSp>
        <p:nvGrpSpPr>
          <p:cNvPr id="135" name="Grupo 134">
            <a:extLst>
              <a:ext uri="{FF2B5EF4-FFF2-40B4-BE49-F238E27FC236}">
                <a16:creationId xmlns:a16="http://schemas.microsoft.com/office/drawing/2014/main" id="{4637588E-44F0-BC4E-8682-5D449FD3431D}"/>
              </a:ext>
            </a:extLst>
          </p:cNvPr>
          <p:cNvGrpSpPr/>
          <p:nvPr/>
        </p:nvGrpSpPr>
        <p:grpSpPr>
          <a:xfrm>
            <a:off x="6387237" y="2354590"/>
            <a:ext cx="1027679" cy="810382"/>
            <a:chOff x="603811" y="1206552"/>
            <a:chExt cx="1027679" cy="810382"/>
          </a:xfrm>
        </p:grpSpPr>
        <p:grpSp>
          <p:nvGrpSpPr>
            <p:cNvPr id="136" name="Grupo 135">
              <a:extLst>
                <a:ext uri="{FF2B5EF4-FFF2-40B4-BE49-F238E27FC236}">
                  <a16:creationId xmlns:a16="http://schemas.microsoft.com/office/drawing/2014/main" id="{67018609-B911-AE49-B2E3-F3029448735B}"/>
                </a:ext>
              </a:extLst>
            </p:cNvPr>
            <p:cNvGrpSpPr/>
            <p:nvPr/>
          </p:nvGrpSpPr>
          <p:grpSpPr>
            <a:xfrm>
              <a:off x="603811" y="1399559"/>
              <a:ext cx="1027679" cy="617375"/>
              <a:chOff x="584746" y="2476291"/>
              <a:chExt cx="1027679" cy="617375"/>
            </a:xfrm>
          </p:grpSpPr>
          <p:grpSp>
            <p:nvGrpSpPr>
              <p:cNvPr id="138" name="Grupo 137">
                <a:extLst>
                  <a:ext uri="{FF2B5EF4-FFF2-40B4-BE49-F238E27FC236}">
                    <a16:creationId xmlns:a16="http://schemas.microsoft.com/office/drawing/2014/main" id="{DFA6820B-822E-6640-B2E8-5CC49956A522}"/>
                  </a:ext>
                </a:extLst>
              </p:cNvPr>
              <p:cNvGrpSpPr/>
              <p:nvPr/>
            </p:nvGrpSpPr>
            <p:grpSpPr>
              <a:xfrm>
                <a:off x="584746" y="2476291"/>
                <a:ext cx="1027679" cy="617375"/>
                <a:chOff x="587856" y="5912609"/>
                <a:chExt cx="1027679" cy="617375"/>
              </a:xfrm>
            </p:grpSpPr>
            <p:sp>
              <p:nvSpPr>
                <p:cNvPr id="140" name="Elipse 139">
                  <a:extLst>
                    <a:ext uri="{FF2B5EF4-FFF2-40B4-BE49-F238E27FC236}">
                      <a16:creationId xmlns:a16="http://schemas.microsoft.com/office/drawing/2014/main" id="{BECDAE2A-CE55-314E-B558-AAF2BD57F312}"/>
                    </a:ext>
                  </a:extLst>
                </p:cNvPr>
                <p:cNvSpPr/>
                <p:nvPr/>
              </p:nvSpPr>
              <p:spPr>
                <a:xfrm>
                  <a:off x="1356768" y="5912609"/>
                  <a:ext cx="196452" cy="184666"/>
                </a:xfrm>
                <a:prstGeom prst="ellipse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Autofit/>
                </a:bodyPr>
                <a:lstStyle/>
                <a:p>
                  <a:pPr algn="ctr"/>
                  <a:r>
                    <a:rPr lang="es-ES" sz="1400" b="1" dirty="0">
                      <a:solidFill>
                        <a:schemeClr val="tx1"/>
                      </a:solidFill>
                    </a:rPr>
                    <a:t>D</a:t>
                  </a:r>
                </a:p>
              </p:txBody>
            </p:sp>
            <p:sp>
              <p:nvSpPr>
                <p:cNvPr id="141" name="Elipse 140">
                  <a:extLst>
                    <a:ext uri="{FF2B5EF4-FFF2-40B4-BE49-F238E27FC236}">
                      <a16:creationId xmlns:a16="http://schemas.microsoft.com/office/drawing/2014/main" id="{F85085FC-E27E-E74B-8D75-60CD65552387}"/>
                    </a:ext>
                  </a:extLst>
                </p:cNvPr>
                <p:cNvSpPr/>
                <p:nvPr/>
              </p:nvSpPr>
              <p:spPr>
                <a:xfrm>
                  <a:off x="693240" y="6021059"/>
                  <a:ext cx="196452" cy="184666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Autofit/>
                </a:bodyPr>
                <a:lstStyle/>
                <a:p>
                  <a:pPr algn="ctr"/>
                  <a:r>
                    <a:rPr lang="es-ES" sz="1100" b="1" dirty="0">
                      <a:solidFill>
                        <a:schemeClr val="tx1"/>
                      </a:solidFill>
                    </a:rPr>
                    <a:t>33</a:t>
                  </a:r>
                </a:p>
              </p:txBody>
            </p:sp>
            <p:sp>
              <p:nvSpPr>
                <p:cNvPr id="142" name="Rectángulo redondeado 10">
                  <a:extLst>
                    <a:ext uri="{FF2B5EF4-FFF2-40B4-BE49-F238E27FC236}">
                      <a16:creationId xmlns:a16="http://schemas.microsoft.com/office/drawing/2014/main" id="{11B5F802-51DB-004C-973D-D5060E48288D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87856" y="6332981"/>
                  <a:ext cx="1027679" cy="197003"/>
                </a:xfrm>
                <a:prstGeom prst="roundRect">
                  <a:avLst/>
                </a:prstGeom>
                <a:solidFill>
                  <a:schemeClr val="tx1"/>
                </a:solidFill>
                <a:ln>
                  <a:noFill/>
                </a:ln>
                <a:effectLst>
                  <a:softEdge rad="63500"/>
                </a:effectLst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>
                  <a:noAutofit/>
                </a:bodyPr>
                <a:lstStyle/>
                <a:p>
                  <a:pPr algn="ctr"/>
                  <a:r>
                    <a:rPr lang="es-ES" sz="900" b="1" dirty="0">
                      <a:solidFill>
                        <a:schemeClr val="bg1"/>
                      </a:solidFill>
                    </a:rPr>
                    <a:t>26. ALBISUA</a:t>
                  </a:r>
                </a:p>
              </p:txBody>
            </p:sp>
          </p:grpSp>
          <p:pic>
            <p:nvPicPr>
              <p:cNvPr id="139" name="Imagen 138">
                <a:extLst>
                  <a:ext uri="{FF2B5EF4-FFF2-40B4-BE49-F238E27FC236}">
                    <a16:creationId xmlns:a16="http://schemas.microsoft.com/office/drawing/2014/main" id="{F91B7913-5BBB-904B-915A-03E5DBF3AAB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46858" y="2798167"/>
                <a:ext cx="190500" cy="127000"/>
              </a:xfrm>
              <a:prstGeom prst="rect">
                <a:avLst/>
              </a:prstGeom>
            </p:spPr>
          </p:pic>
        </p:grpSp>
        <p:pic>
          <p:nvPicPr>
            <p:cNvPr id="137" name="Imagen 136">
              <a:extLst>
                <a:ext uri="{FF2B5EF4-FFF2-40B4-BE49-F238E27FC236}">
                  <a16:creationId xmlns:a16="http://schemas.microsoft.com/office/drawing/2014/main" id="{AB5404E4-0E7C-AE48-BB5D-3791B5052814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766397" y="1206552"/>
              <a:ext cx="711200" cy="685800"/>
            </a:xfrm>
            <a:prstGeom prst="rect">
              <a:avLst/>
            </a:prstGeom>
          </p:spPr>
        </p:pic>
      </p:grpSp>
      <p:grpSp>
        <p:nvGrpSpPr>
          <p:cNvPr id="143" name="Grupo 142">
            <a:extLst>
              <a:ext uri="{FF2B5EF4-FFF2-40B4-BE49-F238E27FC236}">
                <a16:creationId xmlns:a16="http://schemas.microsoft.com/office/drawing/2014/main" id="{E56E30CA-B601-A042-A350-59D0E2C82E38}"/>
              </a:ext>
            </a:extLst>
          </p:cNvPr>
          <p:cNvGrpSpPr/>
          <p:nvPr/>
        </p:nvGrpSpPr>
        <p:grpSpPr>
          <a:xfrm>
            <a:off x="4489874" y="2341294"/>
            <a:ext cx="1135109" cy="807656"/>
            <a:chOff x="2084117" y="4156136"/>
            <a:chExt cx="1135109" cy="807656"/>
          </a:xfrm>
        </p:grpSpPr>
        <p:grpSp>
          <p:nvGrpSpPr>
            <p:cNvPr id="144" name="Grupo 143">
              <a:extLst>
                <a:ext uri="{FF2B5EF4-FFF2-40B4-BE49-F238E27FC236}">
                  <a16:creationId xmlns:a16="http://schemas.microsoft.com/office/drawing/2014/main" id="{A08F3012-9AD4-F344-8735-C6228B01E6BB}"/>
                </a:ext>
              </a:extLst>
            </p:cNvPr>
            <p:cNvGrpSpPr/>
            <p:nvPr/>
          </p:nvGrpSpPr>
          <p:grpSpPr>
            <a:xfrm>
              <a:off x="2084117" y="4325823"/>
              <a:ext cx="1135109" cy="637969"/>
              <a:chOff x="584746" y="2476291"/>
              <a:chExt cx="1135109" cy="637969"/>
            </a:xfrm>
          </p:grpSpPr>
          <p:grpSp>
            <p:nvGrpSpPr>
              <p:cNvPr id="146" name="Grupo 145">
                <a:extLst>
                  <a:ext uri="{FF2B5EF4-FFF2-40B4-BE49-F238E27FC236}">
                    <a16:creationId xmlns:a16="http://schemas.microsoft.com/office/drawing/2014/main" id="{020E99D4-7607-8949-BA60-60206D5BFB4E}"/>
                  </a:ext>
                </a:extLst>
              </p:cNvPr>
              <p:cNvGrpSpPr/>
              <p:nvPr/>
            </p:nvGrpSpPr>
            <p:grpSpPr>
              <a:xfrm>
                <a:off x="584746" y="2476291"/>
                <a:ext cx="1135109" cy="637969"/>
                <a:chOff x="587856" y="5912609"/>
                <a:chExt cx="1135109" cy="637969"/>
              </a:xfrm>
            </p:grpSpPr>
            <p:sp>
              <p:nvSpPr>
                <p:cNvPr id="148" name="Elipse 147">
                  <a:extLst>
                    <a:ext uri="{FF2B5EF4-FFF2-40B4-BE49-F238E27FC236}">
                      <a16:creationId xmlns:a16="http://schemas.microsoft.com/office/drawing/2014/main" id="{B92973F9-0EFE-384C-A45A-C86F5B358D55}"/>
                    </a:ext>
                  </a:extLst>
                </p:cNvPr>
                <p:cNvSpPr/>
                <p:nvPr/>
              </p:nvSpPr>
              <p:spPr>
                <a:xfrm>
                  <a:off x="1356768" y="5912609"/>
                  <a:ext cx="196452" cy="184666"/>
                </a:xfrm>
                <a:prstGeom prst="ellipse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Autofit/>
                </a:bodyPr>
                <a:lstStyle/>
                <a:p>
                  <a:pPr algn="ctr"/>
                  <a:r>
                    <a:rPr lang="es-ES" sz="1400" b="1" dirty="0">
                      <a:solidFill>
                        <a:schemeClr val="tx1"/>
                      </a:solidFill>
                    </a:rPr>
                    <a:t>D</a:t>
                  </a:r>
                </a:p>
              </p:txBody>
            </p:sp>
            <p:sp>
              <p:nvSpPr>
                <p:cNvPr id="149" name="Elipse 148">
                  <a:extLst>
                    <a:ext uri="{FF2B5EF4-FFF2-40B4-BE49-F238E27FC236}">
                      <a16:creationId xmlns:a16="http://schemas.microsoft.com/office/drawing/2014/main" id="{3444B1AF-8688-3041-8699-46C4D21F1D4C}"/>
                    </a:ext>
                  </a:extLst>
                </p:cNvPr>
                <p:cNvSpPr/>
                <p:nvPr/>
              </p:nvSpPr>
              <p:spPr>
                <a:xfrm>
                  <a:off x="693240" y="6021059"/>
                  <a:ext cx="196452" cy="184666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Autofit/>
                </a:bodyPr>
                <a:lstStyle/>
                <a:p>
                  <a:pPr algn="ctr"/>
                  <a:r>
                    <a:rPr lang="es-ES" sz="1100" b="1" dirty="0">
                      <a:solidFill>
                        <a:schemeClr val="tx1"/>
                      </a:solidFill>
                    </a:rPr>
                    <a:t>23</a:t>
                  </a:r>
                </a:p>
              </p:txBody>
            </p:sp>
            <p:sp>
              <p:nvSpPr>
                <p:cNvPr id="150" name="Rectángulo redondeado 10">
                  <a:extLst>
                    <a:ext uri="{FF2B5EF4-FFF2-40B4-BE49-F238E27FC236}">
                      <a16:creationId xmlns:a16="http://schemas.microsoft.com/office/drawing/2014/main" id="{E00ADA21-D8D4-DE4E-B84F-FCD2C51CCEFC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87856" y="6332981"/>
                  <a:ext cx="1135109" cy="217597"/>
                </a:xfrm>
                <a:prstGeom prst="roundRect">
                  <a:avLst/>
                </a:prstGeom>
                <a:solidFill>
                  <a:schemeClr val="tx1"/>
                </a:solidFill>
                <a:ln>
                  <a:noFill/>
                </a:ln>
                <a:effectLst>
                  <a:softEdge rad="63500"/>
                </a:effectLst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>
                  <a:noAutofit/>
                </a:bodyPr>
                <a:lstStyle/>
                <a:p>
                  <a:pPr algn="ctr"/>
                  <a:r>
                    <a:rPr lang="es-ES" sz="900" b="1" dirty="0">
                      <a:solidFill>
                        <a:schemeClr val="bg1"/>
                      </a:solidFill>
                    </a:rPr>
                    <a:t>10. HUGO REDON</a:t>
                  </a:r>
                </a:p>
              </p:txBody>
            </p:sp>
          </p:grpSp>
          <p:pic>
            <p:nvPicPr>
              <p:cNvPr id="147" name="Imagen 146">
                <a:extLst>
                  <a:ext uri="{FF2B5EF4-FFF2-40B4-BE49-F238E27FC236}">
                    <a16:creationId xmlns:a16="http://schemas.microsoft.com/office/drawing/2014/main" id="{C141ECC0-73AE-1741-8551-49D1B10A590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46858" y="2798167"/>
                <a:ext cx="190500" cy="127000"/>
              </a:xfrm>
              <a:prstGeom prst="rect">
                <a:avLst/>
              </a:prstGeom>
            </p:spPr>
          </p:pic>
        </p:grpSp>
        <p:pic>
          <p:nvPicPr>
            <p:cNvPr id="145" name="Imagen 144">
              <a:extLst>
                <a:ext uri="{FF2B5EF4-FFF2-40B4-BE49-F238E27FC236}">
                  <a16:creationId xmlns:a16="http://schemas.microsoft.com/office/drawing/2014/main" id="{760B6928-C4F9-C845-AF30-F2B286D2D110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2254450" y="4156136"/>
              <a:ext cx="711200" cy="685800"/>
            </a:xfrm>
            <a:prstGeom prst="rect">
              <a:avLst/>
            </a:prstGeom>
          </p:spPr>
        </p:pic>
      </p:grpSp>
      <p:grpSp>
        <p:nvGrpSpPr>
          <p:cNvPr id="151" name="Grupo 150">
            <a:extLst>
              <a:ext uri="{FF2B5EF4-FFF2-40B4-BE49-F238E27FC236}">
                <a16:creationId xmlns:a16="http://schemas.microsoft.com/office/drawing/2014/main" id="{BA55A85D-3107-4C46-BF37-3F9D7EF227EB}"/>
              </a:ext>
            </a:extLst>
          </p:cNvPr>
          <p:cNvGrpSpPr/>
          <p:nvPr/>
        </p:nvGrpSpPr>
        <p:grpSpPr>
          <a:xfrm>
            <a:off x="2716790" y="1222159"/>
            <a:ext cx="1135109" cy="807029"/>
            <a:chOff x="3374703" y="2139282"/>
            <a:chExt cx="1135109" cy="807029"/>
          </a:xfrm>
        </p:grpSpPr>
        <p:grpSp>
          <p:nvGrpSpPr>
            <p:cNvPr id="152" name="Grupo 151">
              <a:extLst>
                <a:ext uri="{FF2B5EF4-FFF2-40B4-BE49-F238E27FC236}">
                  <a16:creationId xmlns:a16="http://schemas.microsoft.com/office/drawing/2014/main" id="{CDAE2BB1-5922-7E4E-9036-42D34832B45C}"/>
                </a:ext>
              </a:extLst>
            </p:cNvPr>
            <p:cNvGrpSpPr/>
            <p:nvPr/>
          </p:nvGrpSpPr>
          <p:grpSpPr>
            <a:xfrm>
              <a:off x="3374703" y="2308342"/>
              <a:ext cx="1135109" cy="637969"/>
              <a:chOff x="584746" y="2476291"/>
              <a:chExt cx="1135109" cy="637969"/>
            </a:xfrm>
          </p:grpSpPr>
          <p:grpSp>
            <p:nvGrpSpPr>
              <p:cNvPr id="154" name="Grupo 153">
                <a:extLst>
                  <a:ext uri="{FF2B5EF4-FFF2-40B4-BE49-F238E27FC236}">
                    <a16:creationId xmlns:a16="http://schemas.microsoft.com/office/drawing/2014/main" id="{85596106-777E-DF4E-88CA-B3FA9AEA14AB}"/>
                  </a:ext>
                </a:extLst>
              </p:cNvPr>
              <p:cNvGrpSpPr/>
              <p:nvPr/>
            </p:nvGrpSpPr>
            <p:grpSpPr>
              <a:xfrm>
                <a:off x="584746" y="2476291"/>
                <a:ext cx="1135109" cy="637969"/>
                <a:chOff x="587856" y="5912609"/>
                <a:chExt cx="1135109" cy="637969"/>
              </a:xfrm>
            </p:grpSpPr>
            <p:sp>
              <p:nvSpPr>
                <p:cNvPr id="156" name="Elipse 155">
                  <a:extLst>
                    <a:ext uri="{FF2B5EF4-FFF2-40B4-BE49-F238E27FC236}">
                      <a16:creationId xmlns:a16="http://schemas.microsoft.com/office/drawing/2014/main" id="{FB656FFB-71EE-DA4E-B3CC-8610C599CA97}"/>
                    </a:ext>
                  </a:extLst>
                </p:cNvPr>
                <p:cNvSpPr/>
                <p:nvPr/>
              </p:nvSpPr>
              <p:spPr>
                <a:xfrm>
                  <a:off x="1356768" y="5912609"/>
                  <a:ext cx="196452" cy="184666"/>
                </a:xfrm>
                <a:prstGeom prst="ellipse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Autofit/>
                </a:bodyPr>
                <a:lstStyle/>
                <a:p>
                  <a:pPr algn="ctr"/>
                  <a:r>
                    <a:rPr lang="es-ES" sz="1400" b="1" dirty="0">
                      <a:solidFill>
                        <a:schemeClr val="tx1"/>
                      </a:solidFill>
                    </a:rPr>
                    <a:t>D</a:t>
                  </a:r>
                </a:p>
              </p:txBody>
            </p:sp>
            <p:sp>
              <p:nvSpPr>
                <p:cNvPr id="157" name="Elipse 156">
                  <a:extLst>
                    <a:ext uri="{FF2B5EF4-FFF2-40B4-BE49-F238E27FC236}">
                      <a16:creationId xmlns:a16="http://schemas.microsoft.com/office/drawing/2014/main" id="{7A40E625-33AF-C947-9455-2DEDFF234173}"/>
                    </a:ext>
                  </a:extLst>
                </p:cNvPr>
                <p:cNvSpPr/>
                <p:nvPr/>
              </p:nvSpPr>
              <p:spPr>
                <a:xfrm>
                  <a:off x="693240" y="6021059"/>
                  <a:ext cx="196452" cy="184666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Autofit/>
                </a:bodyPr>
                <a:lstStyle/>
                <a:p>
                  <a:pPr algn="ctr"/>
                  <a:r>
                    <a:rPr lang="es-ES" sz="1100" b="1" dirty="0">
                      <a:solidFill>
                        <a:schemeClr val="tx1"/>
                      </a:solidFill>
                    </a:rPr>
                    <a:t>23</a:t>
                  </a:r>
                </a:p>
              </p:txBody>
            </p:sp>
            <p:sp>
              <p:nvSpPr>
                <p:cNvPr id="158" name="Rectángulo redondeado 10">
                  <a:extLst>
                    <a:ext uri="{FF2B5EF4-FFF2-40B4-BE49-F238E27FC236}">
                      <a16:creationId xmlns:a16="http://schemas.microsoft.com/office/drawing/2014/main" id="{A556E18C-5F6B-F746-8598-34E9E05A102C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87856" y="6332981"/>
                  <a:ext cx="1135109" cy="217597"/>
                </a:xfrm>
                <a:prstGeom prst="roundRect">
                  <a:avLst/>
                </a:prstGeom>
                <a:solidFill>
                  <a:schemeClr val="tx1"/>
                </a:solidFill>
                <a:ln>
                  <a:noFill/>
                </a:ln>
                <a:effectLst>
                  <a:softEdge rad="63500"/>
                </a:effectLst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>
                  <a:noAutofit/>
                </a:bodyPr>
                <a:lstStyle/>
                <a:p>
                  <a:pPr algn="ctr"/>
                  <a:r>
                    <a:rPr lang="es-ES" sz="900" b="1" dirty="0">
                      <a:solidFill>
                        <a:schemeClr val="bg1"/>
                      </a:solidFill>
                    </a:rPr>
                    <a:t>21. MARIO SESE</a:t>
                  </a:r>
                </a:p>
              </p:txBody>
            </p:sp>
          </p:grpSp>
          <p:pic>
            <p:nvPicPr>
              <p:cNvPr id="155" name="Imagen 154">
                <a:extLst>
                  <a:ext uri="{FF2B5EF4-FFF2-40B4-BE49-F238E27FC236}">
                    <a16:creationId xmlns:a16="http://schemas.microsoft.com/office/drawing/2014/main" id="{18A9A490-D79A-DB45-9AD9-71753342793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46858" y="2798167"/>
                <a:ext cx="190500" cy="127000"/>
              </a:xfrm>
              <a:prstGeom prst="rect">
                <a:avLst/>
              </a:prstGeom>
            </p:spPr>
          </p:pic>
        </p:grpSp>
        <p:pic>
          <p:nvPicPr>
            <p:cNvPr id="153" name="Imagen 152">
              <a:extLst>
                <a:ext uri="{FF2B5EF4-FFF2-40B4-BE49-F238E27FC236}">
                  <a16:creationId xmlns:a16="http://schemas.microsoft.com/office/drawing/2014/main" id="{0776568C-3367-5245-A40D-BDE0AFD4F9D4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3574980" y="2139282"/>
              <a:ext cx="711200" cy="685800"/>
            </a:xfrm>
            <a:prstGeom prst="rect">
              <a:avLst/>
            </a:prstGeom>
          </p:spPr>
        </p:pic>
      </p:grpSp>
      <p:grpSp>
        <p:nvGrpSpPr>
          <p:cNvPr id="159" name="Grupo 158">
            <a:extLst>
              <a:ext uri="{FF2B5EF4-FFF2-40B4-BE49-F238E27FC236}">
                <a16:creationId xmlns:a16="http://schemas.microsoft.com/office/drawing/2014/main" id="{7619DBE1-BB4E-9F42-9A28-BE537E5B78A1}"/>
              </a:ext>
            </a:extLst>
          </p:cNvPr>
          <p:cNvGrpSpPr/>
          <p:nvPr/>
        </p:nvGrpSpPr>
        <p:grpSpPr>
          <a:xfrm>
            <a:off x="5524653" y="1541534"/>
            <a:ext cx="1135109" cy="824344"/>
            <a:chOff x="4638971" y="2104002"/>
            <a:chExt cx="1135109" cy="824344"/>
          </a:xfrm>
        </p:grpSpPr>
        <p:pic>
          <p:nvPicPr>
            <p:cNvPr id="160" name="Imagen 159">
              <a:extLst>
                <a:ext uri="{FF2B5EF4-FFF2-40B4-BE49-F238E27FC236}">
                  <a16:creationId xmlns:a16="http://schemas.microsoft.com/office/drawing/2014/main" id="{F73B8D70-9AD5-CB4E-A303-841C9D0319F4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4846229" y="2104002"/>
              <a:ext cx="711200" cy="685800"/>
            </a:xfrm>
            <a:prstGeom prst="rect">
              <a:avLst/>
            </a:prstGeom>
          </p:spPr>
        </p:pic>
        <p:grpSp>
          <p:nvGrpSpPr>
            <p:cNvPr id="161" name="Grupo 160">
              <a:extLst>
                <a:ext uri="{FF2B5EF4-FFF2-40B4-BE49-F238E27FC236}">
                  <a16:creationId xmlns:a16="http://schemas.microsoft.com/office/drawing/2014/main" id="{4052A7DF-AEC2-5E42-9E8A-E40383D7F40F}"/>
                </a:ext>
              </a:extLst>
            </p:cNvPr>
            <p:cNvGrpSpPr/>
            <p:nvPr/>
          </p:nvGrpSpPr>
          <p:grpSpPr>
            <a:xfrm>
              <a:off x="4638971" y="2290377"/>
              <a:ext cx="1135109" cy="637969"/>
              <a:chOff x="584746" y="2476291"/>
              <a:chExt cx="1135109" cy="637969"/>
            </a:xfrm>
          </p:grpSpPr>
          <p:grpSp>
            <p:nvGrpSpPr>
              <p:cNvPr id="162" name="Grupo 161">
                <a:extLst>
                  <a:ext uri="{FF2B5EF4-FFF2-40B4-BE49-F238E27FC236}">
                    <a16:creationId xmlns:a16="http://schemas.microsoft.com/office/drawing/2014/main" id="{B14425C2-C46B-2E40-8569-E992F9EA8909}"/>
                  </a:ext>
                </a:extLst>
              </p:cNvPr>
              <p:cNvGrpSpPr/>
              <p:nvPr/>
            </p:nvGrpSpPr>
            <p:grpSpPr>
              <a:xfrm>
                <a:off x="584746" y="2476291"/>
                <a:ext cx="1135109" cy="637969"/>
                <a:chOff x="587856" y="5912609"/>
                <a:chExt cx="1135109" cy="637969"/>
              </a:xfrm>
            </p:grpSpPr>
            <p:sp>
              <p:nvSpPr>
                <p:cNvPr id="164" name="Elipse 163">
                  <a:extLst>
                    <a:ext uri="{FF2B5EF4-FFF2-40B4-BE49-F238E27FC236}">
                      <a16:creationId xmlns:a16="http://schemas.microsoft.com/office/drawing/2014/main" id="{81FD5BC1-1C42-F949-B81A-B162AB29CE06}"/>
                    </a:ext>
                  </a:extLst>
                </p:cNvPr>
                <p:cNvSpPr/>
                <p:nvPr/>
              </p:nvSpPr>
              <p:spPr>
                <a:xfrm>
                  <a:off x="1356768" y="5912609"/>
                  <a:ext cx="196452" cy="184666"/>
                </a:xfrm>
                <a:prstGeom prst="ellipse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Autofit/>
                </a:bodyPr>
                <a:lstStyle/>
                <a:p>
                  <a:pPr algn="ctr"/>
                  <a:r>
                    <a:rPr lang="es-ES" sz="1400" b="1" dirty="0">
                      <a:solidFill>
                        <a:schemeClr val="tx1"/>
                      </a:solidFill>
                    </a:rPr>
                    <a:t>Z</a:t>
                  </a:r>
                </a:p>
              </p:txBody>
            </p:sp>
            <p:sp>
              <p:nvSpPr>
                <p:cNvPr id="165" name="Elipse 164">
                  <a:extLst>
                    <a:ext uri="{FF2B5EF4-FFF2-40B4-BE49-F238E27FC236}">
                      <a16:creationId xmlns:a16="http://schemas.microsoft.com/office/drawing/2014/main" id="{B4D53342-766E-C24F-AE39-82752571ADFA}"/>
                    </a:ext>
                  </a:extLst>
                </p:cNvPr>
                <p:cNvSpPr/>
                <p:nvPr/>
              </p:nvSpPr>
              <p:spPr>
                <a:xfrm>
                  <a:off x="693240" y="6021059"/>
                  <a:ext cx="196452" cy="184666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Autofit/>
                </a:bodyPr>
                <a:lstStyle/>
                <a:p>
                  <a:pPr algn="ctr"/>
                  <a:r>
                    <a:rPr lang="es-ES" sz="1100" b="1" dirty="0">
                      <a:solidFill>
                        <a:schemeClr val="tx1"/>
                      </a:solidFill>
                    </a:rPr>
                    <a:t>24</a:t>
                  </a:r>
                </a:p>
              </p:txBody>
            </p:sp>
            <p:sp>
              <p:nvSpPr>
                <p:cNvPr id="166" name="Rectángulo redondeado 10">
                  <a:extLst>
                    <a:ext uri="{FF2B5EF4-FFF2-40B4-BE49-F238E27FC236}">
                      <a16:creationId xmlns:a16="http://schemas.microsoft.com/office/drawing/2014/main" id="{CFC0A1B7-1BF6-D04C-9787-D1C1B624E987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87856" y="6332981"/>
                  <a:ext cx="1135109" cy="217597"/>
                </a:xfrm>
                <a:prstGeom prst="roundRect">
                  <a:avLst/>
                </a:prstGeom>
                <a:solidFill>
                  <a:schemeClr val="tx1"/>
                </a:solidFill>
                <a:ln>
                  <a:noFill/>
                </a:ln>
                <a:effectLst>
                  <a:softEdge rad="63500"/>
                </a:effectLst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>
                  <a:noAutofit/>
                </a:bodyPr>
                <a:lstStyle/>
                <a:p>
                  <a:pPr algn="ctr"/>
                  <a:r>
                    <a:rPr lang="es-ES" sz="900" b="1" dirty="0">
                      <a:solidFill>
                        <a:schemeClr val="bg1"/>
                      </a:solidFill>
                    </a:rPr>
                    <a:t>8. ROMERA</a:t>
                  </a:r>
                </a:p>
              </p:txBody>
            </p:sp>
          </p:grpSp>
          <p:pic>
            <p:nvPicPr>
              <p:cNvPr id="163" name="Imagen 162">
                <a:extLst>
                  <a:ext uri="{FF2B5EF4-FFF2-40B4-BE49-F238E27FC236}">
                    <a16:creationId xmlns:a16="http://schemas.microsoft.com/office/drawing/2014/main" id="{713F612E-10CF-E347-8D4B-FF6E0F4190D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46858" y="2798167"/>
                <a:ext cx="190500" cy="127000"/>
              </a:xfrm>
              <a:prstGeom prst="rect">
                <a:avLst/>
              </a:prstGeom>
            </p:spPr>
          </p:pic>
        </p:grpSp>
      </p:grpSp>
      <p:grpSp>
        <p:nvGrpSpPr>
          <p:cNvPr id="167" name="Grupo 166">
            <a:extLst>
              <a:ext uri="{FF2B5EF4-FFF2-40B4-BE49-F238E27FC236}">
                <a16:creationId xmlns:a16="http://schemas.microsoft.com/office/drawing/2014/main" id="{1C82B59D-5FA5-5B47-AF42-69A6F7B7D49D}"/>
              </a:ext>
            </a:extLst>
          </p:cNvPr>
          <p:cNvGrpSpPr/>
          <p:nvPr/>
        </p:nvGrpSpPr>
        <p:grpSpPr>
          <a:xfrm>
            <a:off x="5596121" y="539709"/>
            <a:ext cx="1218994" cy="837933"/>
            <a:chOff x="4617104" y="4065616"/>
            <a:chExt cx="1218994" cy="837933"/>
          </a:xfrm>
        </p:grpSpPr>
        <p:grpSp>
          <p:nvGrpSpPr>
            <p:cNvPr id="168" name="Grupo 167">
              <a:extLst>
                <a:ext uri="{FF2B5EF4-FFF2-40B4-BE49-F238E27FC236}">
                  <a16:creationId xmlns:a16="http://schemas.microsoft.com/office/drawing/2014/main" id="{7B7C772E-57AD-3548-AB9D-0502EC36E6DD}"/>
                </a:ext>
              </a:extLst>
            </p:cNvPr>
            <p:cNvGrpSpPr/>
            <p:nvPr/>
          </p:nvGrpSpPr>
          <p:grpSpPr>
            <a:xfrm>
              <a:off x="4617104" y="4249499"/>
              <a:ext cx="1218994" cy="654050"/>
              <a:chOff x="584746" y="2476291"/>
              <a:chExt cx="1218994" cy="654050"/>
            </a:xfrm>
          </p:grpSpPr>
          <p:grpSp>
            <p:nvGrpSpPr>
              <p:cNvPr id="170" name="Grupo 169">
                <a:extLst>
                  <a:ext uri="{FF2B5EF4-FFF2-40B4-BE49-F238E27FC236}">
                    <a16:creationId xmlns:a16="http://schemas.microsoft.com/office/drawing/2014/main" id="{5C256F54-6BFC-C94F-9ED0-A8C6EE2956A8}"/>
                  </a:ext>
                </a:extLst>
              </p:cNvPr>
              <p:cNvGrpSpPr/>
              <p:nvPr/>
            </p:nvGrpSpPr>
            <p:grpSpPr>
              <a:xfrm>
                <a:off x="584746" y="2476291"/>
                <a:ext cx="1218994" cy="654050"/>
                <a:chOff x="587856" y="5912609"/>
                <a:chExt cx="1218994" cy="654050"/>
              </a:xfrm>
            </p:grpSpPr>
            <p:sp>
              <p:nvSpPr>
                <p:cNvPr id="172" name="Elipse 171">
                  <a:extLst>
                    <a:ext uri="{FF2B5EF4-FFF2-40B4-BE49-F238E27FC236}">
                      <a16:creationId xmlns:a16="http://schemas.microsoft.com/office/drawing/2014/main" id="{C8E6D00A-CE11-6940-9715-B3D38B065356}"/>
                    </a:ext>
                  </a:extLst>
                </p:cNvPr>
                <p:cNvSpPr/>
                <p:nvPr/>
              </p:nvSpPr>
              <p:spPr>
                <a:xfrm>
                  <a:off x="1356768" y="5912609"/>
                  <a:ext cx="196452" cy="184666"/>
                </a:xfrm>
                <a:prstGeom prst="ellipse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Autofit/>
                </a:bodyPr>
                <a:lstStyle/>
                <a:p>
                  <a:pPr algn="ctr"/>
                  <a:r>
                    <a:rPr lang="es-ES" sz="1400" b="1" dirty="0">
                      <a:solidFill>
                        <a:schemeClr val="tx1"/>
                      </a:solidFill>
                    </a:rPr>
                    <a:t>D</a:t>
                  </a:r>
                </a:p>
              </p:txBody>
            </p:sp>
            <p:sp>
              <p:nvSpPr>
                <p:cNvPr id="173" name="Elipse 172">
                  <a:extLst>
                    <a:ext uri="{FF2B5EF4-FFF2-40B4-BE49-F238E27FC236}">
                      <a16:creationId xmlns:a16="http://schemas.microsoft.com/office/drawing/2014/main" id="{A278055C-7CA5-AD42-BEEA-77109AD94D11}"/>
                    </a:ext>
                  </a:extLst>
                </p:cNvPr>
                <p:cNvSpPr/>
                <p:nvPr/>
              </p:nvSpPr>
              <p:spPr>
                <a:xfrm>
                  <a:off x="693240" y="6021059"/>
                  <a:ext cx="196452" cy="184666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Autofit/>
                </a:bodyPr>
                <a:lstStyle/>
                <a:p>
                  <a:pPr algn="ctr"/>
                  <a:r>
                    <a:rPr lang="es-ES" sz="1100" b="1" dirty="0">
                      <a:solidFill>
                        <a:schemeClr val="tx1"/>
                      </a:solidFill>
                    </a:rPr>
                    <a:t>27</a:t>
                  </a:r>
                </a:p>
              </p:txBody>
            </p:sp>
            <p:sp>
              <p:nvSpPr>
                <p:cNvPr id="174" name="Rectángulo redondeado 10">
                  <a:extLst>
                    <a:ext uri="{FF2B5EF4-FFF2-40B4-BE49-F238E27FC236}">
                      <a16:creationId xmlns:a16="http://schemas.microsoft.com/office/drawing/2014/main" id="{6B66BE79-F063-5C4C-AF83-10E97275D91E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87856" y="6332981"/>
                  <a:ext cx="1218994" cy="233678"/>
                </a:xfrm>
                <a:prstGeom prst="roundRect">
                  <a:avLst/>
                </a:prstGeom>
                <a:solidFill>
                  <a:schemeClr val="tx1"/>
                </a:solidFill>
                <a:ln>
                  <a:noFill/>
                </a:ln>
                <a:effectLst>
                  <a:softEdge rad="63500"/>
                </a:effectLst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>
                  <a:noAutofit/>
                </a:bodyPr>
                <a:lstStyle/>
                <a:p>
                  <a:pPr algn="ctr"/>
                  <a:r>
                    <a:rPr lang="es-ES" sz="900" b="1" dirty="0">
                      <a:solidFill>
                        <a:schemeClr val="bg1"/>
                      </a:solidFill>
                    </a:rPr>
                    <a:t>7. SERGIO MORENO</a:t>
                  </a:r>
                </a:p>
              </p:txBody>
            </p:sp>
          </p:grpSp>
          <p:pic>
            <p:nvPicPr>
              <p:cNvPr id="171" name="Imagen 170">
                <a:extLst>
                  <a:ext uri="{FF2B5EF4-FFF2-40B4-BE49-F238E27FC236}">
                    <a16:creationId xmlns:a16="http://schemas.microsoft.com/office/drawing/2014/main" id="{EAE0EF41-CCBB-6441-BACC-9AEA87FA2A3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46858" y="2798167"/>
                <a:ext cx="190500" cy="127000"/>
              </a:xfrm>
              <a:prstGeom prst="rect">
                <a:avLst/>
              </a:prstGeom>
            </p:spPr>
          </p:pic>
        </p:grpSp>
        <p:pic>
          <p:nvPicPr>
            <p:cNvPr id="169" name="Imagen 168">
              <a:extLst>
                <a:ext uri="{FF2B5EF4-FFF2-40B4-BE49-F238E27FC236}">
                  <a16:creationId xmlns:a16="http://schemas.microsoft.com/office/drawing/2014/main" id="{6D97AFAC-92F8-ED46-A1B0-FDD2C20610E9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4791155" y="4065616"/>
              <a:ext cx="711200" cy="685800"/>
            </a:xfrm>
            <a:prstGeom prst="rect">
              <a:avLst/>
            </a:prstGeom>
          </p:spPr>
        </p:pic>
      </p:grpSp>
      <p:grpSp>
        <p:nvGrpSpPr>
          <p:cNvPr id="175" name="Grupo 174">
            <a:extLst>
              <a:ext uri="{FF2B5EF4-FFF2-40B4-BE49-F238E27FC236}">
                <a16:creationId xmlns:a16="http://schemas.microsoft.com/office/drawing/2014/main" id="{9DCD12A4-D73F-5940-ACDD-C64A18347C07}"/>
              </a:ext>
            </a:extLst>
          </p:cNvPr>
          <p:cNvGrpSpPr/>
          <p:nvPr/>
        </p:nvGrpSpPr>
        <p:grpSpPr>
          <a:xfrm>
            <a:off x="8151114" y="1007124"/>
            <a:ext cx="1135109" cy="821269"/>
            <a:chOff x="2084118" y="2154934"/>
            <a:chExt cx="1135109" cy="821269"/>
          </a:xfrm>
        </p:grpSpPr>
        <p:grpSp>
          <p:nvGrpSpPr>
            <p:cNvPr id="176" name="Grupo 175">
              <a:extLst>
                <a:ext uri="{FF2B5EF4-FFF2-40B4-BE49-F238E27FC236}">
                  <a16:creationId xmlns:a16="http://schemas.microsoft.com/office/drawing/2014/main" id="{85F21A8E-6DCD-9243-8574-AC5D2DB5DC19}"/>
                </a:ext>
              </a:extLst>
            </p:cNvPr>
            <p:cNvGrpSpPr/>
            <p:nvPr/>
          </p:nvGrpSpPr>
          <p:grpSpPr>
            <a:xfrm>
              <a:off x="2084118" y="2338234"/>
              <a:ext cx="1135109" cy="637969"/>
              <a:chOff x="584746" y="2476291"/>
              <a:chExt cx="1135109" cy="637969"/>
            </a:xfrm>
          </p:grpSpPr>
          <p:grpSp>
            <p:nvGrpSpPr>
              <p:cNvPr id="178" name="Grupo 177">
                <a:extLst>
                  <a:ext uri="{FF2B5EF4-FFF2-40B4-BE49-F238E27FC236}">
                    <a16:creationId xmlns:a16="http://schemas.microsoft.com/office/drawing/2014/main" id="{F0CBCC94-B6AD-BC47-A8C1-98FFD2A7055A}"/>
                  </a:ext>
                </a:extLst>
              </p:cNvPr>
              <p:cNvGrpSpPr/>
              <p:nvPr/>
            </p:nvGrpSpPr>
            <p:grpSpPr>
              <a:xfrm>
                <a:off x="584746" y="2476291"/>
                <a:ext cx="1135109" cy="637969"/>
                <a:chOff x="587856" y="5912609"/>
                <a:chExt cx="1135109" cy="637969"/>
              </a:xfrm>
            </p:grpSpPr>
            <p:sp>
              <p:nvSpPr>
                <p:cNvPr id="180" name="Elipse 179">
                  <a:extLst>
                    <a:ext uri="{FF2B5EF4-FFF2-40B4-BE49-F238E27FC236}">
                      <a16:creationId xmlns:a16="http://schemas.microsoft.com/office/drawing/2014/main" id="{427C69F8-72E3-AD40-9EB5-2F27A0C38919}"/>
                    </a:ext>
                  </a:extLst>
                </p:cNvPr>
                <p:cNvSpPr/>
                <p:nvPr/>
              </p:nvSpPr>
              <p:spPr>
                <a:xfrm>
                  <a:off x="1356768" y="5912609"/>
                  <a:ext cx="196452" cy="184666"/>
                </a:xfrm>
                <a:prstGeom prst="ellipse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Autofit/>
                </a:bodyPr>
                <a:lstStyle/>
                <a:p>
                  <a:pPr algn="ctr"/>
                  <a:r>
                    <a:rPr lang="es-ES" sz="1400" b="1" dirty="0">
                      <a:solidFill>
                        <a:schemeClr val="tx1"/>
                      </a:solidFill>
                    </a:rPr>
                    <a:t>D</a:t>
                  </a:r>
                </a:p>
              </p:txBody>
            </p:sp>
            <p:sp>
              <p:nvSpPr>
                <p:cNvPr id="181" name="Elipse 180">
                  <a:extLst>
                    <a:ext uri="{FF2B5EF4-FFF2-40B4-BE49-F238E27FC236}">
                      <a16:creationId xmlns:a16="http://schemas.microsoft.com/office/drawing/2014/main" id="{F16B554D-CF07-DD49-B8A1-3EB1D61E54E0}"/>
                    </a:ext>
                  </a:extLst>
                </p:cNvPr>
                <p:cNvSpPr/>
                <p:nvPr/>
              </p:nvSpPr>
              <p:spPr>
                <a:xfrm>
                  <a:off x="693240" y="6021059"/>
                  <a:ext cx="196452" cy="184666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Autofit/>
                </a:bodyPr>
                <a:lstStyle/>
                <a:p>
                  <a:pPr algn="ctr"/>
                  <a:r>
                    <a:rPr lang="es-ES" sz="1100" b="1" dirty="0">
                      <a:solidFill>
                        <a:schemeClr val="tx1"/>
                      </a:solidFill>
                    </a:rPr>
                    <a:t>26</a:t>
                  </a:r>
                </a:p>
              </p:txBody>
            </p:sp>
            <p:sp>
              <p:nvSpPr>
                <p:cNvPr id="182" name="Rectángulo redondeado 10">
                  <a:extLst>
                    <a:ext uri="{FF2B5EF4-FFF2-40B4-BE49-F238E27FC236}">
                      <a16:creationId xmlns:a16="http://schemas.microsoft.com/office/drawing/2014/main" id="{E63F7712-A1D9-844C-A758-8714E698AD66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87856" y="6332981"/>
                  <a:ext cx="1135109" cy="217597"/>
                </a:xfrm>
                <a:prstGeom prst="roundRect">
                  <a:avLst/>
                </a:prstGeom>
                <a:solidFill>
                  <a:schemeClr val="tx1"/>
                </a:solidFill>
                <a:ln>
                  <a:noFill/>
                </a:ln>
                <a:effectLst>
                  <a:softEdge rad="63500"/>
                </a:effectLst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>
                  <a:noAutofit/>
                </a:bodyPr>
                <a:lstStyle/>
                <a:p>
                  <a:pPr algn="ctr"/>
                  <a:r>
                    <a:rPr lang="es-ES" sz="900" b="1" dirty="0">
                      <a:solidFill>
                        <a:schemeClr val="bg1"/>
                      </a:solidFill>
                    </a:rPr>
                    <a:t>11. EDU GALLARDO</a:t>
                  </a:r>
                </a:p>
              </p:txBody>
            </p:sp>
          </p:grpSp>
          <p:pic>
            <p:nvPicPr>
              <p:cNvPr id="179" name="Imagen 178">
                <a:extLst>
                  <a:ext uri="{FF2B5EF4-FFF2-40B4-BE49-F238E27FC236}">
                    <a16:creationId xmlns:a16="http://schemas.microsoft.com/office/drawing/2014/main" id="{107BE431-6B58-A340-AD45-91C1DD06FE1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46858" y="2798167"/>
                <a:ext cx="190500" cy="127000"/>
              </a:xfrm>
              <a:prstGeom prst="rect">
                <a:avLst/>
              </a:prstGeom>
            </p:spPr>
          </p:pic>
        </p:grpSp>
        <p:pic>
          <p:nvPicPr>
            <p:cNvPr id="177" name="Imagen 176">
              <a:extLst>
                <a:ext uri="{FF2B5EF4-FFF2-40B4-BE49-F238E27FC236}">
                  <a16:creationId xmlns:a16="http://schemas.microsoft.com/office/drawing/2014/main" id="{64E74B78-D92E-1F44-994A-DB3A9F72F1DE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2280103" y="2154934"/>
              <a:ext cx="711200" cy="685800"/>
            </a:xfrm>
            <a:prstGeom prst="rect">
              <a:avLst/>
            </a:prstGeom>
          </p:spPr>
        </p:pic>
      </p:grpSp>
      <p:grpSp>
        <p:nvGrpSpPr>
          <p:cNvPr id="183" name="Grupo 182">
            <a:extLst>
              <a:ext uri="{FF2B5EF4-FFF2-40B4-BE49-F238E27FC236}">
                <a16:creationId xmlns:a16="http://schemas.microsoft.com/office/drawing/2014/main" id="{BD38B1AC-1D94-E548-A720-981C2A0AB3A5}"/>
              </a:ext>
            </a:extLst>
          </p:cNvPr>
          <p:cNvGrpSpPr/>
          <p:nvPr/>
        </p:nvGrpSpPr>
        <p:grpSpPr>
          <a:xfrm>
            <a:off x="8845139" y="3218111"/>
            <a:ext cx="1135109" cy="799497"/>
            <a:chOff x="639866" y="5414537"/>
            <a:chExt cx="1135109" cy="799497"/>
          </a:xfrm>
        </p:grpSpPr>
        <p:grpSp>
          <p:nvGrpSpPr>
            <p:cNvPr id="184" name="Grupo 183">
              <a:extLst>
                <a:ext uri="{FF2B5EF4-FFF2-40B4-BE49-F238E27FC236}">
                  <a16:creationId xmlns:a16="http://schemas.microsoft.com/office/drawing/2014/main" id="{80537183-D1BD-D142-88E3-457387D1C9DF}"/>
                </a:ext>
              </a:extLst>
            </p:cNvPr>
            <p:cNvGrpSpPr/>
            <p:nvPr/>
          </p:nvGrpSpPr>
          <p:grpSpPr>
            <a:xfrm>
              <a:off x="639866" y="5576065"/>
              <a:ext cx="1135109" cy="637969"/>
              <a:chOff x="584746" y="2476291"/>
              <a:chExt cx="1135109" cy="637969"/>
            </a:xfrm>
          </p:grpSpPr>
          <p:grpSp>
            <p:nvGrpSpPr>
              <p:cNvPr id="186" name="Grupo 185">
                <a:extLst>
                  <a:ext uri="{FF2B5EF4-FFF2-40B4-BE49-F238E27FC236}">
                    <a16:creationId xmlns:a16="http://schemas.microsoft.com/office/drawing/2014/main" id="{77B38351-88D8-F943-BD8E-83FA3A3921A6}"/>
                  </a:ext>
                </a:extLst>
              </p:cNvPr>
              <p:cNvGrpSpPr/>
              <p:nvPr/>
            </p:nvGrpSpPr>
            <p:grpSpPr>
              <a:xfrm>
                <a:off x="584746" y="2476291"/>
                <a:ext cx="1135109" cy="637969"/>
                <a:chOff x="587856" y="5912609"/>
                <a:chExt cx="1135109" cy="637969"/>
              </a:xfrm>
            </p:grpSpPr>
            <p:sp>
              <p:nvSpPr>
                <p:cNvPr id="188" name="Elipse 187">
                  <a:extLst>
                    <a:ext uri="{FF2B5EF4-FFF2-40B4-BE49-F238E27FC236}">
                      <a16:creationId xmlns:a16="http://schemas.microsoft.com/office/drawing/2014/main" id="{374CD6FB-5AC5-5549-A6FA-792F066E3725}"/>
                    </a:ext>
                  </a:extLst>
                </p:cNvPr>
                <p:cNvSpPr/>
                <p:nvPr/>
              </p:nvSpPr>
              <p:spPr>
                <a:xfrm>
                  <a:off x="1356768" y="5912609"/>
                  <a:ext cx="196452" cy="184666"/>
                </a:xfrm>
                <a:prstGeom prst="ellipse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Autofit/>
                </a:bodyPr>
                <a:lstStyle/>
                <a:p>
                  <a:pPr algn="ctr"/>
                  <a:r>
                    <a:rPr lang="es-ES" sz="1400" b="1" dirty="0">
                      <a:solidFill>
                        <a:schemeClr val="tx1"/>
                      </a:solidFill>
                    </a:rPr>
                    <a:t>D</a:t>
                  </a:r>
                </a:p>
              </p:txBody>
            </p:sp>
            <p:sp>
              <p:nvSpPr>
                <p:cNvPr id="189" name="Elipse 188">
                  <a:extLst>
                    <a:ext uri="{FF2B5EF4-FFF2-40B4-BE49-F238E27FC236}">
                      <a16:creationId xmlns:a16="http://schemas.microsoft.com/office/drawing/2014/main" id="{3646F68A-0C20-A545-A6FF-9DB7948B6EDD}"/>
                    </a:ext>
                  </a:extLst>
                </p:cNvPr>
                <p:cNvSpPr/>
                <p:nvPr/>
              </p:nvSpPr>
              <p:spPr>
                <a:xfrm>
                  <a:off x="693240" y="6021059"/>
                  <a:ext cx="196452" cy="184666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Autofit/>
                </a:bodyPr>
                <a:lstStyle/>
                <a:p>
                  <a:pPr algn="ctr"/>
                  <a:r>
                    <a:rPr lang="es-ES" sz="1100" b="1" dirty="0">
                      <a:solidFill>
                        <a:schemeClr val="tx1"/>
                      </a:solidFill>
                    </a:rPr>
                    <a:t>23</a:t>
                  </a:r>
                </a:p>
              </p:txBody>
            </p:sp>
            <p:sp>
              <p:nvSpPr>
                <p:cNvPr id="190" name="Rectángulo redondeado 10">
                  <a:extLst>
                    <a:ext uri="{FF2B5EF4-FFF2-40B4-BE49-F238E27FC236}">
                      <a16:creationId xmlns:a16="http://schemas.microsoft.com/office/drawing/2014/main" id="{E4CA8FCF-EDB5-CD43-9922-986FC086704E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87856" y="6332981"/>
                  <a:ext cx="1135109" cy="217597"/>
                </a:xfrm>
                <a:prstGeom prst="roundRect">
                  <a:avLst/>
                </a:prstGeom>
                <a:solidFill>
                  <a:schemeClr val="tx1"/>
                </a:solidFill>
                <a:ln>
                  <a:noFill/>
                </a:ln>
                <a:effectLst>
                  <a:softEdge rad="63500"/>
                </a:effectLst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>
                  <a:noAutofit/>
                </a:bodyPr>
                <a:lstStyle/>
                <a:p>
                  <a:pPr algn="ctr"/>
                  <a:r>
                    <a:rPr lang="es-ES" sz="900" b="1" dirty="0">
                      <a:solidFill>
                        <a:schemeClr val="bg1"/>
                      </a:solidFill>
                    </a:rPr>
                    <a:t>16. BORIKO</a:t>
                  </a:r>
                </a:p>
              </p:txBody>
            </p:sp>
          </p:grpSp>
          <p:pic>
            <p:nvPicPr>
              <p:cNvPr id="187" name="Imagen 186">
                <a:extLst>
                  <a:ext uri="{FF2B5EF4-FFF2-40B4-BE49-F238E27FC236}">
                    <a16:creationId xmlns:a16="http://schemas.microsoft.com/office/drawing/2014/main" id="{2E2617D6-E6B6-D84F-8253-58392D67175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46858" y="2798167"/>
                <a:ext cx="190500" cy="127000"/>
              </a:xfrm>
              <a:prstGeom prst="rect">
                <a:avLst/>
              </a:prstGeom>
            </p:spPr>
          </p:pic>
        </p:grpSp>
        <p:pic>
          <p:nvPicPr>
            <p:cNvPr id="185" name="Imagen 184">
              <a:extLst>
                <a:ext uri="{FF2B5EF4-FFF2-40B4-BE49-F238E27FC236}">
                  <a16:creationId xmlns:a16="http://schemas.microsoft.com/office/drawing/2014/main" id="{F9085CFF-8DF0-0E4C-811F-144C27B44BEC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832999" y="5414537"/>
              <a:ext cx="711200" cy="6858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021686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7BD2B6-BD66-6252-AB9C-A608127A5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CuadroTexto 51">
            <a:extLst>
              <a:ext uri="{FF2B5EF4-FFF2-40B4-BE49-F238E27FC236}">
                <a16:creationId xmlns:a16="http://schemas.microsoft.com/office/drawing/2014/main" id="{3B81E83E-DD56-CBD2-7F5E-7BBE6E10A371}"/>
              </a:ext>
            </a:extLst>
          </p:cNvPr>
          <p:cNvSpPr txBox="1"/>
          <p:nvPr/>
        </p:nvSpPr>
        <p:spPr>
          <a:xfrm>
            <a:off x="208978" y="134353"/>
            <a:ext cx="11730629" cy="338554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s-ES" sz="1600" dirty="0">
              <a:solidFill>
                <a:schemeClr val="bg1"/>
              </a:solidFill>
              <a:latin typeface="Trebuchet MS" panose="020B070302020209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5F5744C-F9A8-925F-C04C-438DB4C7933B}"/>
              </a:ext>
            </a:extLst>
          </p:cNvPr>
          <p:cNvSpPr txBox="1"/>
          <p:nvPr/>
        </p:nvSpPr>
        <p:spPr>
          <a:xfrm>
            <a:off x="329583" y="143195"/>
            <a:ext cx="46056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dirty="0">
                <a:solidFill>
                  <a:schemeClr val="bg1"/>
                </a:solidFill>
                <a:latin typeface="Trebuchet MS" panose="020B0703020202090204" pitchFamily="34" charset="0"/>
              </a:rPr>
              <a:t>CD TERUEL 2-1 ATL. LEVANTE</a:t>
            </a:r>
          </a:p>
        </p:txBody>
      </p:sp>
      <p:sp>
        <p:nvSpPr>
          <p:cNvPr id="53" name="CuadroTexto 52">
            <a:extLst>
              <a:ext uri="{FF2B5EF4-FFF2-40B4-BE49-F238E27FC236}">
                <a16:creationId xmlns:a16="http://schemas.microsoft.com/office/drawing/2014/main" id="{BCFAD3C4-5A46-71AD-FC70-8C53812358CE}"/>
              </a:ext>
            </a:extLst>
          </p:cNvPr>
          <p:cNvSpPr txBox="1"/>
          <p:nvPr/>
        </p:nvSpPr>
        <p:spPr>
          <a:xfrm>
            <a:off x="6172538" y="143195"/>
            <a:ext cx="46166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dirty="0">
                <a:solidFill>
                  <a:schemeClr val="bg1"/>
                </a:solidFill>
                <a:latin typeface="Trebuchet MS" panose="020B0703020202090204" pitchFamily="34" charset="0"/>
              </a:rPr>
              <a:t>CD TERUEL 0-0 CASTELLON “B” </a:t>
            </a:r>
          </a:p>
        </p:txBody>
      </p:sp>
      <p:sp>
        <p:nvSpPr>
          <p:cNvPr id="116" name="CuadroTexto 115">
            <a:extLst>
              <a:ext uri="{FF2B5EF4-FFF2-40B4-BE49-F238E27FC236}">
                <a16:creationId xmlns:a16="http://schemas.microsoft.com/office/drawing/2014/main" id="{53BF8256-62E2-ED9E-9AC3-CF302895B8EB}"/>
              </a:ext>
            </a:extLst>
          </p:cNvPr>
          <p:cNvSpPr txBox="1"/>
          <p:nvPr/>
        </p:nvSpPr>
        <p:spPr>
          <a:xfrm>
            <a:off x="395920" y="5319117"/>
            <a:ext cx="925093" cy="307777"/>
          </a:xfrm>
          <a:prstGeom prst="rect">
            <a:avLst/>
          </a:pr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" sz="1400" dirty="0">
                <a:solidFill>
                  <a:schemeClr val="tx1"/>
                </a:solidFill>
                <a:latin typeface="Trebuchet MS" panose="020B0703020202090204" pitchFamily="34" charset="0"/>
              </a:rPr>
              <a:t>1-4-3-3</a:t>
            </a:r>
          </a:p>
        </p:txBody>
      </p:sp>
      <p:grpSp>
        <p:nvGrpSpPr>
          <p:cNvPr id="346" name="Grupo 345">
            <a:extLst>
              <a:ext uri="{FF2B5EF4-FFF2-40B4-BE49-F238E27FC236}">
                <a16:creationId xmlns:a16="http://schemas.microsoft.com/office/drawing/2014/main" id="{3C2333A1-D048-36F6-0AA6-250C05272FE6}"/>
              </a:ext>
            </a:extLst>
          </p:cNvPr>
          <p:cNvGrpSpPr/>
          <p:nvPr/>
        </p:nvGrpSpPr>
        <p:grpSpPr>
          <a:xfrm>
            <a:off x="6115025" y="481749"/>
            <a:ext cx="4730623" cy="5366997"/>
            <a:chOff x="6115025" y="481749"/>
            <a:chExt cx="4730623" cy="5366997"/>
          </a:xfrm>
        </p:grpSpPr>
        <p:pic>
          <p:nvPicPr>
            <p:cNvPr id="111" name="Imagen 110">
              <a:extLst>
                <a:ext uri="{FF2B5EF4-FFF2-40B4-BE49-F238E27FC236}">
                  <a16:creationId xmlns:a16="http://schemas.microsoft.com/office/drawing/2014/main" id="{694F27EF-5F34-95B2-69C0-D38BD6CF6AD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40000"/>
                      </a14:imgEffect>
                    </a14:imgLayer>
                  </a14:imgProps>
                </a:ext>
              </a:extLst>
            </a:blip>
            <a:srcRect l="9605" r="10095"/>
            <a:stretch/>
          </p:blipFill>
          <p:spPr>
            <a:xfrm rot="5400000">
              <a:off x="5796838" y="799936"/>
              <a:ext cx="5366997" cy="4730623"/>
            </a:xfrm>
            <a:prstGeom prst="rect">
              <a:avLst/>
            </a:prstGeom>
            <a:effectLst>
              <a:softEdge rad="63500"/>
            </a:effectLst>
          </p:spPr>
        </p:pic>
        <p:pic>
          <p:nvPicPr>
            <p:cNvPr id="112" name="Imagen 111">
              <a:extLst>
                <a:ext uri="{FF2B5EF4-FFF2-40B4-BE49-F238E27FC236}">
                  <a16:creationId xmlns:a16="http://schemas.microsoft.com/office/drawing/2014/main" id="{082EF609-8F3A-8A95-580C-5F46E6A958A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rightnessContrast bright="40000" contrast="2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rot="5400000">
              <a:off x="10105928" y="5054236"/>
              <a:ext cx="949273" cy="110481"/>
            </a:xfrm>
            <a:prstGeom prst="rect">
              <a:avLst/>
            </a:prstGeom>
          </p:spPr>
        </p:pic>
        <p:pic>
          <p:nvPicPr>
            <p:cNvPr id="113" name="Imagen 112">
              <a:extLst>
                <a:ext uri="{FF2B5EF4-FFF2-40B4-BE49-F238E27FC236}">
                  <a16:creationId xmlns:a16="http://schemas.microsoft.com/office/drawing/2014/main" id="{165AF2BF-1938-1911-46C4-3FD2BDEF096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rightnessContrast bright="40000" contrast="2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rot="5400000">
              <a:off x="5898028" y="1219851"/>
              <a:ext cx="949273" cy="110481"/>
            </a:xfrm>
            <a:prstGeom prst="rect">
              <a:avLst/>
            </a:prstGeom>
          </p:spPr>
        </p:pic>
      </p:grpSp>
      <p:grpSp>
        <p:nvGrpSpPr>
          <p:cNvPr id="13" name="Grupo 12">
            <a:extLst>
              <a:ext uri="{FF2B5EF4-FFF2-40B4-BE49-F238E27FC236}">
                <a16:creationId xmlns:a16="http://schemas.microsoft.com/office/drawing/2014/main" id="{00A235BA-3F4A-46B6-2C70-26F61A66A4D3}"/>
              </a:ext>
            </a:extLst>
          </p:cNvPr>
          <p:cNvGrpSpPr/>
          <p:nvPr/>
        </p:nvGrpSpPr>
        <p:grpSpPr>
          <a:xfrm>
            <a:off x="267477" y="512169"/>
            <a:ext cx="4730623" cy="5366996"/>
            <a:chOff x="267477" y="512169"/>
            <a:chExt cx="4730623" cy="5366996"/>
          </a:xfrm>
        </p:grpSpPr>
        <p:pic>
          <p:nvPicPr>
            <p:cNvPr id="10" name="Imagen 9">
              <a:extLst>
                <a:ext uri="{FF2B5EF4-FFF2-40B4-BE49-F238E27FC236}">
                  <a16:creationId xmlns:a16="http://schemas.microsoft.com/office/drawing/2014/main" id="{2CC51859-6FCE-8F7F-69F2-D95806DB0A5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brightnessContrast bright="40000"/>
                      </a14:imgEffect>
                    </a14:imgLayer>
                  </a14:imgProps>
                </a:ext>
              </a:extLst>
            </a:blip>
            <a:srcRect l="9605" r="10095"/>
            <a:stretch/>
          </p:blipFill>
          <p:spPr>
            <a:xfrm rot="5400000">
              <a:off x="-50709" y="830355"/>
              <a:ext cx="5366996" cy="4730623"/>
            </a:xfrm>
            <a:prstGeom prst="rect">
              <a:avLst/>
            </a:prstGeom>
            <a:effectLst>
              <a:softEdge rad="63500"/>
            </a:effectLst>
          </p:spPr>
        </p:pic>
        <p:pic>
          <p:nvPicPr>
            <p:cNvPr id="96" name="Imagen 95">
              <a:extLst>
                <a:ext uri="{FF2B5EF4-FFF2-40B4-BE49-F238E27FC236}">
                  <a16:creationId xmlns:a16="http://schemas.microsoft.com/office/drawing/2014/main" id="{19D5ADC2-000C-4999-18CA-764A39E9D06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rightnessContrast bright="4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rot="5400000">
              <a:off x="4273485" y="5090880"/>
              <a:ext cx="949273" cy="110481"/>
            </a:xfrm>
            <a:prstGeom prst="rect">
              <a:avLst/>
            </a:prstGeom>
          </p:spPr>
        </p:pic>
        <p:pic>
          <p:nvPicPr>
            <p:cNvPr id="2" name="Imagen 1">
              <a:extLst>
                <a:ext uri="{FF2B5EF4-FFF2-40B4-BE49-F238E27FC236}">
                  <a16:creationId xmlns:a16="http://schemas.microsoft.com/office/drawing/2014/main" id="{9553DF6D-1ABA-AC64-B832-791312AD307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rightnessContrast bright="40000" contrast="2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rot="5400000">
              <a:off x="41170" y="1254364"/>
              <a:ext cx="949273" cy="110481"/>
            </a:xfrm>
            <a:prstGeom prst="rect">
              <a:avLst/>
            </a:prstGeom>
          </p:spPr>
        </p:pic>
      </p:grp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241761E1-BF2A-5558-84CC-3325EE300F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6680201"/>
              </p:ext>
            </p:extLst>
          </p:nvPr>
        </p:nvGraphicFramePr>
        <p:xfrm>
          <a:off x="5011006" y="1185531"/>
          <a:ext cx="1066540" cy="3976675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066540">
                  <a:extLst>
                    <a:ext uri="{9D8B030D-6E8A-4147-A177-3AD203B41FA5}">
                      <a16:colId xmlns:a16="http://schemas.microsoft.com/office/drawing/2014/main" val="543485393"/>
                    </a:ext>
                  </a:extLst>
                </a:gridCol>
              </a:tblGrid>
              <a:tr h="421701">
                <a:tc>
                  <a:txBody>
                    <a:bodyPr/>
                    <a:lstStyle/>
                    <a:p>
                      <a:pPr algn="ctr">
                        <a:buFontTx/>
                        <a:buNone/>
                      </a:pPr>
                      <a:r>
                        <a:rPr lang="es-ES" sz="1000" dirty="0">
                          <a:solidFill>
                            <a:schemeClr val="bg1"/>
                          </a:solidFill>
                          <a:latin typeface="+mn-lt"/>
                        </a:rPr>
                        <a:t>EQUIPO TITULAR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8857127"/>
                  </a:ext>
                </a:extLst>
              </a:tr>
              <a:tr h="309401">
                <a:tc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r>
                        <a:rPr lang="es-ES" sz="1000" dirty="0">
                          <a:latin typeface="+mn-lt"/>
                        </a:rPr>
                        <a:t>13. ZARCO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27383317"/>
                  </a:ext>
                </a:extLst>
              </a:tr>
              <a:tr h="309401">
                <a:tc>
                  <a:txBody>
                    <a:bodyPr/>
                    <a:lstStyle/>
                    <a:p>
                      <a:pPr algn="ctr">
                        <a:buFontTx/>
                        <a:buNone/>
                      </a:pPr>
                      <a:r>
                        <a:rPr lang="es-ES" sz="1000" dirty="0">
                          <a:latin typeface="+mn-lt"/>
                        </a:rPr>
                        <a:t>2. BORGE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09735927"/>
                  </a:ext>
                </a:extLst>
              </a:tr>
              <a:tr h="309401">
                <a:tc>
                  <a:txBody>
                    <a:bodyPr/>
                    <a:lstStyle/>
                    <a:p>
                      <a:pPr algn="ctr">
                        <a:buFontTx/>
                        <a:buNone/>
                      </a:pPr>
                      <a:r>
                        <a:rPr lang="es-ES" sz="1000" dirty="0">
                          <a:latin typeface="+mn-lt"/>
                        </a:rPr>
                        <a:t>4. PABLO FELIPE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45716055"/>
                  </a:ext>
                </a:extLst>
              </a:tr>
              <a:tr h="309401">
                <a:tc>
                  <a:txBody>
                    <a:bodyPr/>
                    <a:lstStyle/>
                    <a:p>
                      <a:pPr algn="ctr">
                        <a:buFontTx/>
                        <a:buNone/>
                      </a:pPr>
                      <a:r>
                        <a:rPr lang="es-ES" sz="1000" dirty="0">
                          <a:solidFill>
                            <a:schemeClr val="tx1"/>
                          </a:solidFill>
                          <a:latin typeface="+mn-lt"/>
                        </a:rPr>
                        <a:t>6. NATHAN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41328321"/>
                  </a:ext>
                </a:extLst>
              </a:tr>
              <a:tr h="3920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00" dirty="0">
                          <a:solidFill>
                            <a:schemeClr val="tx1"/>
                          </a:solidFill>
                          <a:latin typeface="+mn-lt"/>
                        </a:rPr>
                        <a:t>3. JOSERRA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0629863"/>
                  </a:ext>
                </a:extLst>
              </a:tr>
              <a:tr h="309401">
                <a:tc>
                  <a:txBody>
                    <a:bodyPr/>
                    <a:lstStyle/>
                    <a:p>
                      <a:pPr algn="ctr">
                        <a:buFontTx/>
                        <a:buNone/>
                      </a:pPr>
                      <a:r>
                        <a:rPr lang="es-ES" sz="1000" dirty="0">
                          <a:solidFill>
                            <a:schemeClr val="tx1"/>
                          </a:solidFill>
                          <a:latin typeface="+mn-lt"/>
                        </a:rPr>
                        <a:t>20. SANDER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945011"/>
                  </a:ext>
                </a:extLst>
              </a:tr>
              <a:tr h="309401">
                <a:tc>
                  <a:txBody>
                    <a:bodyPr/>
                    <a:lstStyle/>
                    <a:p>
                      <a:pPr algn="ctr">
                        <a:buFontTx/>
                        <a:buNone/>
                      </a:pPr>
                      <a:r>
                        <a:rPr lang="es-ES" sz="900" dirty="0">
                          <a:solidFill>
                            <a:schemeClr val="tx1"/>
                          </a:solidFill>
                          <a:latin typeface="+mn-lt"/>
                        </a:rPr>
                        <a:t>10. HUGO REDON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30479358"/>
                  </a:ext>
                </a:extLst>
              </a:tr>
              <a:tr h="378279">
                <a:tc>
                  <a:txBody>
                    <a:bodyPr/>
                    <a:lstStyle/>
                    <a:p>
                      <a:pPr algn="ctr">
                        <a:buFontTx/>
                        <a:buNone/>
                      </a:pPr>
                      <a:r>
                        <a:rPr lang="es-ES" sz="1000" dirty="0">
                          <a:solidFill>
                            <a:schemeClr val="tx1"/>
                          </a:solidFill>
                          <a:latin typeface="+mn-lt"/>
                        </a:rPr>
                        <a:t>8. ROMERA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8320380"/>
                  </a:ext>
                </a:extLst>
              </a:tr>
              <a:tr h="309401">
                <a:tc>
                  <a:txBody>
                    <a:bodyPr/>
                    <a:lstStyle/>
                    <a:p>
                      <a:pPr algn="ctr">
                        <a:buFontTx/>
                        <a:buNone/>
                      </a:pPr>
                      <a:r>
                        <a:rPr lang="es-ES" sz="1000" dirty="0">
                          <a:solidFill>
                            <a:schemeClr val="tx1"/>
                          </a:solidFill>
                          <a:latin typeface="+mn-lt"/>
                        </a:rPr>
                        <a:t>21. MARIO SESE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89430192"/>
                  </a:ext>
                </a:extLst>
              </a:tr>
              <a:tr h="30940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800" dirty="0">
                          <a:solidFill>
                            <a:schemeClr val="tx1"/>
                          </a:solidFill>
                          <a:latin typeface="+mn-lt"/>
                        </a:rPr>
                        <a:t>11. EDU GALLARDO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93408568"/>
                  </a:ext>
                </a:extLst>
              </a:tr>
              <a:tr h="309401">
                <a:tc>
                  <a:txBody>
                    <a:bodyPr/>
                    <a:lstStyle/>
                    <a:p>
                      <a:pPr algn="ctr">
                        <a:buFontTx/>
                        <a:buNone/>
                      </a:pPr>
                      <a:r>
                        <a:rPr lang="es-ES" sz="800" dirty="0">
                          <a:solidFill>
                            <a:schemeClr val="tx1"/>
                          </a:solidFill>
                          <a:latin typeface="+mn-lt"/>
                        </a:rPr>
                        <a:t>7. SERGIO MORENO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15253235"/>
                  </a:ext>
                </a:extLst>
              </a:tr>
            </a:tbl>
          </a:graphicData>
        </a:graphic>
      </p:graphicFrame>
      <p:sp>
        <p:nvSpPr>
          <p:cNvPr id="337" name="CuadroTexto 336">
            <a:extLst>
              <a:ext uri="{FF2B5EF4-FFF2-40B4-BE49-F238E27FC236}">
                <a16:creationId xmlns:a16="http://schemas.microsoft.com/office/drawing/2014/main" id="{089493D1-C790-E061-E137-5690A8DC9899}"/>
              </a:ext>
            </a:extLst>
          </p:cNvPr>
          <p:cNvSpPr txBox="1"/>
          <p:nvPr/>
        </p:nvSpPr>
        <p:spPr>
          <a:xfrm>
            <a:off x="408147" y="5373692"/>
            <a:ext cx="901502" cy="261610"/>
          </a:xfrm>
          <a:prstGeom prst="rect">
            <a:avLst/>
          </a:pr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solidFill>
                  <a:schemeClr val="tx1"/>
                </a:solidFill>
                <a:latin typeface="Trebuchet MS" panose="020B0703020202090204" pitchFamily="34" charset="0"/>
              </a:rPr>
              <a:t>1.4.3.3</a:t>
            </a:r>
          </a:p>
        </p:txBody>
      </p:sp>
      <p:graphicFrame>
        <p:nvGraphicFramePr>
          <p:cNvPr id="459" name="Tabla 458">
            <a:extLst>
              <a:ext uri="{FF2B5EF4-FFF2-40B4-BE49-F238E27FC236}">
                <a16:creationId xmlns:a16="http://schemas.microsoft.com/office/drawing/2014/main" id="{0E877EA7-D8EE-5FC0-22E6-0D6EEE64EC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4878220"/>
              </p:ext>
            </p:extLst>
          </p:nvPr>
        </p:nvGraphicFramePr>
        <p:xfrm>
          <a:off x="10873337" y="1182728"/>
          <a:ext cx="1066540" cy="4063514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066540">
                  <a:extLst>
                    <a:ext uri="{9D8B030D-6E8A-4147-A177-3AD203B41FA5}">
                      <a16:colId xmlns:a16="http://schemas.microsoft.com/office/drawing/2014/main" val="543485393"/>
                    </a:ext>
                  </a:extLst>
                </a:gridCol>
              </a:tblGrid>
              <a:tr h="421701">
                <a:tc>
                  <a:txBody>
                    <a:bodyPr/>
                    <a:lstStyle/>
                    <a:p>
                      <a:pPr algn="ctr">
                        <a:buFontTx/>
                        <a:buNone/>
                      </a:pPr>
                      <a:r>
                        <a:rPr lang="es-ES" sz="1000" dirty="0">
                          <a:solidFill>
                            <a:schemeClr val="bg1"/>
                          </a:solidFill>
                          <a:latin typeface="+mn-lt"/>
                        </a:rPr>
                        <a:t>EQUIPO TITULAR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8857127"/>
                  </a:ext>
                </a:extLst>
              </a:tr>
              <a:tr h="309401">
                <a:tc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r>
                        <a:rPr lang="es-ES" sz="900" dirty="0">
                          <a:latin typeface="+mn-lt"/>
                        </a:rPr>
                        <a:t>13. ZARCO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27383317"/>
                  </a:ext>
                </a:extLst>
              </a:tr>
              <a:tr h="309401">
                <a:tc>
                  <a:txBody>
                    <a:bodyPr/>
                    <a:lstStyle/>
                    <a:p>
                      <a:pPr algn="ctr">
                        <a:buFontTx/>
                        <a:buNone/>
                      </a:pPr>
                      <a:r>
                        <a:rPr lang="es-ES" sz="1000" dirty="0">
                          <a:latin typeface="+mn-lt"/>
                        </a:rPr>
                        <a:t>2. BORGE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09735927"/>
                  </a:ext>
                </a:extLst>
              </a:tr>
              <a:tr h="309401">
                <a:tc>
                  <a:txBody>
                    <a:bodyPr/>
                    <a:lstStyle/>
                    <a:p>
                      <a:pPr algn="ctr">
                        <a:buFontTx/>
                        <a:buNone/>
                      </a:pPr>
                      <a:r>
                        <a:rPr lang="es-ES" sz="1000" dirty="0">
                          <a:latin typeface="+mn-lt"/>
                        </a:rPr>
                        <a:t>15. ALVARO LOPEZ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45716055"/>
                  </a:ext>
                </a:extLst>
              </a:tr>
              <a:tr h="309401">
                <a:tc>
                  <a:txBody>
                    <a:bodyPr/>
                    <a:lstStyle/>
                    <a:p>
                      <a:pPr algn="ctr">
                        <a:buFontTx/>
                        <a:buNone/>
                      </a:pPr>
                      <a:r>
                        <a:rPr lang="es-ES" sz="1000" dirty="0">
                          <a:solidFill>
                            <a:schemeClr val="tx1"/>
                          </a:solidFill>
                          <a:latin typeface="+mn-lt"/>
                        </a:rPr>
                        <a:t>6. NATHAN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41328321"/>
                  </a:ext>
                </a:extLst>
              </a:tr>
              <a:tr h="3920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00" dirty="0">
                          <a:solidFill>
                            <a:schemeClr val="tx1"/>
                          </a:solidFill>
                          <a:latin typeface="+mn-lt"/>
                        </a:rPr>
                        <a:t>3. JOSERRA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0629863"/>
                  </a:ext>
                </a:extLst>
              </a:tr>
              <a:tr h="309401">
                <a:tc>
                  <a:txBody>
                    <a:bodyPr/>
                    <a:lstStyle/>
                    <a:p>
                      <a:pPr algn="ctr">
                        <a:buFontTx/>
                        <a:buNone/>
                      </a:pPr>
                      <a:r>
                        <a:rPr lang="es-ES" sz="1000" dirty="0">
                          <a:solidFill>
                            <a:schemeClr val="tx1"/>
                          </a:solidFill>
                          <a:latin typeface="+mn-lt"/>
                        </a:rPr>
                        <a:t>14. RELU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945011"/>
                  </a:ext>
                </a:extLst>
              </a:tr>
              <a:tr h="309401">
                <a:tc>
                  <a:txBody>
                    <a:bodyPr/>
                    <a:lstStyle/>
                    <a:p>
                      <a:pPr algn="ctr">
                        <a:buFontTx/>
                        <a:buNone/>
                      </a:pPr>
                      <a:r>
                        <a:rPr lang="es-ES" sz="900" dirty="0">
                          <a:solidFill>
                            <a:schemeClr val="tx1"/>
                          </a:solidFill>
                          <a:latin typeface="+mn-lt"/>
                        </a:rPr>
                        <a:t>10. HUGO REDON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30479358"/>
                  </a:ext>
                </a:extLst>
              </a:tr>
              <a:tr h="378279">
                <a:tc>
                  <a:txBody>
                    <a:bodyPr/>
                    <a:lstStyle/>
                    <a:p>
                      <a:pPr algn="ctr">
                        <a:buFontTx/>
                        <a:buNone/>
                      </a:pPr>
                      <a:r>
                        <a:rPr lang="es-ES" sz="1000" dirty="0">
                          <a:solidFill>
                            <a:schemeClr val="tx1"/>
                          </a:solidFill>
                          <a:latin typeface="+mn-lt"/>
                        </a:rPr>
                        <a:t>20. SANDER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8320380"/>
                  </a:ext>
                </a:extLst>
              </a:tr>
              <a:tr h="309401">
                <a:tc>
                  <a:txBody>
                    <a:bodyPr/>
                    <a:lstStyle/>
                    <a:p>
                      <a:pPr algn="ctr">
                        <a:buFontTx/>
                        <a:buNone/>
                      </a:pPr>
                      <a:r>
                        <a:rPr lang="es-ES" sz="1000" dirty="0">
                          <a:solidFill>
                            <a:schemeClr val="tx1"/>
                          </a:solidFill>
                          <a:latin typeface="+mn-lt"/>
                        </a:rPr>
                        <a:t>18. MUZIK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89430192"/>
                  </a:ext>
                </a:extLst>
              </a:tr>
              <a:tr h="30940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00" dirty="0">
                          <a:solidFill>
                            <a:schemeClr val="tx1"/>
                          </a:solidFill>
                          <a:latin typeface="+mn-lt"/>
                        </a:rPr>
                        <a:t>5. GOYO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93408568"/>
                  </a:ext>
                </a:extLst>
              </a:tr>
              <a:tr h="309401">
                <a:tc>
                  <a:txBody>
                    <a:bodyPr/>
                    <a:lstStyle/>
                    <a:p>
                      <a:pPr algn="ctr">
                        <a:buFontTx/>
                        <a:buNone/>
                      </a:pPr>
                      <a:r>
                        <a:rPr lang="es-ES" sz="1000" dirty="0">
                          <a:solidFill>
                            <a:schemeClr val="tx1"/>
                          </a:solidFill>
                          <a:latin typeface="+mn-lt"/>
                        </a:rPr>
                        <a:t>9. GUZIK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15253235"/>
                  </a:ext>
                </a:extLst>
              </a:tr>
            </a:tbl>
          </a:graphicData>
        </a:graphic>
      </p:graphicFrame>
      <p:sp>
        <p:nvSpPr>
          <p:cNvPr id="567" name="CuadroTexto 566">
            <a:extLst>
              <a:ext uri="{FF2B5EF4-FFF2-40B4-BE49-F238E27FC236}">
                <a16:creationId xmlns:a16="http://schemas.microsoft.com/office/drawing/2014/main" id="{7F48DA0C-DDB3-7022-47CF-821BB95968F4}"/>
              </a:ext>
            </a:extLst>
          </p:cNvPr>
          <p:cNvSpPr txBox="1"/>
          <p:nvPr/>
        </p:nvSpPr>
        <p:spPr>
          <a:xfrm>
            <a:off x="6256396" y="5339968"/>
            <a:ext cx="901502" cy="261610"/>
          </a:xfrm>
          <a:prstGeom prst="rect">
            <a:avLst/>
          </a:pr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solidFill>
                  <a:schemeClr val="tx1"/>
                </a:solidFill>
                <a:latin typeface="Trebuchet MS" panose="020B0703020202090204" pitchFamily="34" charset="0"/>
              </a:rPr>
              <a:t>1.4.3.3</a:t>
            </a:r>
          </a:p>
        </p:txBody>
      </p:sp>
      <p:grpSp>
        <p:nvGrpSpPr>
          <p:cNvPr id="235" name="Grupo 234">
            <a:extLst>
              <a:ext uri="{FF2B5EF4-FFF2-40B4-BE49-F238E27FC236}">
                <a16:creationId xmlns:a16="http://schemas.microsoft.com/office/drawing/2014/main" id="{AE06630A-4140-4249-8770-BB1653CA3C73}"/>
              </a:ext>
            </a:extLst>
          </p:cNvPr>
          <p:cNvGrpSpPr/>
          <p:nvPr/>
        </p:nvGrpSpPr>
        <p:grpSpPr>
          <a:xfrm>
            <a:off x="243767" y="54030"/>
            <a:ext cx="561265" cy="510863"/>
            <a:chOff x="4860060" y="2161307"/>
            <a:chExt cx="2482850" cy="2642177"/>
          </a:xfrm>
        </p:grpSpPr>
        <p:pic>
          <p:nvPicPr>
            <p:cNvPr id="236" name="Imagen 235">
              <a:extLst>
                <a:ext uri="{FF2B5EF4-FFF2-40B4-BE49-F238E27FC236}">
                  <a16:creationId xmlns:a16="http://schemas.microsoft.com/office/drawing/2014/main" id="{EC2D8A75-ED6D-DD4D-AA07-D2D492B7BDCA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5499100" y="2584450"/>
              <a:ext cx="1193800" cy="1689100"/>
            </a:xfrm>
            <a:prstGeom prst="rect">
              <a:avLst/>
            </a:prstGeom>
          </p:spPr>
        </p:pic>
        <p:pic>
          <p:nvPicPr>
            <p:cNvPr id="237" name="Imagen 236">
              <a:extLst>
                <a:ext uri="{FF2B5EF4-FFF2-40B4-BE49-F238E27FC236}">
                  <a16:creationId xmlns:a16="http://schemas.microsoft.com/office/drawing/2014/main" id="{FB2CB83C-0EEE-134A-B9C4-D8D3BB34BD8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4860060" y="2161307"/>
              <a:ext cx="2482850" cy="2642177"/>
            </a:xfrm>
            <a:prstGeom prst="rect">
              <a:avLst/>
            </a:prstGeom>
          </p:spPr>
        </p:pic>
      </p:grpSp>
      <p:grpSp>
        <p:nvGrpSpPr>
          <p:cNvPr id="238" name="Grupo 237">
            <a:extLst>
              <a:ext uri="{FF2B5EF4-FFF2-40B4-BE49-F238E27FC236}">
                <a16:creationId xmlns:a16="http://schemas.microsoft.com/office/drawing/2014/main" id="{91D168DF-C939-B644-8045-893DB384ACBF}"/>
              </a:ext>
            </a:extLst>
          </p:cNvPr>
          <p:cNvGrpSpPr/>
          <p:nvPr/>
        </p:nvGrpSpPr>
        <p:grpSpPr>
          <a:xfrm>
            <a:off x="6414523" y="52698"/>
            <a:ext cx="561265" cy="510863"/>
            <a:chOff x="4860060" y="2161307"/>
            <a:chExt cx="2482850" cy="2642177"/>
          </a:xfrm>
        </p:grpSpPr>
        <p:pic>
          <p:nvPicPr>
            <p:cNvPr id="239" name="Imagen 238">
              <a:extLst>
                <a:ext uri="{FF2B5EF4-FFF2-40B4-BE49-F238E27FC236}">
                  <a16:creationId xmlns:a16="http://schemas.microsoft.com/office/drawing/2014/main" id="{FEE86FCE-7408-C04C-B338-0D38D2DA8E47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5499100" y="2584450"/>
              <a:ext cx="1193800" cy="1689100"/>
            </a:xfrm>
            <a:prstGeom prst="rect">
              <a:avLst/>
            </a:prstGeom>
          </p:spPr>
        </p:pic>
        <p:pic>
          <p:nvPicPr>
            <p:cNvPr id="240" name="Imagen 239">
              <a:extLst>
                <a:ext uri="{FF2B5EF4-FFF2-40B4-BE49-F238E27FC236}">
                  <a16:creationId xmlns:a16="http://schemas.microsoft.com/office/drawing/2014/main" id="{DD7CC617-15BE-DD45-8265-FEF6C600DD44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4860060" y="2161307"/>
              <a:ext cx="2482850" cy="2642177"/>
            </a:xfrm>
            <a:prstGeom prst="rect">
              <a:avLst/>
            </a:prstGeom>
          </p:spPr>
        </p:pic>
      </p:grpSp>
      <p:pic>
        <p:nvPicPr>
          <p:cNvPr id="241" name="Imagen 240">
            <a:extLst>
              <a:ext uri="{FF2B5EF4-FFF2-40B4-BE49-F238E27FC236}">
                <a16:creationId xmlns:a16="http://schemas.microsoft.com/office/drawing/2014/main" id="{C02ED936-EE1B-DF43-9283-339675FB86B4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396212" y="143195"/>
            <a:ext cx="338554" cy="338554"/>
          </a:xfrm>
          <a:prstGeom prst="rect">
            <a:avLst/>
          </a:prstGeom>
        </p:spPr>
      </p:pic>
      <p:pic>
        <p:nvPicPr>
          <p:cNvPr id="242" name="Imagen 241">
            <a:extLst>
              <a:ext uri="{FF2B5EF4-FFF2-40B4-BE49-F238E27FC236}">
                <a16:creationId xmlns:a16="http://schemas.microsoft.com/office/drawing/2014/main" id="{9CDB0A85-B22F-CB4B-89C8-43EEAC63F6F8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259516" y="122166"/>
            <a:ext cx="371926" cy="371926"/>
          </a:xfrm>
          <a:prstGeom prst="rect">
            <a:avLst/>
          </a:prstGeom>
        </p:spPr>
      </p:pic>
      <p:grpSp>
        <p:nvGrpSpPr>
          <p:cNvPr id="234" name="Grupo 233">
            <a:extLst>
              <a:ext uri="{FF2B5EF4-FFF2-40B4-BE49-F238E27FC236}">
                <a16:creationId xmlns:a16="http://schemas.microsoft.com/office/drawing/2014/main" id="{F5D3ADF8-856B-BB4A-8D23-03271FBC2832}"/>
              </a:ext>
            </a:extLst>
          </p:cNvPr>
          <p:cNvGrpSpPr/>
          <p:nvPr/>
        </p:nvGrpSpPr>
        <p:grpSpPr>
          <a:xfrm>
            <a:off x="2030010" y="4856254"/>
            <a:ext cx="1218994" cy="830384"/>
            <a:chOff x="4608492" y="5028787"/>
            <a:chExt cx="1218994" cy="830384"/>
          </a:xfrm>
        </p:grpSpPr>
        <p:grpSp>
          <p:nvGrpSpPr>
            <p:cNvPr id="243" name="Grupo 242">
              <a:extLst>
                <a:ext uri="{FF2B5EF4-FFF2-40B4-BE49-F238E27FC236}">
                  <a16:creationId xmlns:a16="http://schemas.microsoft.com/office/drawing/2014/main" id="{CA97FC08-428C-5042-9E0B-83F026E2197B}"/>
                </a:ext>
              </a:extLst>
            </p:cNvPr>
            <p:cNvGrpSpPr/>
            <p:nvPr/>
          </p:nvGrpSpPr>
          <p:grpSpPr>
            <a:xfrm>
              <a:off x="4608492" y="5205121"/>
              <a:ext cx="1218994" cy="654050"/>
              <a:chOff x="584746" y="2476291"/>
              <a:chExt cx="1218994" cy="654050"/>
            </a:xfrm>
          </p:grpSpPr>
          <p:grpSp>
            <p:nvGrpSpPr>
              <p:cNvPr id="245" name="Grupo 244">
                <a:extLst>
                  <a:ext uri="{FF2B5EF4-FFF2-40B4-BE49-F238E27FC236}">
                    <a16:creationId xmlns:a16="http://schemas.microsoft.com/office/drawing/2014/main" id="{71A8A6B2-DF03-2342-9BE9-CFF5AF9AB186}"/>
                  </a:ext>
                </a:extLst>
              </p:cNvPr>
              <p:cNvGrpSpPr/>
              <p:nvPr/>
            </p:nvGrpSpPr>
            <p:grpSpPr>
              <a:xfrm>
                <a:off x="584746" y="2476291"/>
                <a:ext cx="1218994" cy="654050"/>
                <a:chOff x="587856" y="5912609"/>
                <a:chExt cx="1218994" cy="654050"/>
              </a:xfrm>
            </p:grpSpPr>
            <p:sp>
              <p:nvSpPr>
                <p:cNvPr id="247" name="Elipse 246">
                  <a:extLst>
                    <a:ext uri="{FF2B5EF4-FFF2-40B4-BE49-F238E27FC236}">
                      <a16:creationId xmlns:a16="http://schemas.microsoft.com/office/drawing/2014/main" id="{D0B5CEC8-87C4-794F-B43F-60AC7526A445}"/>
                    </a:ext>
                  </a:extLst>
                </p:cNvPr>
                <p:cNvSpPr/>
                <p:nvPr/>
              </p:nvSpPr>
              <p:spPr>
                <a:xfrm>
                  <a:off x="1356768" y="5912609"/>
                  <a:ext cx="196452" cy="184666"/>
                </a:xfrm>
                <a:prstGeom prst="ellipse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Autofit/>
                </a:bodyPr>
                <a:lstStyle/>
                <a:p>
                  <a:pPr algn="ctr"/>
                  <a:r>
                    <a:rPr lang="es-ES" sz="1400" b="1" dirty="0">
                      <a:solidFill>
                        <a:schemeClr val="tx1"/>
                      </a:solidFill>
                    </a:rPr>
                    <a:t>D</a:t>
                  </a:r>
                </a:p>
              </p:txBody>
            </p:sp>
            <p:sp>
              <p:nvSpPr>
                <p:cNvPr id="248" name="Elipse 247">
                  <a:extLst>
                    <a:ext uri="{FF2B5EF4-FFF2-40B4-BE49-F238E27FC236}">
                      <a16:creationId xmlns:a16="http://schemas.microsoft.com/office/drawing/2014/main" id="{5F02352D-F0CE-BA4F-B055-C457781410D9}"/>
                    </a:ext>
                  </a:extLst>
                </p:cNvPr>
                <p:cNvSpPr/>
                <p:nvPr/>
              </p:nvSpPr>
              <p:spPr>
                <a:xfrm>
                  <a:off x="693240" y="6021059"/>
                  <a:ext cx="196452" cy="184666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Autofit/>
                </a:bodyPr>
                <a:lstStyle/>
                <a:p>
                  <a:pPr algn="ctr"/>
                  <a:r>
                    <a:rPr lang="es-ES" sz="1100" b="1" dirty="0">
                      <a:solidFill>
                        <a:schemeClr val="tx1"/>
                      </a:solidFill>
                    </a:rPr>
                    <a:t>28</a:t>
                  </a:r>
                </a:p>
              </p:txBody>
            </p:sp>
            <p:sp>
              <p:nvSpPr>
                <p:cNvPr id="249" name="Rectángulo redondeado 10">
                  <a:extLst>
                    <a:ext uri="{FF2B5EF4-FFF2-40B4-BE49-F238E27FC236}">
                      <a16:creationId xmlns:a16="http://schemas.microsoft.com/office/drawing/2014/main" id="{EF8210CE-B4DA-D540-A193-BCECDCE99A43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87856" y="6332981"/>
                  <a:ext cx="1218994" cy="233678"/>
                </a:xfrm>
                <a:prstGeom prst="roundRect">
                  <a:avLst/>
                </a:prstGeom>
                <a:solidFill>
                  <a:schemeClr val="tx1"/>
                </a:solidFill>
                <a:ln>
                  <a:noFill/>
                </a:ln>
                <a:effectLst>
                  <a:softEdge rad="63500"/>
                </a:effectLst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>
                  <a:noAutofit/>
                </a:bodyPr>
                <a:lstStyle/>
                <a:p>
                  <a:pPr algn="ctr"/>
                  <a:r>
                    <a:rPr lang="es-ES" sz="900" b="1" dirty="0">
                      <a:solidFill>
                        <a:schemeClr val="bg1"/>
                      </a:solidFill>
                    </a:rPr>
                    <a:t>13. ZARCO</a:t>
                  </a:r>
                </a:p>
              </p:txBody>
            </p:sp>
          </p:grpSp>
          <p:pic>
            <p:nvPicPr>
              <p:cNvPr id="246" name="Imagen 245">
                <a:extLst>
                  <a:ext uri="{FF2B5EF4-FFF2-40B4-BE49-F238E27FC236}">
                    <a16:creationId xmlns:a16="http://schemas.microsoft.com/office/drawing/2014/main" id="{96418279-4A4A-D14C-806C-F9E3A8CD607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46858" y="2798167"/>
                <a:ext cx="190500" cy="127000"/>
              </a:xfrm>
              <a:prstGeom prst="rect">
                <a:avLst/>
              </a:prstGeom>
            </p:spPr>
          </p:pic>
        </p:grpSp>
        <p:pic>
          <p:nvPicPr>
            <p:cNvPr id="244" name="Imagen 243">
              <a:extLst>
                <a:ext uri="{FF2B5EF4-FFF2-40B4-BE49-F238E27FC236}">
                  <a16:creationId xmlns:a16="http://schemas.microsoft.com/office/drawing/2014/main" id="{9B9715B1-FDB3-3D48-9845-4DC53DE6A7A0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4813198" y="5028787"/>
              <a:ext cx="711200" cy="685800"/>
            </a:xfrm>
            <a:prstGeom prst="rect">
              <a:avLst/>
            </a:prstGeom>
          </p:spPr>
        </p:pic>
      </p:grpSp>
      <p:grpSp>
        <p:nvGrpSpPr>
          <p:cNvPr id="250" name="Grupo 249">
            <a:extLst>
              <a:ext uri="{FF2B5EF4-FFF2-40B4-BE49-F238E27FC236}">
                <a16:creationId xmlns:a16="http://schemas.microsoft.com/office/drawing/2014/main" id="{414EFED5-6CF0-FC47-9C15-80743B69BA56}"/>
              </a:ext>
            </a:extLst>
          </p:cNvPr>
          <p:cNvGrpSpPr/>
          <p:nvPr/>
        </p:nvGrpSpPr>
        <p:grpSpPr>
          <a:xfrm>
            <a:off x="368138" y="3902880"/>
            <a:ext cx="1135109" cy="826158"/>
            <a:chOff x="2084116" y="5081825"/>
            <a:chExt cx="1135109" cy="826158"/>
          </a:xfrm>
        </p:grpSpPr>
        <p:pic>
          <p:nvPicPr>
            <p:cNvPr id="251" name="Imagen 250">
              <a:extLst>
                <a:ext uri="{FF2B5EF4-FFF2-40B4-BE49-F238E27FC236}">
                  <a16:creationId xmlns:a16="http://schemas.microsoft.com/office/drawing/2014/main" id="{1E3CA750-C7DD-BE48-953D-D75B819D6EE6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2217548" y="5081825"/>
              <a:ext cx="711200" cy="685800"/>
            </a:xfrm>
            <a:prstGeom prst="rect">
              <a:avLst/>
            </a:prstGeom>
          </p:spPr>
        </p:pic>
        <p:grpSp>
          <p:nvGrpSpPr>
            <p:cNvPr id="252" name="Grupo 251">
              <a:extLst>
                <a:ext uri="{FF2B5EF4-FFF2-40B4-BE49-F238E27FC236}">
                  <a16:creationId xmlns:a16="http://schemas.microsoft.com/office/drawing/2014/main" id="{9C649A72-0276-4E49-9F2C-6D9DDCFD04F6}"/>
                </a:ext>
              </a:extLst>
            </p:cNvPr>
            <p:cNvGrpSpPr/>
            <p:nvPr/>
          </p:nvGrpSpPr>
          <p:grpSpPr>
            <a:xfrm>
              <a:off x="2084116" y="5270014"/>
              <a:ext cx="1135109" cy="637969"/>
              <a:chOff x="584746" y="2476291"/>
              <a:chExt cx="1135109" cy="637969"/>
            </a:xfrm>
          </p:grpSpPr>
          <p:grpSp>
            <p:nvGrpSpPr>
              <p:cNvPr id="253" name="Grupo 252">
                <a:extLst>
                  <a:ext uri="{FF2B5EF4-FFF2-40B4-BE49-F238E27FC236}">
                    <a16:creationId xmlns:a16="http://schemas.microsoft.com/office/drawing/2014/main" id="{297024F1-B9A6-CC4D-9658-D22EA67CE1FA}"/>
                  </a:ext>
                </a:extLst>
              </p:cNvPr>
              <p:cNvGrpSpPr/>
              <p:nvPr/>
            </p:nvGrpSpPr>
            <p:grpSpPr>
              <a:xfrm>
                <a:off x="584746" y="2476291"/>
                <a:ext cx="1135109" cy="637969"/>
                <a:chOff x="587856" y="5912609"/>
                <a:chExt cx="1135109" cy="637969"/>
              </a:xfrm>
            </p:grpSpPr>
            <p:sp>
              <p:nvSpPr>
                <p:cNvPr id="255" name="Elipse 254">
                  <a:extLst>
                    <a:ext uri="{FF2B5EF4-FFF2-40B4-BE49-F238E27FC236}">
                      <a16:creationId xmlns:a16="http://schemas.microsoft.com/office/drawing/2014/main" id="{CA379554-801E-084D-BA08-24F6E471B7BE}"/>
                    </a:ext>
                  </a:extLst>
                </p:cNvPr>
                <p:cNvSpPr/>
                <p:nvPr/>
              </p:nvSpPr>
              <p:spPr>
                <a:xfrm>
                  <a:off x="1356768" y="5912609"/>
                  <a:ext cx="196452" cy="184666"/>
                </a:xfrm>
                <a:prstGeom prst="ellipse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Autofit/>
                </a:bodyPr>
                <a:lstStyle/>
                <a:p>
                  <a:pPr algn="ctr"/>
                  <a:r>
                    <a:rPr lang="es-ES" sz="1400" b="1" dirty="0">
                      <a:solidFill>
                        <a:schemeClr val="tx1"/>
                      </a:solidFill>
                    </a:rPr>
                    <a:t>Z</a:t>
                  </a:r>
                </a:p>
              </p:txBody>
            </p:sp>
            <p:sp>
              <p:nvSpPr>
                <p:cNvPr id="256" name="Elipse 255">
                  <a:extLst>
                    <a:ext uri="{FF2B5EF4-FFF2-40B4-BE49-F238E27FC236}">
                      <a16:creationId xmlns:a16="http://schemas.microsoft.com/office/drawing/2014/main" id="{DE24D43D-5222-2F4A-833E-9D19495DD207}"/>
                    </a:ext>
                  </a:extLst>
                </p:cNvPr>
                <p:cNvSpPr/>
                <p:nvPr/>
              </p:nvSpPr>
              <p:spPr>
                <a:xfrm>
                  <a:off x="693240" y="6021059"/>
                  <a:ext cx="196452" cy="184666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Autofit/>
                </a:bodyPr>
                <a:lstStyle/>
                <a:p>
                  <a:pPr algn="ctr"/>
                  <a:r>
                    <a:rPr lang="es-ES" sz="1100" b="1" dirty="0">
                      <a:solidFill>
                        <a:schemeClr val="tx1"/>
                      </a:solidFill>
                    </a:rPr>
                    <a:t>27</a:t>
                  </a:r>
                </a:p>
              </p:txBody>
            </p:sp>
            <p:sp>
              <p:nvSpPr>
                <p:cNvPr id="257" name="Rectángulo redondeado 10">
                  <a:extLst>
                    <a:ext uri="{FF2B5EF4-FFF2-40B4-BE49-F238E27FC236}">
                      <a16:creationId xmlns:a16="http://schemas.microsoft.com/office/drawing/2014/main" id="{30342C2C-25B3-B547-9FA5-037CBCD52C3B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87856" y="6332981"/>
                  <a:ext cx="1135109" cy="217597"/>
                </a:xfrm>
                <a:prstGeom prst="roundRect">
                  <a:avLst/>
                </a:prstGeom>
                <a:solidFill>
                  <a:schemeClr val="tx1"/>
                </a:solidFill>
                <a:ln>
                  <a:noFill/>
                </a:ln>
                <a:effectLst>
                  <a:softEdge rad="63500"/>
                </a:effectLst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>
                  <a:noAutofit/>
                </a:bodyPr>
                <a:lstStyle/>
                <a:p>
                  <a:pPr algn="ctr"/>
                  <a:r>
                    <a:rPr lang="es-ES" sz="900" b="1" dirty="0">
                      <a:solidFill>
                        <a:schemeClr val="bg1"/>
                      </a:solidFill>
                    </a:rPr>
                    <a:t>3. JOSERRA</a:t>
                  </a:r>
                </a:p>
              </p:txBody>
            </p:sp>
          </p:grpSp>
          <p:pic>
            <p:nvPicPr>
              <p:cNvPr id="254" name="Imagen 253">
                <a:extLst>
                  <a:ext uri="{FF2B5EF4-FFF2-40B4-BE49-F238E27FC236}">
                    <a16:creationId xmlns:a16="http://schemas.microsoft.com/office/drawing/2014/main" id="{5715D589-0D7F-8E4F-BC98-4DBE90D650A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46858" y="2798167"/>
                <a:ext cx="190500" cy="127000"/>
              </a:xfrm>
              <a:prstGeom prst="rect">
                <a:avLst/>
              </a:prstGeom>
            </p:spPr>
          </p:pic>
        </p:grpSp>
      </p:grpSp>
      <p:grpSp>
        <p:nvGrpSpPr>
          <p:cNvPr id="258" name="Grupo 257">
            <a:extLst>
              <a:ext uri="{FF2B5EF4-FFF2-40B4-BE49-F238E27FC236}">
                <a16:creationId xmlns:a16="http://schemas.microsoft.com/office/drawing/2014/main" id="{D58AE475-0E92-6B47-882C-CE403CC3D4BA}"/>
              </a:ext>
            </a:extLst>
          </p:cNvPr>
          <p:cNvGrpSpPr/>
          <p:nvPr/>
        </p:nvGrpSpPr>
        <p:grpSpPr>
          <a:xfrm>
            <a:off x="1428020" y="4135766"/>
            <a:ext cx="1135109" cy="810869"/>
            <a:chOff x="3391600" y="3107269"/>
            <a:chExt cx="1135109" cy="810869"/>
          </a:xfrm>
        </p:grpSpPr>
        <p:grpSp>
          <p:nvGrpSpPr>
            <p:cNvPr id="259" name="Grupo 258">
              <a:extLst>
                <a:ext uri="{FF2B5EF4-FFF2-40B4-BE49-F238E27FC236}">
                  <a16:creationId xmlns:a16="http://schemas.microsoft.com/office/drawing/2014/main" id="{285C1C2A-3BA3-C447-A30A-05D737F2B7A9}"/>
                </a:ext>
              </a:extLst>
            </p:cNvPr>
            <p:cNvGrpSpPr/>
            <p:nvPr/>
          </p:nvGrpSpPr>
          <p:grpSpPr>
            <a:xfrm>
              <a:off x="3391600" y="3280169"/>
              <a:ext cx="1135109" cy="637969"/>
              <a:chOff x="584746" y="2476291"/>
              <a:chExt cx="1135109" cy="637969"/>
            </a:xfrm>
          </p:grpSpPr>
          <p:grpSp>
            <p:nvGrpSpPr>
              <p:cNvPr id="261" name="Grupo 260">
                <a:extLst>
                  <a:ext uri="{FF2B5EF4-FFF2-40B4-BE49-F238E27FC236}">
                    <a16:creationId xmlns:a16="http://schemas.microsoft.com/office/drawing/2014/main" id="{EB545903-B2A1-0444-B5EB-26098A2884A2}"/>
                  </a:ext>
                </a:extLst>
              </p:cNvPr>
              <p:cNvGrpSpPr/>
              <p:nvPr/>
            </p:nvGrpSpPr>
            <p:grpSpPr>
              <a:xfrm>
                <a:off x="584746" y="2476291"/>
                <a:ext cx="1135109" cy="637969"/>
                <a:chOff x="587856" y="5912609"/>
                <a:chExt cx="1135109" cy="637969"/>
              </a:xfrm>
            </p:grpSpPr>
            <p:sp>
              <p:nvSpPr>
                <p:cNvPr id="263" name="Elipse 262">
                  <a:extLst>
                    <a:ext uri="{FF2B5EF4-FFF2-40B4-BE49-F238E27FC236}">
                      <a16:creationId xmlns:a16="http://schemas.microsoft.com/office/drawing/2014/main" id="{DB441F20-16C6-CD4C-BE0D-1702F7C6E98F}"/>
                    </a:ext>
                  </a:extLst>
                </p:cNvPr>
                <p:cNvSpPr/>
                <p:nvPr/>
              </p:nvSpPr>
              <p:spPr>
                <a:xfrm>
                  <a:off x="1356768" y="5912609"/>
                  <a:ext cx="196452" cy="184666"/>
                </a:xfrm>
                <a:prstGeom prst="ellipse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Autofit/>
                </a:bodyPr>
                <a:lstStyle/>
                <a:p>
                  <a:pPr algn="ctr"/>
                  <a:r>
                    <a:rPr lang="es-ES" sz="1400" b="1" dirty="0">
                      <a:solidFill>
                        <a:schemeClr val="tx1"/>
                      </a:solidFill>
                    </a:rPr>
                    <a:t>Z</a:t>
                  </a:r>
                </a:p>
              </p:txBody>
            </p:sp>
            <p:sp>
              <p:nvSpPr>
                <p:cNvPr id="264" name="Elipse 263">
                  <a:extLst>
                    <a:ext uri="{FF2B5EF4-FFF2-40B4-BE49-F238E27FC236}">
                      <a16:creationId xmlns:a16="http://schemas.microsoft.com/office/drawing/2014/main" id="{DB8F8383-3339-AE4D-9EE8-651231CCCD50}"/>
                    </a:ext>
                  </a:extLst>
                </p:cNvPr>
                <p:cNvSpPr/>
                <p:nvPr/>
              </p:nvSpPr>
              <p:spPr>
                <a:xfrm>
                  <a:off x="693240" y="6021059"/>
                  <a:ext cx="196452" cy="184666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Autofit/>
                </a:bodyPr>
                <a:lstStyle/>
                <a:p>
                  <a:pPr algn="ctr"/>
                  <a:r>
                    <a:rPr lang="es-ES" sz="1100" b="1" dirty="0">
                      <a:solidFill>
                        <a:schemeClr val="tx1"/>
                      </a:solidFill>
                    </a:rPr>
                    <a:t>25</a:t>
                  </a:r>
                </a:p>
              </p:txBody>
            </p:sp>
            <p:sp>
              <p:nvSpPr>
                <p:cNvPr id="265" name="Rectángulo redondeado 10">
                  <a:extLst>
                    <a:ext uri="{FF2B5EF4-FFF2-40B4-BE49-F238E27FC236}">
                      <a16:creationId xmlns:a16="http://schemas.microsoft.com/office/drawing/2014/main" id="{08448CDD-78F7-994C-BB0B-66855164BDDE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87856" y="6332981"/>
                  <a:ext cx="1135109" cy="217597"/>
                </a:xfrm>
                <a:prstGeom prst="roundRect">
                  <a:avLst/>
                </a:prstGeom>
                <a:solidFill>
                  <a:schemeClr val="tx1"/>
                </a:solidFill>
                <a:ln>
                  <a:noFill/>
                </a:ln>
                <a:effectLst>
                  <a:softEdge rad="63500"/>
                </a:effectLst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>
                  <a:noAutofit/>
                </a:bodyPr>
                <a:lstStyle/>
                <a:p>
                  <a:pPr algn="ctr"/>
                  <a:r>
                    <a:rPr lang="es-ES" sz="900" b="1" dirty="0">
                      <a:solidFill>
                        <a:schemeClr val="bg1"/>
                      </a:solidFill>
                    </a:rPr>
                    <a:t>6. NATHAN</a:t>
                  </a:r>
                </a:p>
              </p:txBody>
            </p:sp>
          </p:grpSp>
          <p:pic>
            <p:nvPicPr>
              <p:cNvPr id="262" name="Imagen 261">
                <a:extLst>
                  <a:ext uri="{FF2B5EF4-FFF2-40B4-BE49-F238E27FC236}">
                    <a16:creationId xmlns:a16="http://schemas.microsoft.com/office/drawing/2014/main" id="{B34E554F-8CB4-C845-AA84-A05C8E24926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46858" y="2798167"/>
                <a:ext cx="190500" cy="127000"/>
              </a:xfrm>
              <a:prstGeom prst="rect">
                <a:avLst/>
              </a:prstGeom>
            </p:spPr>
          </p:pic>
        </p:grpSp>
        <p:pic>
          <p:nvPicPr>
            <p:cNvPr id="260" name="Imagen 259">
              <a:extLst>
                <a:ext uri="{FF2B5EF4-FFF2-40B4-BE49-F238E27FC236}">
                  <a16:creationId xmlns:a16="http://schemas.microsoft.com/office/drawing/2014/main" id="{51CCFDCC-91BC-DF44-AB21-370EB9015AD3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3599467" y="3107269"/>
              <a:ext cx="711200" cy="685800"/>
            </a:xfrm>
            <a:prstGeom prst="rect">
              <a:avLst/>
            </a:prstGeom>
          </p:spPr>
        </p:pic>
      </p:grpSp>
      <p:grpSp>
        <p:nvGrpSpPr>
          <p:cNvPr id="266" name="Grupo 265">
            <a:extLst>
              <a:ext uri="{FF2B5EF4-FFF2-40B4-BE49-F238E27FC236}">
                <a16:creationId xmlns:a16="http://schemas.microsoft.com/office/drawing/2014/main" id="{9D0425AD-CA30-2644-81D1-974CEF229F1A}"/>
              </a:ext>
            </a:extLst>
          </p:cNvPr>
          <p:cNvGrpSpPr/>
          <p:nvPr/>
        </p:nvGrpSpPr>
        <p:grpSpPr>
          <a:xfrm>
            <a:off x="2793770" y="4117406"/>
            <a:ext cx="1135109" cy="829229"/>
            <a:chOff x="3342701" y="4048454"/>
            <a:chExt cx="1135109" cy="829229"/>
          </a:xfrm>
        </p:grpSpPr>
        <p:grpSp>
          <p:nvGrpSpPr>
            <p:cNvPr id="267" name="Grupo 266">
              <a:extLst>
                <a:ext uri="{FF2B5EF4-FFF2-40B4-BE49-F238E27FC236}">
                  <a16:creationId xmlns:a16="http://schemas.microsoft.com/office/drawing/2014/main" id="{F0341749-D149-764E-BB91-EABB998B3686}"/>
                </a:ext>
              </a:extLst>
            </p:cNvPr>
            <p:cNvGrpSpPr/>
            <p:nvPr/>
          </p:nvGrpSpPr>
          <p:grpSpPr>
            <a:xfrm>
              <a:off x="3342701" y="4239714"/>
              <a:ext cx="1135109" cy="637969"/>
              <a:chOff x="584746" y="2476291"/>
              <a:chExt cx="1135109" cy="637969"/>
            </a:xfrm>
          </p:grpSpPr>
          <p:grpSp>
            <p:nvGrpSpPr>
              <p:cNvPr id="269" name="Grupo 268">
                <a:extLst>
                  <a:ext uri="{FF2B5EF4-FFF2-40B4-BE49-F238E27FC236}">
                    <a16:creationId xmlns:a16="http://schemas.microsoft.com/office/drawing/2014/main" id="{D2A48D75-AD5B-8E4D-B98D-1F8BFC27DC8E}"/>
                  </a:ext>
                </a:extLst>
              </p:cNvPr>
              <p:cNvGrpSpPr/>
              <p:nvPr/>
            </p:nvGrpSpPr>
            <p:grpSpPr>
              <a:xfrm>
                <a:off x="584746" y="2476291"/>
                <a:ext cx="1135109" cy="637969"/>
                <a:chOff x="587856" y="5912609"/>
                <a:chExt cx="1135109" cy="637969"/>
              </a:xfrm>
            </p:grpSpPr>
            <p:sp>
              <p:nvSpPr>
                <p:cNvPr id="271" name="Elipse 270">
                  <a:extLst>
                    <a:ext uri="{FF2B5EF4-FFF2-40B4-BE49-F238E27FC236}">
                      <a16:creationId xmlns:a16="http://schemas.microsoft.com/office/drawing/2014/main" id="{EF52DA01-7288-5E45-ADD7-22D71FBA4C22}"/>
                    </a:ext>
                  </a:extLst>
                </p:cNvPr>
                <p:cNvSpPr/>
                <p:nvPr/>
              </p:nvSpPr>
              <p:spPr>
                <a:xfrm>
                  <a:off x="1356768" y="5912609"/>
                  <a:ext cx="196452" cy="184666"/>
                </a:xfrm>
                <a:prstGeom prst="ellipse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Autofit/>
                </a:bodyPr>
                <a:lstStyle/>
                <a:p>
                  <a:pPr algn="ctr"/>
                  <a:r>
                    <a:rPr lang="es-ES" sz="1400" b="1" dirty="0">
                      <a:solidFill>
                        <a:schemeClr val="tx1"/>
                      </a:solidFill>
                    </a:rPr>
                    <a:t>D</a:t>
                  </a:r>
                </a:p>
              </p:txBody>
            </p:sp>
            <p:sp>
              <p:nvSpPr>
                <p:cNvPr id="272" name="Elipse 271">
                  <a:extLst>
                    <a:ext uri="{FF2B5EF4-FFF2-40B4-BE49-F238E27FC236}">
                      <a16:creationId xmlns:a16="http://schemas.microsoft.com/office/drawing/2014/main" id="{6FF0C269-63A8-3940-AB0F-8266B55FF254}"/>
                    </a:ext>
                  </a:extLst>
                </p:cNvPr>
                <p:cNvSpPr/>
                <p:nvPr/>
              </p:nvSpPr>
              <p:spPr>
                <a:xfrm>
                  <a:off x="693240" y="6021059"/>
                  <a:ext cx="196452" cy="184666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Autofit/>
                </a:bodyPr>
                <a:lstStyle/>
                <a:p>
                  <a:pPr algn="ctr"/>
                  <a:r>
                    <a:rPr lang="es-ES" sz="1100" b="1" dirty="0">
                      <a:solidFill>
                        <a:schemeClr val="tx1"/>
                      </a:solidFill>
                    </a:rPr>
                    <a:t>21</a:t>
                  </a:r>
                </a:p>
              </p:txBody>
            </p:sp>
            <p:sp>
              <p:nvSpPr>
                <p:cNvPr id="273" name="Rectángulo redondeado 10">
                  <a:extLst>
                    <a:ext uri="{FF2B5EF4-FFF2-40B4-BE49-F238E27FC236}">
                      <a16:creationId xmlns:a16="http://schemas.microsoft.com/office/drawing/2014/main" id="{81569F68-88ED-8144-B2A8-18960759CF1D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87856" y="6332981"/>
                  <a:ext cx="1135109" cy="217597"/>
                </a:xfrm>
                <a:prstGeom prst="roundRect">
                  <a:avLst/>
                </a:prstGeom>
                <a:solidFill>
                  <a:schemeClr val="tx1"/>
                </a:solidFill>
                <a:ln>
                  <a:noFill/>
                </a:ln>
                <a:effectLst>
                  <a:softEdge rad="63500"/>
                </a:effectLst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>
                  <a:noAutofit/>
                </a:bodyPr>
                <a:lstStyle/>
                <a:p>
                  <a:pPr algn="ctr"/>
                  <a:r>
                    <a:rPr lang="es-ES" sz="900" b="1" dirty="0">
                      <a:solidFill>
                        <a:schemeClr val="bg1"/>
                      </a:solidFill>
                    </a:rPr>
                    <a:t>4. PABLO FELIPE</a:t>
                  </a:r>
                </a:p>
              </p:txBody>
            </p:sp>
          </p:grpSp>
          <p:pic>
            <p:nvPicPr>
              <p:cNvPr id="270" name="Imagen 269">
                <a:extLst>
                  <a:ext uri="{FF2B5EF4-FFF2-40B4-BE49-F238E27FC236}">
                    <a16:creationId xmlns:a16="http://schemas.microsoft.com/office/drawing/2014/main" id="{37C8FE2D-8FAC-8C46-8048-5B635A9CC7F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46858" y="2798167"/>
                <a:ext cx="190500" cy="127000"/>
              </a:xfrm>
              <a:prstGeom prst="rect">
                <a:avLst/>
              </a:prstGeom>
            </p:spPr>
          </p:pic>
        </p:grpSp>
        <p:pic>
          <p:nvPicPr>
            <p:cNvPr id="268" name="Imagen 267">
              <a:extLst>
                <a:ext uri="{FF2B5EF4-FFF2-40B4-BE49-F238E27FC236}">
                  <a16:creationId xmlns:a16="http://schemas.microsoft.com/office/drawing/2014/main" id="{1ECBFE8F-79C0-1740-8799-62CBA7881841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3526333" y="4048454"/>
              <a:ext cx="711200" cy="685800"/>
            </a:xfrm>
            <a:prstGeom prst="rect">
              <a:avLst/>
            </a:prstGeom>
          </p:spPr>
        </p:pic>
      </p:grpSp>
      <p:grpSp>
        <p:nvGrpSpPr>
          <p:cNvPr id="274" name="Grupo 273">
            <a:extLst>
              <a:ext uri="{FF2B5EF4-FFF2-40B4-BE49-F238E27FC236}">
                <a16:creationId xmlns:a16="http://schemas.microsoft.com/office/drawing/2014/main" id="{76D4405D-6A0D-D648-ADBF-1C704AA95BFC}"/>
              </a:ext>
            </a:extLst>
          </p:cNvPr>
          <p:cNvGrpSpPr/>
          <p:nvPr/>
        </p:nvGrpSpPr>
        <p:grpSpPr>
          <a:xfrm>
            <a:off x="3838418" y="3892318"/>
            <a:ext cx="1135109" cy="817089"/>
            <a:chOff x="640133" y="4433072"/>
            <a:chExt cx="1135109" cy="817089"/>
          </a:xfrm>
        </p:grpSpPr>
        <p:grpSp>
          <p:nvGrpSpPr>
            <p:cNvPr id="275" name="Grupo 274">
              <a:extLst>
                <a:ext uri="{FF2B5EF4-FFF2-40B4-BE49-F238E27FC236}">
                  <a16:creationId xmlns:a16="http://schemas.microsoft.com/office/drawing/2014/main" id="{F1D1B124-4CF5-A94D-AD6E-C8F59EFF787F}"/>
                </a:ext>
              </a:extLst>
            </p:cNvPr>
            <p:cNvGrpSpPr/>
            <p:nvPr/>
          </p:nvGrpSpPr>
          <p:grpSpPr>
            <a:xfrm>
              <a:off x="640133" y="4612192"/>
              <a:ext cx="1135109" cy="637969"/>
              <a:chOff x="584746" y="2476291"/>
              <a:chExt cx="1135109" cy="637969"/>
            </a:xfrm>
          </p:grpSpPr>
          <p:grpSp>
            <p:nvGrpSpPr>
              <p:cNvPr id="277" name="Grupo 276">
                <a:extLst>
                  <a:ext uri="{FF2B5EF4-FFF2-40B4-BE49-F238E27FC236}">
                    <a16:creationId xmlns:a16="http://schemas.microsoft.com/office/drawing/2014/main" id="{0D9348E2-D0E5-B24A-ACDE-F48C600AAFE3}"/>
                  </a:ext>
                </a:extLst>
              </p:cNvPr>
              <p:cNvGrpSpPr/>
              <p:nvPr/>
            </p:nvGrpSpPr>
            <p:grpSpPr>
              <a:xfrm>
                <a:off x="584746" y="2476291"/>
                <a:ext cx="1135109" cy="637969"/>
                <a:chOff x="587856" y="5912609"/>
                <a:chExt cx="1135109" cy="637969"/>
              </a:xfrm>
            </p:grpSpPr>
            <p:sp>
              <p:nvSpPr>
                <p:cNvPr id="279" name="Elipse 278">
                  <a:extLst>
                    <a:ext uri="{FF2B5EF4-FFF2-40B4-BE49-F238E27FC236}">
                      <a16:creationId xmlns:a16="http://schemas.microsoft.com/office/drawing/2014/main" id="{1FF8ED09-9996-3747-B6B7-977F8E93F2F6}"/>
                    </a:ext>
                  </a:extLst>
                </p:cNvPr>
                <p:cNvSpPr/>
                <p:nvPr/>
              </p:nvSpPr>
              <p:spPr>
                <a:xfrm>
                  <a:off x="1356768" y="5912609"/>
                  <a:ext cx="196452" cy="184666"/>
                </a:xfrm>
                <a:prstGeom prst="ellipse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Autofit/>
                </a:bodyPr>
                <a:lstStyle/>
                <a:p>
                  <a:pPr algn="ctr"/>
                  <a:r>
                    <a:rPr lang="es-ES" sz="1400" b="1" dirty="0">
                      <a:solidFill>
                        <a:schemeClr val="tx1"/>
                      </a:solidFill>
                    </a:rPr>
                    <a:t>D</a:t>
                  </a:r>
                </a:p>
              </p:txBody>
            </p:sp>
            <p:sp>
              <p:nvSpPr>
                <p:cNvPr id="280" name="Elipse 279">
                  <a:extLst>
                    <a:ext uri="{FF2B5EF4-FFF2-40B4-BE49-F238E27FC236}">
                      <a16:creationId xmlns:a16="http://schemas.microsoft.com/office/drawing/2014/main" id="{282642FF-54D9-FC4B-8B8E-A0F36910705F}"/>
                    </a:ext>
                  </a:extLst>
                </p:cNvPr>
                <p:cNvSpPr/>
                <p:nvPr/>
              </p:nvSpPr>
              <p:spPr>
                <a:xfrm>
                  <a:off x="693240" y="6021059"/>
                  <a:ext cx="196452" cy="184666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Autofit/>
                </a:bodyPr>
                <a:lstStyle/>
                <a:p>
                  <a:pPr algn="ctr"/>
                  <a:r>
                    <a:rPr lang="es-ES" sz="1100" b="1" dirty="0">
                      <a:solidFill>
                        <a:schemeClr val="tx1"/>
                      </a:solidFill>
                    </a:rPr>
                    <a:t>24</a:t>
                  </a:r>
                </a:p>
              </p:txBody>
            </p:sp>
            <p:sp>
              <p:nvSpPr>
                <p:cNvPr id="281" name="Rectángulo redondeado 10">
                  <a:extLst>
                    <a:ext uri="{FF2B5EF4-FFF2-40B4-BE49-F238E27FC236}">
                      <a16:creationId xmlns:a16="http://schemas.microsoft.com/office/drawing/2014/main" id="{F35008D8-CA71-B149-BFDB-287369BF3E96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87856" y="6332981"/>
                  <a:ext cx="1135109" cy="217597"/>
                </a:xfrm>
                <a:prstGeom prst="roundRect">
                  <a:avLst/>
                </a:prstGeom>
                <a:solidFill>
                  <a:schemeClr val="tx1"/>
                </a:solidFill>
                <a:ln>
                  <a:noFill/>
                </a:ln>
                <a:effectLst>
                  <a:softEdge rad="63500"/>
                </a:effectLst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>
                  <a:noAutofit/>
                </a:bodyPr>
                <a:lstStyle/>
                <a:p>
                  <a:pPr algn="ctr"/>
                  <a:r>
                    <a:rPr lang="es-ES" sz="900" b="1" dirty="0">
                      <a:solidFill>
                        <a:schemeClr val="bg1"/>
                      </a:solidFill>
                    </a:rPr>
                    <a:t>2. BORGE</a:t>
                  </a:r>
                </a:p>
              </p:txBody>
            </p:sp>
          </p:grpSp>
          <p:pic>
            <p:nvPicPr>
              <p:cNvPr id="278" name="Imagen 277">
                <a:extLst>
                  <a:ext uri="{FF2B5EF4-FFF2-40B4-BE49-F238E27FC236}">
                    <a16:creationId xmlns:a16="http://schemas.microsoft.com/office/drawing/2014/main" id="{30C77DD8-2CEB-0F41-AE55-CE1D46100FA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46858" y="2798167"/>
                <a:ext cx="190500" cy="127000"/>
              </a:xfrm>
              <a:prstGeom prst="rect">
                <a:avLst/>
              </a:prstGeom>
            </p:spPr>
          </p:pic>
        </p:grpSp>
        <p:pic>
          <p:nvPicPr>
            <p:cNvPr id="276" name="Imagen 275">
              <a:extLst>
                <a:ext uri="{FF2B5EF4-FFF2-40B4-BE49-F238E27FC236}">
                  <a16:creationId xmlns:a16="http://schemas.microsoft.com/office/drawing/2014/main" id="{6D41C47C-CAC5-654D-BAF0-36A260C43B85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832509" y="4433072"/>
              <a:ext cx="711200" cy="685800"/>
            </a:xfrm>
            <a:prstGeom prst="rect">
              <a:avLst/>
            </a:prstGeom>
          </p:spPr>
        </p:pic>
      </p:grpSp>
      <p:grpSp>
        <p:nvGrpSpPr>
          <p:cNvPr id="282" name="Grupo 281">
            <a:extLst>
              <a:ext uri="{FF2B5EF4-FFF2-40B4-BE49-F238E27FC236}">
                <a16:creationId xmlns:a16="http://schemas.microsoft.com/office/drawing/2014/main" id="{D54C3C46-3A3A-484C-BC59-1A7D27555218}"/>
              </a:ext>
            </a:extLst>
          </p:cNvPr>
          <p:cNvGrpSpPr/>
          <p:nvPr/>
        </p:nvGrpSpPr>
        <p:grpSpPr>
          <a:xfrm>
            <a:off x="1411679" y="2085137"/>
            <a:ext cx="1135109" cy="807656"/>
            <a:chOff x="2084117" y="4156136"/>
            <a:chExt cx="1135109" cy="807656"/>
          </a:xfrm>
        </p:grpSpPr>
        <p:grpSp>
          <p:nvGrpSpPr>
            <p:cNvPr id="283" name="Grupo 282">
              <a:extLst>
                <a:ext uri="{FF2B5EF4-FFF2-40B4-BE49-F238E27FC236}">
                  <a16:creationId xmlns:a16="http://schemas.microsoft.com/office/drawing/2014/main" id="{B2F24405-2D15-024C-B8AE-C243AF205F41}"/>
                </a:ext>
              </a:extLst>
            </p:cNvPr>
            <p:cNvGrpSpPr/>
            <p:nvPr/>
          </p:nvGrpSpPr>
          <p:grpSpPr>
            <a:xfrm>
              <a:off x="2084117" y="4325823"/>
              <a:ext cx="1135109" cy="637969"/>
              <a:chOff x="584746" y="2476291"/>
              <a:chExt cx="1135109" cy="637969"/>
            </a:xfrm>
          </p:grpSpPr>
          <p:grpSp>
            <p:nvGrpSpPr>
              <p:cNvPr id="285" name="Grupo 284">
                <a:extLst>
                  <a:ext uri="{FF2B5EF4-FFF2-40B4-BE49-F238E27FC236}">
                    <a16:creationId xmlns:a16="http://schemas.microsoft.com/office/drawing/2014/main" id="{3F6F9C10-8874-5B4F-AC88-709171CEC5B4}"/>
                  </a:ext>
                </a:extLst>
              </p:cNvPr>
              <p:cNvGrpSpPr/>
              <p:nvPr/>
            </p:nvGrpSpPr>
            <p:grpSpPr>
              <a:xfrm>
                <a:off x="584746" y="2476291"/>
                <a:ext cx="1135109" cy="637969"/>
                <a:chOff x="587856" y="5912609"/>
                <a:chExt cx="1135109" cy="637969"/>
              </a:xfrm>
            </p:grpSpPr>
            <p:sp>
              <p:nvSpPr>
                <p:cNvPr id="287" name="Elipse 286">
                  <a:extLst>
                    <a:ext uri="{FF2B5EF4-FFF2-40B4-BE49-F238E27FC236}">
                      <a16:creationId xmlns:a16="http://schemas.microsoft.com/office/drawing/2014/main" id="{39C1196F-9A7A-A84A-A121-CA97582E3D1F}"/>
                    </a:ext>
                  </a:extLst>
                </p:cNvPr>
                <p:cNvSpPr/>
                <p:nvPr/>
              </p:nvSpPr>
              <p:spPr>
                <a:xfrm>
                  <a:off x="1356768" y="5912609"/>
                  <a:ext cx="196452" cy="184666"/>
                </a:xfrm>
                <a:prstGeom prst="ellipse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Autofit/>
                </a:bodyPr>
                <a:lstStyle/>
                <a:p>
                  <a:pPr algn="ctr"/>
                  <a:r>
                    <a:rPr lang="es-ES" sz="1400" b="1" dirty="0">
                      <a:solidFill>
                        <a:schemeClr val="tx1"/>
                      </a:solidFill>
                    </a:rPr>
                    <a:t>D</a:t>
                  </a:r>
                </a:p>
              </p:txBody>
            </p:sp>
            <p:sp>
              <p:nvSpPr>
                <p:cNvPr id="288" name="Elipse 287">
                  <a:extLst>
                    <a:ext uri="{FF2B5EF4-FFF2-40B4-BE49-F238E27FC236}">
                      <a16:creationId xmlns:a16="http://schemas.microsoft.com/office/drawing/2014/main" id="{9FFA7202-ECAA-AE40-AB59-0AC47EECE5A3}"/>
                    </a:ext>
                  </a:extLst>
                </p:cNvPr>
                <p:cNvSpPr/>
                <p:nvPr/>
              </p:nvSpPr>
              <p:spPr>
                <a:xfrm>
                  <a:off x="693240" y="6021059"/>
                  <a:ext cx="196452" cy="184666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Autofit/>
                </a:bodyPr>
                <a:lstStyle/>
                <a:p>
                  <a:pPr algn="ctr"/>
                  <a:r>
                    <a:rPr lang="es-ES" sz="1100" b="1" dirty="0">
                      <a:solidFill>
                        <a:schemeClr val="tx1"/>
                      </a:solidFill>
                    </a:rPr>
                    <a:t>23</a:t>
                  </a:r>
                </a:p>
              </p:txBody>
            </p:sp>
            <p:sp>
              <p:nvSpPr>
                <p:cNvPr id="289" name="Rectángulo redondeado 10">
                  <a:extLst>
                    <a:ext uri="{FF2B5EF4-FFF2-40B4-BE49-F238E27FC236}">
                      <a16:creationId xmlns:a16="http://schemas.microsoft.com/office/drawing/2014/main" id="{29810BD1-5F5F-2D4A-B8BD-6C16685454C3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87856" y="6332981"/>
                  <a:ext cx="1135109" cy="217597"/>
                </a:xfrm>
                <a:prstGeom prst="roundRect">
                  <a:avLst/>
                </a:prstGeom>
                <a:solidFill>
                  <a:schemeClr val="tx1"/>
                </a:solidFill>
                <a:ln>
                  <a:noFill/>
                </a:ln>
                <a:effectLst>
                  <a:softEdge rad="63500"/>
                </a:effectLst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>
                  <a:noAutofit/>
                </a:bodyPr>
                <a:lstStyle/>
                <a:p>
                  <a:pPr algn="ctr"/>
                  <a:r>
                    <a:rPr lang="es-ES" sz="900" b="1" dirty="0">
                      <a:solidFill>
                        <a:schemeClr val="bg1"/>
                      </a:solidFill>
                    </a:rPr>
                    <a:t>10. HUGO REDON</a:t>
                  </a:r>
                </a:p>
              </p:txBody>
            </p:sp>
          </p:grpSp>
          <p:pic>
            <p:nvPicPr>
              <p:cNvPr id="286" name="Imagen 285">
                <a:extLst>
                  <a:ext uri="{FF2B5EF4-FFF2-40B4-BE49-F238E27FC236}">
                    <a16:creationId xmlns:a16="http://schemas.microsoft.com/office/drawing/2014/main" id="{367285FA-BFA7-B34E-9EB0-FD8F3942801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46858" y="2798167"/>
                <a:ext cx="190500" cy="127000"/>
              </a:xfrm>
              <a:prstGeom prst="rect">
                <a:avLst/>
              </a:prstGeom>
            </p:spPr>
          </p:pic>
        </p:grpSp>
        <p:pic>
          <p:nvPicPr>
            <p:cNvPr id="284" name="Imagen 283">
              <a:extLst>
                <a:ext uri="{FF2B5EF4-FFF2-40B4-BE49-F238E27FC236}">
                  <a16:creationId xmlns:a16="http://schemas.microsoft.com/office/drawing/2014/main" id="{37E0D9AE-35B2-1941-BA65-B7C9D300DEC2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2254450" y="4156136"/>
              <a:ext cx="711200" cy="685800"/>
            </a:xfrm>
            <a:prstGeom prst="rect">
              <a:avLst/>
            </a:prstGeom>
          </p:spPr>
        </p:pic>
      </p:grpSp>
      <p:grpSp>
        <p:nvGrpSpPr>
          <p:cNvPr id="290" name="Grupo 289">
            <a:extLst>
              <a:ext uri="{FF2B5EF4-FFF2-40B4-BE49-F238E27FC236}">
                <a16:creationId xmlns:a16="http://schemas.microsoft.com/office/drawing/2014/main" id="{E65D6549-0889-3340-8E0C-BA28BCC97B91}"/>
              </a:ext>
            </a:extLst>
          </p:cNvPr>
          <p:cNvGrpSpPr/>
          <p:nvPr/>
        </p:nvGrpSpPr>
        <p:grpSpPr>
          <a:xfrm>
            <a:off x="485320" y="1284403"/>
            <a:ext cx="1135109" cy="807029"/>
            <a:chOff x="3374703" y="2139282"/>
            <a:chExt cx="1135109" cy="807029"/>
          </a:xfrm>
        </p:grpSpPr>
        <p:grpSp>
          <p:nvGrpSpPr>
            <p:cNvPr id="291" name="Grupo 290">
              <a:extLst>
                <a:ext uri="{FF2B5EF4-FFF2-40B4-BE49-F238E27FC236}">
                  <a16:creationId xmlns:a16="http://schemas.microsoft.com/office/drawing/2014/main" id="{5C9D35A5-E235-5B48-AB6D-C451897FC04B}"/>
                </a:ext>
              </a:extLst>
            </p:cNvPr>
            <p:cNvGrpSpPr/>
            <p:nvPr/>
          </p:nvGrpSpPr>
          <p:grpSpPr>
            <a:xfrm>
              <a:off x="3374703" y="2308342"/>
              <a:ext cx="1135109" cy="637969"/>
              <a:chOff x="584746" y="2476291"/>
              <a:chExt cx="1135109" cy="637969"/>
            </a:xfrm>
          </p:grpSpPr>
          <p:grpSp>
            <p:nvGrpSpPr>
              <p:cNvPr id="293" name="Grupo 292">
                <a:extLst>
                  <a:ext uri="{FF2B5EF4-FFF2-40B4-BE49-F238E27FC236}">
                    <a16:creationId xmlns:a16="http://schemas.microsoft.com/office/drawing/2014/main" id="{80438890-4E8B-0C47-A34B-65AB5FE677CB}"/>
                  </a:ext>
                </a:extLst>
              </p:cNvPr>
              <p:cNvGrpSpPr/>
              <p:nvPr/>
            </p:nvGrpSpPr>
            <p:grpSpPr>
              <a:xfrm>
                <a:off x="584746" y="2476291"/>
                <a:ext cx="1135109" cy="637969"/>
                <a:chOff x="587856" y="5912609"/>
                <a:chExt cx="1135109" cy="637969"/>
              </a:xfrm>
            </p:grpSpPr>
            <p:sp>
              <p:nvSpPr>
                <p:cNvPr id="295" name="Elipse 294">
                  <a:extLst>
                    <a:ext uri="{FF2B5EF4-FFF2-40B4-BE49-F238E27FC236}">
                      <a16:creationId xmlns:a16="http://schemas.microsoft.com/office/drawing/2014/main" id="{A309F775-7AB8-E648-B288-746681A9880E}"/>
                    </a:ext>
                  </a:extLst>
                </p:cNvPr>
                <p:cNvSpPr/>
                <p:nvPr/>
              </p:nvSpPr>
              <p:spPr>
                <a:xfrm>
                  <a:off x="1356768" y="5912609"/>
                  <a:ext cx="196452" cy="184666"/>
                </a:xfrm>
                <a:prstGeom prst="ellipse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Autofit/>
                </a:bodyPr>
                <a:lstStyle/>
                <a:p>
                  <a:pPr algn="ctr"/>
                  <a:r>
                    <a:rPr lang="es-ES" sz="1400" b="1" dirty="0">
                      <a:solidFill>
                        <a:schemeClr val="tx1"/>
                      </a:solidFill>
                    </a:rPr>
                    <a:t>D</a:t>
                  </a:r>
                </a:p>
              </p:txBody>
            </p:sp>
            <p:sp>
              <p:nvSpPr>
                <p:cNvPr id="296" name="Elipse 295">
                  <a:extLst>
                    <a:ext uri="{FF2B5EF4-FFF2-40B4-BE49-F238E27FC236}">
                      <a16:creationId xmlns:a16="http://schemas.microsoft.com/office/drawing/2014/main" id="{686D3B94-8E45-FD45-9E1D-66423F57C99D}"/>
                    </a:ext>
                  </a:extLst>
                </p:cNvPr>
                <p:cNvSpPr/>
                <p:nvPr/>
              </p:nvSpPr>
              <p:spPr>
                <a:xfrm>
                  <a:off x="693240" y="6021059"/>
                  <a:ext cx="196452" cy="184666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Autofit/>
                </a:bodyPr>
                <a:lstStyle/>
                <a:p>
                  <a:pPr algn="ctr"/>
                  <a:r>
                    <a:rPr lang="es-ES" sz="1100" b="1" dirty="0">
                      <a:solidFill>
                        <a:schemeClr val="tx1"/>
                      </a:solidFill>
                    </a:rPr>
                    <a:t>23</a:t>
                  </a:r>
                </a:p>
              </p:txBody>
            </p:sp>
            <p:sp>
              <p:nvSpPr>
                <p:cNvPr id="297" name="Rectángulo redondeado 10">
                  <a:extLst>
                    <a:ext uri="{FF2B5EF4-FFF2-40B4-BE49-F238E27FC236}">
                      <a16:creationId xmlns:a16="http://schemas.microsoft.com/office/drawing/2014/main" id="{1FD94FD8-7F79-494A-97E4-CE6CC9EC5ABE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87856" y="6332981"/>
                  <a:ext cx="1135109" cy="217597"/>
                </a:xfrm>
                <a:prstGeom prst="roundRect">
                  <a:avLst/>
                </a:prstGeom>
                <a:solidFill>
                  <a:schemeClr val="tx1"/>
                </a:solidFill>
                <a:ln>
                  <a:noFill/>
                </a:ln>
                <a:effectLst>
                  <a:softEdge rad="63500"/>
                </a:effectLst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>
                  <a:noAutofit/>
                </a:bodyPr>
                <a:lstStyle/>
                <a:p>
                  <a:pPr algn="ctr"/>
                  <a:r>
                    <a:rPr lang="es-ES" sz="900" b="1" dirty="0">
                      <a:solidFill>
                        <a:schemeClr val="bg1"/>
                      </a:solidFill>
                    </a:rPr>
                    <a:t>21. MARIO SESE</a:t>
                  </a:r>
                </a:p>
              </p:txBody>
            </p:sp>
          </p:grpSp>
          <p:pic>
            <p:nvPicPr>
              <p:cNvPr id="294" name="Imagen 293">
                <a:extLst>
                  <a:ext uri="{FF2B5EF4-FFF2-40B4-BE49-F238E27FC236}">
                    <a16:creationId xmlns:a16="http://schemas.microsoft.com/office/drawing/2014/main" id="{4C91D3FC-3C8F-0248-AB32-C4F3D8CB40D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46858" y="2798167"/>
                <a:ext cx="190500" cy="127000"/>
              </a:xfrm>
              <a:prstGeom prst="rect">
                <a:avLst/>
              </a:prstGeom>
            </p:spPr>
          </p:pic>
        </p:grpSp>
        <p:pic>
          <p:nvPicPr>
            <p:cNvPr id="292" name="Imagen 291">
              <a:extLst>
                <a:ext uri="{FF2B5EF4-FFF2-40B4-BE49-F238E27FC236}">
                  <a16:creationId xmlns:a16="http://schemas.microsoft.com/office/drawing/2014/main" id="{ABEFFC45-B704-E045-BB61-C9589341BBC0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3574980" y="2139282"/>
              <a:ext cx="711200" cy="685800"/>
            </a:xfrm>
            <a:prstGeom prst="rect">
              <a:avLst/>
            </a:prstGeom>
          </p:spPr>
        </p:pic>
      </p:grpSp>
      <p:grpSp>
        <p:nvGrpSpPr>
          <p:cNvPr id="298" name="Grupo 297">
            <a:extLst>
              <a:ext uri="{FF2B5EF4-FFF2-40B4-BE49-F238E27FC236}">
                <a16:creationId xmlns:a16="http://schemas.microsoft.com/office/drawing/2014/main" id="{AC68620F-580C-184E-843C-991D020F13A0}"/>
              </a:ext>
            </a:extLst>
          </p:cNvPr>
          <p:cNvGrpSpPr/>
          <p:nvPr/>
        </p:nvGrpSpPr>
        <p:grpSpPr>
          <a:xfrm>
            <a:off x="2758807" y="2065830"/>
            <a:ext cx="1135109" cy="824344"/>
            <a:chOff x="4638971" y="2104002"/>
            <a:chExt cx="1135109" cy="824344"/>
          </a:xfrm>
        </p:grpSpPr>
        <p:pic>
          <p:nvPicPr>
            <p:cNvPr id="299" name="Imagen 298">
              <a:extLst>
                <a:ext uri="{FF2B5EF4-FFF2-40B4-BE49-F238E27FC236}">
                  <a16:creationId xmlns:a16="http://schemas.microsoft.com/office/drawing/2014/main" id="{5503AF01-E0D2-9E41-B554-EFDF467BBCB7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4846229" y="2104002"/>
              <a:ext cx="711200" cy="685800"/>
            </a:xfrm>
            <a:prstGeom prst="rect">
              <a:avLst/>
            </a:prstGeom>
          </p:spPr>
        </p:pic>
        <p:grpSp>
          <p:nvGrpSpPr>
            <p:cNvPr id="300" name="Grupo 299">
              <a:extLst>
                <a:ext uri="{FF2B5EF4-FFF2-40B4-BE49-F238E27FC236}">
                  <a16:creationId xmlns:a16="http://schemas.microsoft.com/office/drawing/2014/main" id="{A973D282-6C58-074D-9D86-20E4801BD09D}"/>
                </a:ext>
              </a:extLst>
            </p:cNvPr>
            <p:cNvGrpSpPr/>
            <p:nvPr/>
          </p:nvGrpSpPr>
          <p:grpSpPr>
            <a:xfrm>
              <a:off x="4638971" y="2290377"/>
              <a:ext cx="1135109" cy="637969"/>
              <a:chOff x="584746" y="2476291"/>
              <a:chExt cx="1135109" cy="637969"/>
            </a:xfrm>
          </p:grpSpPr>
          <p:grpSp>
            <p:nvGrpSpPr>
              <p:cNvPr id="301" name="Grupo 300">
                <a:extLst>
                  <a:ext uri="{FF2B5EF4-FFF2-40B4-BE49-F238E27FC236}">
                    <a16:creationId xmlns:a16="http://schemas.microsoft.com/office/drawing/2014/main" id="{115B4454-3E63-8D43-9085-E3D0A1C4B920}"/>
                  </a:ext>
                </a:extLst>
              </p:cNvPr>
              <p:cNvGrpSpPr/>
              <p:nvPr/>
            </p:nvGrpSpPr>
            <p:grpSpPr>
              <a:xfrm>
                <a:off x="584746" y="2476291"/>
                <a:ext cx="1135109" cy="637969"/>
                <a:chOff x="587856" y="5912609"/>
                <a:chExt cx="1135109" cy="637969"/>
              </a:xfrm>
            </p:grpSpPr>
            <p:sp>
              <p:nvSpPr>
                <p:cNvPr id="303" name="Elipse 302">
                  <a:extLst>
                    <a:ext uri="{FF2B5EF4-FFF2-40B4-BE49-F238E27FC236}">
                      <a16:creationId xmlns:a16="http://schemas.microsoft.com/office/drawing/2014/main" id="{DD784A53-F05D-EC40-A930-E35ED87BA62C}"/>
                    </a:ext>
                  </a:extLst>
                </p:cNvPr>
                <p:cNvSpPr/>
                <p:nvPr/>
              </p:nvSpPr>
              <p:spPr>
                <a:xfrm>
                  <a:off x="1356768" y="5912609"/>
                  <a:ext cx="196452" cy="184666"/>
                </a:xfrm>
                <a:prstGeom prst="ellipse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Autofit/>
                </a:bodyPr>
                <a:lstStyle/>
                <a:p>
                  <a:pPr algn="ctr"/>
                  <a:r>
                    <a:rPr lang="es-ES" sz="1400" b="1" dirty="0">
                      <a:solidFill>
                        <a:schemeClr val="tx1"/>
                      </a:solidFill>
                    </a:rPr>
                    <a:t>Z</a:t>
                  </a:r>
                </a:p>
              </p:txBody>
            </p:sp>
            <p:sp>
              <p:nvSpPr>
                <p:cNvPr id="304" name="Elipse 303">
                  <a:extLst>
                    <a:ext uri="{FF2B5EF4-FFF2-40B4-BE49-F238E27FC236}">
                      <a16:creationId xmlns:a16="http://schemas.microsoft.com/office/drawing/2014/main" id="{23632468-CB36-C642-B584-18A446A3035D}"/>
                    </a:ext>
                  </a:extLst>
                </p:cNvPr>
                <p:cNvSpPr/>
                <p:nvPr/>
              </p:nvSpPr>
              <p:spPr>
                <a:xfrm>
                  <a:off x="693240" y="6021059"/>
                  <a:ext cx="196452" cy="184666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Autofit/>
                </a:bodyPr>
                <a:lstStyle/>
                <a:p>
                  <a:pPr algn="ctr"/>
                  <a:r>
                    <a:rPr lang="es-ES" sz="1100" b="1" dirty="0">
                      <a:solidFill>
                        <a:schemeClr val="tx1"/>
                      </a:solidFill>
                    </a:rPr>
                    <a:t>24</a:t>
                  </a:r>
                </a:p>
              </p:txBody>
            </p:sp>
            <p:sp>
              <p:nvSpPr>
                <p:cNvPr id="305" name="Rectángulo redondeado 10">
                  <a:extLst>
                    <a:ext uri="{FF2B5EF4-FFF2-40B4-BE49-F238E27FC236}">
                      <a16:creationId xmlns:a16="http://schemas.microsoft.com/office/drawing/2014/main" id="{0BF1163A-8678-1243-92A1-D8F792B899F1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87856" y="6332981"/>
                  <a:ext cx="1135109" cy="217597"/>
                </a:xfrm>
                <a:prstGeom prst="roundRect">
                  <a:avLst/>
                </a:prstGeom>
                <a:solidFill>
                  <a:schemeClr val="tx1"/>
                </a:solidFill>
                <a:ln>
                  <a:noFill/>
                </a:ln>
                <a:effectLst>
                  <a:softEdge rad="63500"/>
                </a:effectLst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>
                  <a:noAutofit/>
                </a:bodyPr>
                <a:lstStyle/>
                <a:p>
                  <a:pPr algn="ctr"/>
                  <a:r>
                    <a:rPr lang="es-ES" sz="900" b="1" dirty="0">
                      <a:solidFill>
                        <a:schemeClr val="bg1"/>
                      </a:solidFill>
                    </a:rPr>
                    <a:t>8. ROMERA</a:t>
                  </a:r>
                </a:p>
              </p:txBody>
            </p:sp>
          </p:grpSp>
          <p:pic>
            <p:nvPicPr>
              <p:cNvPr id="302" name="Imagen 301">
                <a:extLst>
                  <a:ext uri="{FF2B5EF4-FFF2-40B4-BE49-F238E27FC236}">
                    <a16:creationId xmlns:a16="http://schemas.microsoft.com/office/drawing/2014/main" id="{04844C57-3E94-6F4F-AE9A-EA7BAE655B0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46858" y="2798167"/>
                <a:ext cx="190500" cy="127000"/>
              </a:xfrm>
              <a:prstGeom prst="rect">
                <a:avLst/>
              </a:prstGeom>
            </p:spPr>
          </p:pic>
        </p:grpSp>
      </p:grpSp>
      <p:grpSp>
        <p:nvGrpSpPr>
          <p:cNvPr id="306" name="Grupo 305">
            <a:extLst>
              <a:ext uri="{FF2B5EF4-FFF2-40B4-BE49-F238E27FC236}">
                <a16:creationId xmlns:a16="http://schemas.microsoft.com/office/drawing/2014/main" id="{3BE5FE21-64FB-3B47-B737-51D18689A5E9}"/>
              </a:ext>
            </a:extLst>
          </p:cNvPr>
          <p:cNvGrpSpPr/>
          <p:nvPr/>
        </p:nvGrpSpPr>
        <p:grpSpPr>
          <a:xfrm>
            <a:off x="2092189" y="3271627"/>
            <a:ext cx="1218994" cy="836945"/>
            <a:chOff x="4637276" y="3093126"/>
            <a:chExt cx="1218994" cy="836945"/>
          </a:xfrm>
        </p:grpSpPr>
        <p:grpSp>
          <p:nvGrpSpPr>
            <p:cNvPr id="307" name="Grupo 306">
              <a:extLst>
                <a:ext uri="{FF2B5EF4-FFF2-40B4-BE49-F238E27FC236}">
                  <a16:creationId xmlns:a16="http://schemas.microsoft.com/office/drawing/2014/main" id="{95189D10-33F0-FB44-B66B-F080B0C97BC2}"/>
                </a:ext>
              </a:extLst>
            </p:cNvPr>
            <p:cNvGrpSpPr/>
            <p:nvPr/>
          </p:nvGrpSpPr>
          <p:grpSpPr>
            <a:xfrm>
              <a:off x="4637276" y="3276021"/>
              <a:ext cx="1218994" cy="654050"/>
              <a:chOff x="584746" y="2476291"/>
              <a:chExt cx="1218994" cy="654050"/>
            </a:xfrm>
          </p:grpSpPr>
          <p:grpSp>
            <p:nvGrpSpPr>
              <p:cNvPr id="309" name="Grupo 308">
                <a:extLst>
                  <a:ext uri="{FF2B5EF4-FFF2-40B4-BE49-F238E27FC236}">
                    <a16:creationId xmlns:a16="http://schemas.microsoft.com/office/drawing/2014/main" id="{71846357-13AF-9D48-A9CC-7F7034EDAF49}"/>
                  </a:ext>
                </a:extLst>
              </p:cNvPr>
              <p:cNvGrpSpPr/>
              <p:nvPr/>
            </p:nvGrpSpPr>
            <p:grpSpPr>
              <a:xfrm>
                <a:off x="584746" y="2476291"/>
                <a:ext cx="1218994" cy="654050"/>
                <a:chOff x="587856" y="5912609"/>
                <a:chExt cx="1218994" cy="654050"/>
              </a:xfrm>
            </p:grpSpPr>
            <p:sp>
              <p:nvSpPr>
                <p:cNvPr id="311" name="Elipse 310">
                  <a:extLst>
                    <a:ext uri="{FF2B5EF4-FFF2-40B4-BE49-F238E27FC236}">
                      <a16:creationId xmlns:a16="http://schemas.microsoft.com/office/drawing/2014/main" id="{04D62F35-0306-7842-A672-50F941F8FCFA}"/>
                    </a:ext>
                  </a:extLst>
                </p:cNvPr>
                <p:cNvSpPr/>
                <p:nvPr/>
              </p:nvSpPr>
              <p:spPr>
                <a:xfrm>
                  <a:off x="1356768" y="5912609"/>
                  <a:ext cx="196452" cy="184666"/>
                </a:xfrm>
                <a:prstGeom prst="ellipse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Autofit/>
                </a:bodyPr>
                <a:lstStyle/>
                <a:p>
                  <a:pPr algn="ctr"/>
                  <a:r>
                    <a:rPr lang="es-ES" sz="1400" b="1" dirty="0">
                      <a:solidFill>
                        <a:schemeClr val="tx1"/>
                      </a:solidFill>
                    </a:rPr>
                    <a:t>D</a:t>
                  </a:r>
                </a:p>
              </p:txBody>
            </p:sp>
            <p:sp>
              <p:nvSpPr>
                <p:cNvPr id="312" name="Elipse 311">
                  <a:extLst>
                    <a:ext uri="{FF2B5EF4-FFF2-40B4-BE49-F238E27FC236}">
                      <a16:creationId xmlns:a16="http://schemas.microsoft.com/office/drawing/2014/main" id="{7620CDD6-4509-5741-AAE7-ACB25A8AB29A}"/>
                    </a:ext>
                  </a:extLst>
                </p:cNvPr>
                <p:cNvSpPr/>
                <p:nvPr/>
              </p:nvSpPr>
              <p:spPr>
                <a:xfrm>
                  <a:off x="693240" y="6021059"/>
                  <a:ext cx="196452" cy="184666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Autofit/>
                </a:bodyPr>
                <a:lstStyle/>
                <a:p>
                  <a:pPr algn="ctr"/>
                  <a:r>
                    <a:rPr lang="es-ES" sz="1100" b="1" dirty="0">
                      <a:solidFill>
                        <a:schemeClr val="tx1"/>
                      </a:solidFill>
                    </a:rPr>
                    <a:t>22</a:t>
                  </a:r>
                </a:p>
              </p:txBody>
            </p:sp>
            <p:sp>
              <p:nvSpPr>
                <p:cNvPr id="313" name="Rectángulo redondeado 10">
                  <a:extLst>
                    <a:ext uri="{FF2B5EF4-FFF2-40B4-BE49-F238E27FC236}">
                      <a16:creationId xmlns:a16="http://schemas.microsoft.com/office/drawing/2014/main" id="{45E17122-B5C3-6A41-86AD-3DFA5E436749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87856" y="6332981"/>
                  <a:ext cx="1218994" cy="233678"/>
                </a:xfrm>
                <a:prstGeom prst="roundRect">
                  <a:avLst/>
                </a:prstGeom>
                <a:solidFill>
                  <a:schemeClr val="tx1"/>
                </a:solidFill>
                <a:ln>
                  <a:noFill/>
                </a:ln>
                <a:effectLst>
                  <a:softEdge rad="63500"/>
                </a:effectLst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>
                  <a:noAutofit/>
                </a:bodyPr>
                <a:lstStyle/>
                <a:p>
                  <a:pPr algn="ctr"/>
                  <a:r>
                    <a:rPr lang="es-ES" sz="900" b="1" dirty="0">
                      <a:solidFill>
                        <a:schemeClr val="bg1"/>
                      </a:solidFill>
                    </a:rPr>
                    <a:t>20. SANDER BALLERO</a:t>
                  </a:r>
                </a:p>
              </p:txBody>
            </p:sp>
          </p:grpSp>
          <p:pic>
            <p:nvPicPr>
              <p:cNvPr id="310" name="Imagen 309">
                <a:extLst>
                  <a:ext uri="{FF2B5EF4-FFF2-40B4-BE49-F238E27FC236}">
                    <a16:creationId xmlns:a16="http://schemas.microsoft.com/office/drawing/2014/main" id="{44456F4B-E6C2-5444-A3CB-C439CD9D72A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46858" y="2798167"/>
                <a:ext cx="190500" cy="127000"/>
              </a:xfrm>
              <a:prstGeom prst="rect">
                <a:avLst/>
              </a:prstGeom>
            </p:spPr>
          </p:pic>
        </p:grpSp>
        <p:pic>
          <p:nvPicPr>
            <p:cNvPr id="308" name="Imagen 307">
              <a:extLst>
                <a:ext uri="{FF2B5EF4-FFF2-40B4-BE49-F238E27FC236}">
                  <a16:creationId xmlns:a16="http://schemas.microsoft.com/office/drawing/2014/main" id="{D379472B-D15F-434C-892A-5698A0841BB2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4831214" y="3093126"/>
              <a:ext cx="711200" cy="685800"/>
            </a:xfrm>
            <a:prstGeom prst="rect">
              <a:avLst/>
            </a:prstGeom>
          </p:spPr>
        </p:pic>
      </p:grpSp>
      <p:grpSp>
        <p:nvGrpSpPr>
          <p:cNvPr id="314" name="Grupo 313">
            <a:extLst>
              <a:ext uri="{FF2B5EF4-FFF2-40B4-BE49-F238E27FC236}">
                <a16:creationId xmlns:a16="http://schemas.microsoft.com/office/drawing/2014/main" id="{EDB1DB27-1286-E84B-8B78-A03414304505}"/>
              </a:ext>
            </a:extLst>
          </p:cNvPr>
          <p:cNvGrpSpPr/>
          <p:nvPr/>
        </p:nvGrpSpPr>
        <p:grpSpPr>
          <a:xfrm>
            <a:off x="2100958" y="721865"/>
            <a:ext cx="1218994" cy="837933"/>
            <a:chOff x="4617104" y="4065616"/>
            <a:chExt cx="1218994" cy="837933"/>
          </a:xfrm>
        </p:grpSpPr>
        <p:grpSp>
          <p:nvGrpSpPr>
            <p:cNvPr id="315" name="Grupo 314">
              <a:extLst>
                <a:ext uri="{FF2B5EF4-FFF2-40B4-BE49-F238E27FC236}">
                  <a16:creationId xmlns:a16="http://schemas.microsoft.com/office/drawing/2014/main" id="{9A0C7142-4074-B74E-8B91-ACB218C27D1B}"/>
                </a:ext>
              </a:extLst>
            </p:cNvPr>
            <p:cNvGrpSpPr/>
            <p:nvPr/>
          </p:nvGrpSpPr>
          <p:grpSpPr>
            <a:xfrm>
              <a:off x="4617104" y="4249499"/>
              <a:ext cx="1218994" cy="654050"/>
              <a:chOff x="584746" y="2476291"/>
              <a:chExt cx="1218994" cy="654050"/>
            </a:xfrm>
          </p:grpSpPr>
          <p:grpSp>
            <p:nvGrpSpPr>
              <p:cNvPr id="317" name="Grupo 316">
                <a:extLst>
                  <a:ext uri="{FF2B5EF4-FFF2-40B4-BE49-F238E27FC236}">
                    <a16:creationId xmlns:a16="http://schemas.microsoft.com/office/drawing/2014/main" id="{EAFE7456-ED45-4644-81FF-008748E25054}"/>
                  </a:ext>
                </a:extLst>
              </p:cNvPr>
              <p:cNvGrpSpPr/>
              <p:nvPr/>
            </p:nvGrpSpPr>
            <p:grpSpPr>
              <a:xfrm>
                <a:off x="584746" y="2476291"/>
                <a:ext cx="1218994" cy="654050"/>
                <a:chOff x="587856" y="5912609"/>
                <a:chExt cx="1218994" cy="654050"/>
              </a:xfrm>
            </p:grpSpPr>
            <p:sp>
              <p:nvSpPr>
                <p:cNvPr id="319" name="Elipse 318">
                  <a:extLst>
                    <a:ext uri="{FF2B5EF4-FFF2-40B4-BE49-F238E27FC236}">
                      <a16:creationId xmlns:a16="http://schemas.microsoft.com/office/drawing/2014/main" id="{ABF07DAB-7AF8-AE4B-AB33-ED21B1C07FCC}"/>
                    </a:ext>
                  </a:extLst>
                </p:cNvPr>
                <p:cNvSpPr/>
                <p:nvPr/>
              </p:nvSpPr>
              <p:spPr>
                <a:xfrm>
                  <a:off x="1356768" y="5912609"/>
                  <a:ext cx="196452" cy="184666"/>
                </a:xfrm>
                <a:prstGeom prst="ellipse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Autofit/>
                </a:bodyPr>
                <a:lstStyle/>
                <a:p>
                  <a:pPr algn="ctr"/>
                  <a:r>
                    <a:rPr lang="es-ES" sz="1400" b="1" dirty="0">
                      <a:solidFill>
                        <a:schemeClr val="tx1"/>
                      </a:solidFill>
                    </a:rPr>
                    <a:t>D</a:t>
                  </a:r>
                </a:p>
              </p:txBody>
            </p:sp>
            <p:sp>
              <p:nvSpPr>
                <p:cNvPr id="376" name="Elipse 375">
                  <a:extLst>
                    <a:ext uri="{FF2B5EF4-FFF2-40B4-BE49-F238E27FC236}">
                      <a16:creationId xmlns:a16="http://schemas.microsoft.com/office/drawing/2014/main" id="{931AA749-D242-A14A-96A2-92335C54B490}"/>
                    </a:ext>
                  </a:extLst>
                </p:cNvPr>
                <p:cNvSpPr/>
                <p:nvPr/>
              </p:nvSpPr>
              <p:spPr>
                <a:xfrm>
                  <a:off x="693240" y="6021059"/>
                  <a:ext cx="196452" cy="184666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Autofit/>
                </a:bodyPr>
                <a:lstStyle/>
                <a:p>
                  <a:pPr algn="ctr"/>
                  <a:r>
                    <a:rPr lang="es-ES" sz="1100" b="1" dirty="0">
                      <a:solidFill>
                        <a:schemeClr val="tx1"/>
                      </a:solidFill>
                    </a:rPr>
                    <a:t>27</a:t>
                  </a:r>
                </a:p>
              </p:txBody>
            </p:sp>
            <p:sp>
              <p:nvSpPr>
                <p:cNvPr id="377" name="Rectángulo redondeado 10">
                  <a:extLst>
                    <a:ext uri="{FF2B5EF4-FFF2-40B4-BE49-F238E27FC236}">
                      <a16:creationId xmlns:a16="http://schemas.microsoft.com/office/drawing/2014/main" id="{DD43BEC0-640E-964C-8BC9-D42435F1EE0D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87856" y="6332981"/>
                  <a:ext cx="1218994" cy="233678"/>
                </a:xfrm>
                <a:prstGeom prst="roundRect">
                  <a:avLst/>
                </a:prstGeom>
                <a:solidFill>
                  <a:schemeClr val="tx1"/>
                </a:solidFill>
                <a:ln>
                  <a:noFill/>
                </a:ln>
                <a:effectLst>
                  <a:softEdge rad="63500"/>
                </a:effectLst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>
                  <a:noAutofit/>
                </a:bodyPr>
                <a:lstStyle/>
                <a:p>
                  <a:pPr algn="ctr"/>
                  <a:r>
                    <a:rPr lang="es-ES" sz="900" b="1" dirty="0">
                      <a:solidFill>
                        <a:schemeClr val="bg1"/>
                      </a:solidFill>
                    </a:rPr>
                    <a:t>7. SERGIO MORENO</a:t>
                  </a:r>
                </a:p>
              </p:txBody>
            </p:sp>
          </p:grpSp>
          <p:pic>
            <p:nvPicPr>
              <p:cNvPr id="318" name="Imagen 317">
                <a:extLst>
                  <a:ext uri="{FF2B5EF4-FFF2-40B4-BE49-F238E27FC236}">
                    <a16:creationId xmlns:a16="http://schemas.microsoft.com/office/drawing/2014/main" id="{1F1E0039-BF20-A043-A009-EB4B57A0470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46858" y="2798167"/>
                <a:ext cx="190500" cy="127000"/>
              </a:xfrm>
              <a:prstGeom prst="rect">
                <a:avLst/>
              </a:prstGeom>
            </p:spPr>
          </p:pic>
        </p:grpSp>
        <p:pic>
          <p:nvPicPr>
            <p:cNvPr id="316" name="Imagen 315">
              <a:extLst>
                <a:ext uri="{FF2B5EF4-FFF2-40B4-BE49-F238E27FC236}">
                  <a16:creationId xmlns:a16="http://schemas.microsoft.com/office/drawing/2014/main" id="{E7D20CB4-673C-1542-8E08-51FEAA71DAAF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4791155" y="4065616"/>
              <a:ext cx="711200" cy="685800"/>
            </a:xfrm>
            <a:prstGeom prst="rect">
              <a:avLst/>
            </a:prstGeom>
          </p:spPr>
        </p:pic>
      </p:grpSp>
      <p:grpSp>
        <p:nvGrpSpPr>
          <p:cNvPr id="378" name="Grupo 377">
            <a:extLst>
              <a:ext uri="{FF2B5EF4-FFF2-40B4-BE49-F238E27FC236}">
                <a16:creationId xmlns:a16="http://schemas.microsoft.com/office/drawing/2014/main" id="{82FB0D0B-C133-7C4B-8EBB-0A67B2DECC42}"/>
              </a:ext>
            </a:extLst>
          </p:cNvPr>
          <p:cNvGrpSpPr/>
          <p:nvPr/>
        </p:nvGrpSpPr>
        <p:grpSpPr>
          <a:xfrm>
            <a:off x="3737143" y="1290755"/>
            <a:ext cx="1135109" cy="821269"/>
            <a:chOff x="2084118" y="2154934"/>
            <a:chExt cx="1135109" cy="821269"/>
          </a:xfrm>
        </p:grpSpPr>
        <p:grpSp>
          <p:nvGrpSpPr>
            <p:cNvPr id="379" name="Grupo 378">
              <a:extLst>
                <a:ext uri="{FF2B5EF4-FFF2-40B4-BE49-F238E27FC236}">
                  <a16:creationId xmlns:a16="http://schemas.microsoft.com/office/drawing/2014/main" id="{C384F0E2-DE23-2F4D-9A8A-96633FEA97F5}"/>
                </a:ext>
              </a:extLst>
            </p:cNvPr>
            <p:cNvGrpSpPr/>
            <p:nvPr/>
          </p:nvGrpSpPr>
          <p:grpSpPr>
            <a:xfrm>
              <a:off x="2084118" y="2338234"/>
              <a:ext cx="1135109" cy="637969"/>
              <a:chOff x="584746" y="2476291"/>
              <a:chExt cx="1135109" cy="637969"/>
            </a:xfrm>
          </p:grpSpPr>
          <p:grpSp>
            <p:nvGrpSpPr>
              <p:cNvPr id="385" name="Grupo 384">
                <a:extLst>
                  <a:ext uri="{FF2B5EF4-FFF2-40B4-BE49-F238E27FC236}">
                    <a16:creationId xmlns:a16="http://schemas.microsoft.com/office/drawing/2014/main" id="{460ECC6D-2491-054C-9ECB-0C4219E7F9AC}"/>
                  </a:ext>
                </a:extLst>
              </p:cNvPr>
              <p:cNvGrpSpPr/>
              <p:nvPr/>
            </p:nvGrpSpPr>
            <p:grpSpPr>
              <a:xfrm>
                <a:off x="584746" y="2476291"/>
                <a:ext cx="1135109" cy="637969"/>
                <a:chOff x="587856" y="5912609"/>
                <a:chExt cx="1135109" cy="637969"/>
              </a:xfrm>
            </p:grpSpPr>
            <p:sp>
              <p:nvSpPr>
                <p:cNvPr id="387" name="Elipse 386">
                  <a:extLst>
                    <a:ext uri="{FF2B5EF4-FFF2-40B4-BE49-F238E27FC236}">
                      <a16:creationId xmlns:a16="http://schemas.microsoft.com/office/drawing/2014/main" id="{A02DCE30-EBAE-BE41-8585-F4F77AAA8699}"/>
                    </a:ext>
                  </a:extLst>
                </p:cNvPr>
                <p:cNvSpPr/>
                <p:nvPr/>
              </p:nvSpPr>
              <p:spPr>
                <a:xfrm>
                  <a:off x="1356768" y="5912609"/>
                  <a:ext cx="196452" cy="184666"/>
                </a:xfrm>
                <a:prstGeom prst="ellipse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Autofit/>
                </a:bodyPr>
                <a:lstStyle/>
                <a:p>
                  <a:pPr algn="ctr"/>
                  <a:r>
                    <a:rPr lang="es-ES" sz="1400" b="1" dirty="0">
                      <a:solidFill>
                        <a:schemeClr val="tx1"/>
                      </a:solidFill>
                    </a:rPr>
                    <a:t>D</a:t>
                  </a:r>
                </a:p>
              </p:txBody>
            </p:sp>
            <p:sp>
              <p:nvSpPr>
                <p:cNvPr id="388" name="Elipse 387">
                  <a:extLst>
                    <a:ext uri="{FF2B5EF4-FFF2-40B4-BE49-F238E27FC236}">
                      <a16:creationId xmlns:a16="http://schemas.microsoft.com/office/drawing/2014/main" id="{869CA48E-7939-1E4D-970C-07718C144097}"/>
                    </a:ext>
                  </a:extLst>
                </p:cNvPr>
                <p:cNvSpPr/>
                <p:nvPr/>
              </p:nvSpPr>
              <p:spPr>
                <a:xfrm>
                  <a:off x="693240" y="6021059"/>
                  <a:ext cx="196452" cy="184666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Autofit/>
                </a:bodyPr>
                <a:lstStyle/>
                <a:p>
                  <a:pPr algn="ctr"/>
                  <a:r>
                    <a:rPr lang="es-ES" sz="1100" b="1" dirty="0">
                      <a:solidFill>
                        <a:schemeClr val="tx1"/>
                      </a:solidFill>
                    </a:rPr>
                    <a:t>26</a:t>
                  </a:r>
                </a:p>
              </p:txBody>
            </p:sp>
            <p:sp>
              <p:nvSpPr>
                <p:cNvPr id="389" name="Rectángulo redondeado 10">
                  <a:extLst>
                    <a:ext uri="{FF2B5EF4-FFF2-40B4-BE49-F238E27FC236}">
                      <a16:creationId xmlns:a16="http://schemas.microsoft.com/office/drawing/2014/main" id="{C3AD9186-7EB9-054E-87ED-9192725E35E2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87856" y="6332981"/>
                  <a:ext cx="1135109" cy="217597"/>
                </a:xfrm>
                <a:prstGeom prst="roundRect">
                  <a:avLst/>
                </a:prstGeom>
                <a:solidFill>
                  <a:schemeClr val="tx1"/>
                </a:solidFill>
                <a:ln>
                  <a:noFill/>
                </a:ln>
                <a:effectLst>
                  <a:softEdge rad="63500"/>
                </a:effectLst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>
                  <a:noAutofit/>
                </a:bodyPr>
                <a:lstStyle/>
                <a:p>
                  <a:pPr algn="ctr"/>
                  <a:r>
                    <a:rPr lang="es-ES" sz="900" b="1" dirty="0">
                      <a:solidFill>
                        <a:schemeClr val="bg1"/>
                      </a:solidFill>
                    </a:rPr>
                    <a:t>11. EDU GALLARDO</a:t>
                  </a:r>
                </a:p>
              </p:txBody>
            </p:sp>
          </p:grpSp>
          <p:pic>
            <p:nvPicPr>
              <p:cNvPr id="386" name="Imagen 385">
                <a:extLst>
                  <a:ext uri="{FF2B5EF4-FFF2-40B4-BE49-F238E27FC236}">
                    <a16:creationId xmlns:a16="http://schemas.microsoft.com/office/drawing/2014/main" id="{47F2472F-91EB-DE4D-A3E1-FE291B804EC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46858" y="2798167"/>
                <a:ext cx="190500" cy="127000"/>
              </a:xfrm>
              <a:prstGeom prst="rect">
                <a:avLst/>
              </a:prstGeom>
            </p:spPr>
          </p:pic>
        </p:grpSp>
        <p:pic>
          <p:nvPicPr>
            <p:cNvPr id="384" name="Imagen 383">
              <a:extLst>
                <a:ext uri="{FF2B5EF4-FFF2-40B4-BE49-F238E27FC236}">
                  <a16:creationId xmlns:a16="http://schemas.microsoft.com/office/drawing/2014/main" id="{9B9EB774-62C5-524E-9668-9EBC5320FF3C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>
              <a:off x="2280103" y="2154934"/>
              <a:ext cx="711200" cy="685800"/>
            </a:xfrm>
            <a:prstGeom prst="rect">
              <a:avLst/>
            </a:prstGeom>
          </p:spPr>
        </p:pic>
      </p:grpSp>
      <p:grpSp>
        <p:nvGrpSpPr>
          <p:cNvPr id="390" name="Grupo 389">
            <a:extLst>
              <a:ext uri="{FF2B5EF4-FFF2-40B4-BE49-F238E27FC236}">
                <a16:creationId xmlns:a16="http://schemas.microsoft.com/office/drawing/2014/main" id="{04AA08EB-2B56-344B-BF6B-375A30C9D429}"/>
              </a:ext>
            </a:extLst>
          </p:cNvPr>
          <p:cNvGrpSpPr/>
          <p:nvPr/>
        </p:nvGrpSpPr>
        <p:grpSpPr>
          <a:xfrm>
            <a:off x="7852899" y="4856254"/>
            <a:ext cx="1218994" cy="830384"/>
            <a:chOff x="4608492" y="5028787"/>
            <a:chExt cx="1218994" cy="830384"/>
          </a:xfrm>
        </p:grpSpPr>
        <p:grpSp>
          <p:nvGrpSpPr>
            <p:cNvPr id="391" name="Grupo 390">
              <a:extLst>
                <a:ext uri="{FF2B5EF4-FFF2-40B4-BE49-F238E27FC236}">
                  <a16:creationId xmlns:a16="http://schemas.microsoft.com/office/drawing/2014/main" id="{324D193D-B40F-B94B-A3C7-017A1A4AFC20}"/>
                </a:ext>
              </a:extLst>
            </p:cNvPr>
            <p:cNvGrpSpPr/>
            <p:nvPr/>
          </p:nvGrpSpPr>
          <p:grpSpPr>
            <a:xfrm>
              <a:off x="4608492" y="5205121"/>
              <a:ext cx="1218994" cy="654050"/>
              <a:chOff x="584746" y="2476291"/>
              <a:chExt cx="1218994" cy="654050"/>
            </a:xfrm>
          </p:grpSpPr>
          <p:grpSp>
            <p:nvGrpSpPr>
              <p:cNvPr id="393" name="Grupo 392">
                <a:extLst>
                  <a:ext uri="{FF2B5EF4-FFF2-40B4-BE49-F238E27FC236}">
                    <a16:creationId xmlns:a16="http://schemas.microsoft.com/office/drawing/2014/main" id="{0B5D5490-C773-4B4B-AA73-C85396FDF870}"/>
                  </a:ext>
                </a:extLst>
              </p:cNvPr>
              <p:cNvGrpSpPr/>
              <p:nvPr/>
            </p:nvGrpSpPr>
            <p:grpSpPr>
              <a:xfrm>
                <a:off x="584746" y="2476291"/>
                <a:ext cx="1218994" cy="654050"/>
                <a:chOff x="587856" y="5912609"/>
                <a:chExt cx="1218994" cy="654050"/>
              </a:xfrm>
            </p:grpSpPr>
            <p:sp>
              <p:nvSpPr>
                <p:cNvPr id="395" name="Elipse 394">
                  <a:extLst>
                    <a:ext uri="{FF2B5EF4-FFF2-40B4-BE49-F238E27FC236}">
                      <a16:creationId xmlns:a16="http://schemas.microsoft.com/office/drawing/2014/main" id="{D7690918-174E-BF4D-9FFB-FA43C1FC375E}"/>
                    </a:ext>
                  </a:extLst>
                </p:cNvPr>
                <p:cNvSpPr/>
                <p:nvPr/>
              </p:nvSpPr>
              <p:spPr>
                <a:xfrm>
                  <a:off x="1356768" y="5912609"/>
                  <a:ext cx="196452" cy="184666"/>
                </a:xfrm>
                <a:prstGeom prst="ellipse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Autofit/>
                </a:bodyPr>
                <a:lstStyle/>
                <a:p>
                  <a:pPr algn="ctr"/>
                  <a:r>
                    <a:rPr lang="es-ES" sz="1400" b="1" dirty="0">
                      <a:solidFill>
                        <a:schemeClr val="tx1"/>
                      </a:solidFill>
                    </a:rPr>
                    <a:t>D</a:t>
                  </a:r>
                </a:p>
              </p:txBody>
            </p:sp>
            <p:sp>
              <p:nvSpPr>
                <p:cNvPr id="396" name="Elipse 395">
                  <a:extLst>
                    <a:ext uri="{FF2B5EF4-FFF2-40B4-BE49-F238E27FC236}">
                      <a16:creationId xmlns:a16="http://schemas.microsoft.com/office/drawing/2014/main" id="{3E0DA6BD-6D07-8A4B-A0CD-1381B5F6FA90}"/>
                    </a:ext>
                  </a:extLst>
                </p:cNvPr>
                <p:cNvSpPr/>
                <p:nvPr/>
              </p:nvSpPr>
              <p:spPr>
                <a:xfrm>
                  <a:off x="693240" y="6021059"/>
                  <a:ext cx="196452" cy="184666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Autofit/>
                </a:bodyPr>
                <a:lstStyle/>
                <a:p>
                  <a:pPr algn="ctr"/>
                  <a:r>
                    <a:rPr lang="es-ES" sz="1100" b="1" dirty="0">
                      <a:solidFill>
                        <a:schemeClr val="tx1"/>
                      </a:solidFill>
                    </a:rPr>
                    <a:t>28</a:t>
                  </a:r>
                </a:p>
              </p:txBody>
            </p:sp>
            <p:sp>
              <p:nvSpPr>
                <p:cNvPr id="397" name="Rectángulo redondeado 10">
                  <a:extLst>
                    <a:ext uri="{FF2B5EF4-FFF2-40B4-BE49-F238E27FC236}">
                      <a16:creationId xmlns:a16="http://schemas.microsoft.com/office/drawing/2014/main" id="{DA3606F8-0A93-3E4C-A010-3665D0CB8295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87856" y="6332981"/>
                  <a:ext cx="1218994" cy="233678"/>
                </a:xfrm>
                <a:prstGeom prst="roundRect">
                  <a:avLst/>
                </a:prstGeom>
                <a:solidFill>
                  <a:schemeClr val="tx1"/>
                </a:solidFill>
                <a:ln>
                  <a:noFill/>
                </a:ln>
                <a:effectLst>
                  <a:softEdge rad="63500"/>
                </a:effectLst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>
                  <a:noAutofit/>
                </a:bodyPr>
                <a:lstStyle/>
                <a:p>
                  <a:pPr algn="ctr"/>
                  <a:r>
                    <a:rPr lang="es-ES" sz="900" b="1" dirty="0">
                      <a:solidFill>
                        <a:schemeClr val="bg1"/>
                      </a:solidFill>
                    </a:rPr>
                    <a:t>13. ZARCO</a:t>
                  </a:r>
                </a:p>
              </p:txBody>
            </p:sp>
          </p:grpSp>
          <p:pic>
            <p:nvPicPr>
              <p:cNvPr id="394" name="Imagen 393">
                <a:extLst>
                  <a:ext uri="{FF2B5EF4-FFF2-40B4-BE49-F238E27FC236}">
                    <a16:creationId xmlns:a16="http://schemas.microsoft.com/office/drawing/2014/main" id="{45B32B73-9F27-A74C-BAFC-D20105CB2AD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46858" y="2798167"/>
                <a:ext cx="190500" cy="127000"/>
              </a:xfrm>
              <a:prstGeom prst="rect">
                <a:avLst/>
              </a:prstGeom>
            </p:spPr>
          </p:pic>
        </p:grpSp>
        <p:pic>
          <p:nvPicPr>
            <p:cNvPr id="392" name="Imagen 391">
              <a:extLst>
                <a:ext uri="{FF2B5EF4-FFF2-40B4-BE49-F238E27FC236}">
                  <a16:creationId xmlns:a16="http://schemas.microsoft.com/office/drawing/2014/main" id="{5C143B25-BF98-8E4F-85FE-57A47DD3BA6A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4813198" y="5028787"/>
              <a:ext cx="711200" cy="685800"/>
            </a:xfrm>
            <a:prstGeom prst="rect">
              <a:avLst/>
            </a:prstGeom>
          </p:spPr>
        </p:pic>
      </p:grpSp>
      <p:grpSp>
        <p:nvGrpSpPr>
          <p:cNvPr id="398" name="Grupo 397">
            <a:extLst>
              <a:ext uri="{FF2B5EF4-FFF2-40B4-BE49-F238E27FC236}">
                <a16:creationId xmlns:a16="http://schemas.microsoft.com/office/drawing/2014/main" id="{FFFD7AF7-4654-0B48-9101-2A3E65C22471}"/>
              </a:ext>
            </a:extLst>
          </p:cNvPr>
          <p:cNvGrpSpPr/>
          <p:nvPr/>
        </p:nvGrpSpPr>
        <p:grpSpPr>
          <a:xfrm>
            <a:off x="6185214" y="3859142"/>
            <a:ext cx="1135109" cy="826158"/>
            <a:chOff x="2084116" y="5081825"/>
            <a:chExt cx="1135109" cy="826158"/>
          </a:xfrm>
        </p:grpSpPr>
        <p:pic>
          <p:nvPicPr>
            <p:cNvPr id="399" name="Imagen 398">
              <a:extLst>
                <a:ext uri="{FF2B5EF4-FFF2-40B4-BE49-F238E27FC236}">
                  <a16:creationId xmlns:a16="http://schemas.microsoft.com/office/drawing/2014/main" id="{6A932D8A-4C0E-A14C-A287-D6A560E418E2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2217548" y="5081825"/>
              <a:ext cx="711200" cy="685800"/>
            </a:xfrm>
            <a:prstGeom prst="rect">
              <a:avLst/>
            </a:prstGeom>
          </p:spPr>
        </p:pic>
        <p:grpSp>
          <p:nvGrpSpPr>
            <p:cNvPr id="400" name="Grupo 399">
              <a:extLst>
                <a:ext uri="{FF2B5EF4-FFF2-40B4-BE49-F238E27FC236}">
                  <a16:creationId xmlns:a16="http://schemas.microsoft.com/office/drawing/2014/main" id="{C393CA6E-593E-864A-AA5E-A3E30986706C}"/>
                </a:ext>
              </a:extLst>
            </p:cNvPr>
            <p:cNvGrpSpPr/>
            <p:nvPr/>
          </p:nvGrpSpPr>
          <p:grpSpPr>
            <a:xfrm>
              <a:off x="2084116" y="5270014"/>
              <a:ext cx="1135109" cy="637969"/>
              <a:chOff x="584746" y="2476291"/>
              <a:chExt cx="1135109" cy="637969"/>
            </a:xfrm>
          </p:grpSpPr>
          <p:grpSp>
            <p:nvGrpSpPr>
              <p:cNvPr id="401" name="Grupo 400">
                <a:extLst>
                  <a:ext uri="{FF2B5EF4-FFF2-40B4-BE49-F238E27FC236}">
                    <a16:creationId xmlns:a16="http://schemas.microsoft.com/office/drawing/2014/main" id="{D837DF1C-CE92-0D4C-BA4B-B3CD550032BC}"/>
                  </a:ext>
                </a:extLst>
              </p:cNvPr>
              <p:cNvGrpSpPr/>
              <p:nvPr/>
            </p:nvGrpSpPr>
            <p:grpSpPr>
              <a:xfrm>
                <a:off x="584746" y="2476291"/>
                <a:ext cx="1135109" cy="637969"/>
                <a:chOff x="587856" y="5912609"/>
                <a:chExt cx="1135109" cy="637969"/>
              </a:xfrm>
            </p:grpSpPr>
            <p:sp>
              <p:nvSpPr>
                <p:cNvPr id="403" name="Elipse 402">
                  <a:extLst>
                    <a:ext uri="{FF2B5EF4-FFF2-40B4-BE49-F238E27FC236}">
                      <a16:creationId xmlns:a16="http://schemas.microsoft.com/office/drawing/2014/main" id="{BD622186-6A49-D94A-B6FD-C35151904B48}"/>
                    </a:ext>
                  </a:extLst>
                </p:cNvPr>
                <p:cNvSpPr/>
                <p:nvPr/>
              </p:nvSpPr>
              <p:spPr>
                <a:xfrm>
                  <a:off x="1356768" y="5912609"/>
                  <a:ext cx="196452" cy="184666"/>
                </a:xfrm>
                <a:prstGeom prst="ellipse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Autofit/>
                </a:bodyPr>
                <a:lstStyle/>
                <a:p>
                  <a:pPr algn="ctr"/>
                  <a:r>
                    <a:rPr lang="es-ES" sz="1400" b="1" dirty="0">
                      <a:solidFill>
                        <a:schemeClr val="tx1"/>
                      </a:solidFill>
                    </a:rPr>
                    <a:t>Z</a:t>
                  </a:r>
                </a:p>
              </p:txBody>
            </p:sp>
            <p:sp>
              <p:nvSpPr>
                <p:cNvPr id="404" name="Elipse 403">
                  <a:extLst>
                    <a:ext uri="{FF2B5EF4-FFF2-40B4-BE49-F238E27FC236}">
                      <a16:creationId xmlns:a16="http://schemas.microsoft.com/office/drawing/2014/main" id="{F214723C-8144-FB4E-AC21-116D23C254AB}"/>
                    </a:ext>
                  </a:extLst>
                </p:cNvPr>
                <p:cNvSpPr/>
                <p:nvPr/>
              </p:nvSpPr>
              <p:spPr>
                <a:xfrm>
                  <a:off x="693240" y="6021059"/>
                  <a:ext cx="196452" cy="184666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Autofit/>
                </a:bodyPr>
                <a:lstStyle/>
                <a:p>
                  <a:pPr algn="ctr"/>
                  <a:r>
                    <a:rPr lang="es-ES" sz="1100" b="1" dirty="0">
                      <a:solidFill>
                        <a:schemeClr val="tx1"/>
                      </a:solidFill>
                    </a:rPr>
                    <a:t>27</a:t>
                  </a:r>
                </a:p>
              </p:txBody>
            </p:sp>
            <p:sp>
              <p:nvSpPr>
                <p:cNvPr id="405" name="Rectángulo redondeado 10">
                  <a:extLst>
                    <a:ext uri="{FF2B5EF4-FFF2-40B4-BE49-F238E27FC236}">
                      <a16:creationId xmlns:a16="http://schemas.microsoft.com/office/drawing/2014/main" id="{8F2DF2D8-938A-B942-98EA-4D2696B11393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87856" y="6332981"/>
                  <a:ext cx="1135109" cy="217597"/>
                </a:xfrm>
                <a:prstGeom prst="roundRect">
                  <a:avLst/>
                </a:prstGeom>
                <a:solidFill>
                  <a:schemeClr val="tx1"/>
                </a:solidFill>
                <a:ln>
                  <a:noFill/>
                </a:ln>
                <a:effectLst>
                  <a:softEdge rad="63500"/>
                </a:effectLst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>
                  <a:noAutofit/>
                </a:bodyPr>
                <a:lstStyle/>
                <a:p>
                  <a:pPr algn="ctr"/>
                  <a:r>
                    <a:rPr lang="es-ES" sz="900" b="1" dirty="0">
                      <a:solidFill>
                        <a:schemeClr val="bg1"/>
                      </a:solidFill>
                    </a:rPr>
                    <a:t>3. JOSERRA</a:t>
                  </a:r>
                </a:p>
              </p:txBody>
            </p:sp>
          </p:grpSp>
          <p:pic>
            <p:nvPicPr>
              <p:cNvPr id="402" name="Imagen 401">
                <a:extLst>
                  <a:ext uri="{FF2B5EF4-FFF2-40B4-BE49-F238E27FC236}">
                    <a16:creationId xmlns:a16="http://schemas.microsoft.com/office/drawing/2014/main" id="{62D29F2A-0220-FF40-9166-F1A54BF2B73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46858" y="2798167"/>
                <a:ext cx="190500" cy="127000"/>
              </a:xfrm>
              <a:prstGeom prst="rect">
                <a:avLst/>
              </a:prstGeom>
            </p:spPr>
          </p:pic>
        </p:grpSp>
      </p:grpSp>
      <p:grpSp>
        <p:nvGrpSpPr>
          <p:cNvPr id="406" name="Grupo 405">
            <a:extLst>
              <a:ext uri="{FF2B5EF4-FFF2-40B4-BE49-F238E27FC236}">
                <a16:creationId xmlns:a16="http://schemas.microsoft.com/office/drawing/2014/main" id="{92724D74-1DE7-A549-B0EF-0F0774276AF3}"/>
              </a:ext>
            </a:extLst>
          </p:cNvPr>
          <p:cNvGrpSpPr/>
          <p:nvPr/>
        </p:nvGrpSpPr>
        <p:grpSpPr>
          <a:xfrm>
            <a:off x="7193715" y="4126225"/>
            <a:ext cx="1135109" cy="810869"/>
            <a:chOff x="3391600" y="3107269"/>
            <a:chExt cx="1135109" cy="810869"/>
          </a:xfrm>
        </p:grpSpPr>
        <p:grpSp>
          <p:nvGrpSpPr>
            <p:cNvPr id="407" name="Grupo 406">
              <a:extLst>
                <a:ext uri="{FF2B5EF4-FFF2-40B4-BE49-F238E27FC236}">
                  <a16:creationId xmlns:a16="http://schemas.microsoft.com/office/drawing/2014/main" id="{E6EC4FEB-B543-5040-A2C9-79B089055516}"/>
                </a:ext>
              </a:extLst>
            </p:cNvPr>
            <p:cNvGrpSpPr/>
            <p:nvPr/>
          </p:nvGrpSpPr>
          <p:grpSpPr>
            <a:xfrm>
              <a:off x="3391600" y="3280169"/>
              <a:ext cx="1135109" cy="637969"/>
              <a:chOff x="584746" y="2476291"/>
              <a:chExt cx="1135109" cy="637969"/>
            </a:xfrm>
          </p:grpSpPr>
          <p:grpSp>
            <p:nvGrpSpPr>
              <p:cNvPr id="409" name="Grupo 408">
                <a:extLst>
                  <a:ext uri="{FF2B5EF4-FFF2-40B4-BE49-F238E27FC236}">
                    <a16:creationId xmlns:a16="http://schemas.microsoft.com/office/drawing/2014/main" id="{FC831489-C106-AF41-B9F7-4AF509E15D62}"/>
                  </a:ext>
                </a:extLst>
              </p:cNvPr>
              <p:cNvGrpSpPr/>
              <p:nvPr/>
            </p:nvGrpSpPr>
            <p:grpSpPr>
              <a:xfrm>
                <a:off x="584746" y="2476291"/>
                <a:ext cx="1135109" cy="637969"/>
                <a:chOff x="587856" y="5912609"/>
                <a:chExt cx="1135109" cy="637969"/>
              </a:xfrm>
            </p:grpSpPr>
            <p:sp>
              <p:nvSpPr>
                <p:cNvPr id="411" name="Elipse 410">
                  <a:extLst>
                    <a:ext uri="{FF2B5EF4-FFF2-40B4-BE49-F238E27FC236}">
                      <a16:creationId xmlns:a16="http://schemas.microsoft.com/office/drawing/2014/main" id="{C05D9825-65D7-AD41-9482-8B3DF6E674EE}"/>
                    </a:ext>
                  </a:extLst>
                </p:cNvPr>
                <p:cNvSpPr/>
                <p:nvPr/>
              </p:nvSpPr>
              <p:spPr>
                <a:xfrm>
                  <a:off x="1356768" y="5912609"/>
                  <a:ext cx="196452" cy="184666"/>
                </a:xfrm>
                <a:prstGeom prst="ellipse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Autofit/>
                </a:bodyPr>
                <a:lstStyle/>
                <a:p>
                  <a:pPr algn="ctr"/>
                  <a:r>
                    <a:rPr lang="es-ES" sz="1400" b="1" dirty="0">
                      <a:solidFill>
                        <a:schemeClr val="tx1"/>
                      </a:solidFill>
                    </a:rPr>
                    <a:t>Z</a:t>
                  </a:r>
                </a:p>
              </p:txBody>
            </p:sp>
            <p:sp>
              <p:nvSpPr>
                <p:cNvPr id="412" name="Elipse 411">
                  <a:extLst>
                    <a:ext uri="{FF2B5EF4-FFF2-40B4-BE49-F238E27FC236}">
                      <a16:creationId xmlns:a16="http://schemas.microsoft.com/office/drawing/2014/main" id="{9D3D6D8C-5BEC-944A-A7AC-F38FA713248E}"/>
                    </a:ext>
                  </a:extLst>
                </p:cNvPr>
                <p:cNvSpPr/>
                <p:nvPr/>
              </p:nvSpPr>
              <p:spPr>
                <a:xfrm>
                  <a:off x="693240" y="6021059"/>
                  <a:ext cx="196452" cy="184666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Autofit/>
                </a:bodyPr>
                <a:lstStyle/>
                <a:p>
                  <a:pPr algn="ctr"/>
                  <a:r>
                    <a:rPr lang="es-ES" sz="1100" b="1" dirty="0">
                      <a:solidFill>
                        <a:schemeClr val="tx1"/>
                      </a:solidFill>
                    </a:rPr>
                    <a:t>25</a:t>
                  </a:r>
                </a:p>
              </p:txBody>
            </p:sp>
            <p:sp>
              <p:nvSpPr>
                <p:cNvPr id="413" name="Rectángulo redondeado 10">
                  <a:extLst>
                    <a:ext uri="{FF2B5EF4-FFF2-40B4-BE49-F238E27FC236}">
                      <a16:creationId xmlns:a16="http://schemas.microsoft.com/office/drawing/2014/main" id="{96456C15-E86C-4548-8BB0-A1AFC2F4A2DC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87856" y="6332981"/>
                  <a:ext cx="1135109" cy="217597"/>
                </a:xfrm>
                <a:prstGeom prst="roundRect">
                  <a:avLst/>
                </a:prstGeom>
                <a:solidFill>
                  <a:schemeClr val="tx1"/>
                </a:solidFill>
                <a:ln>
                  <a:noFill/>
                </a:ln>
                <a:effectLst>
                  <a:softEdge rad="63500"/>
                </a:effectLst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>
                  <a:noAutofit/>
                </a:bodyPr>
                <a:lstStyle/>
                <a:p>
                  <a:pPr algn="ctr"/>
                  <a:r>
                    <a:rPr lang="es-ES" sz="900" b="1" dirty="0">
                      <a:solidFill>
                        <a:schemeClr val="bg1"/>
                      </a:solidFill>
                    </a:rPr>
                    <a:t>6. NATHAN</a:t>
                  </a:r>
                </a:p>
              </p:txBody>
            </p:sp>
          </p:grpSp>
          <p:pic>
            <p:nvPicPr>
              <p:cNvPr id="410" name="Imagen 409">
                <a:extLst>
                  <a:ext uri="{FF2B5EF4-FFF2-40B4-BE49-F238E27FC236}">
                    <a16:creationId xmlns:a16="http://schemas.microsoft.com/office/drawing/2014/main" id="{5C496321-8764-044E-BC82-EB049A568EA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46858" y="2798167"/>
                <a:ext cx="190500" cy="127000"/>
              </a:xfrm>
              <a:prstGeom prst="rect">
                <a:avLst/>
              </a:prstGeom>
            </p:spPr>
          </p:pic>
        </p:grpSp>
        <p:pic>
          <p:nvPicPr>
            <p:cNvPr id="408" name="Imagen 407">
              <a:extLst>
                <a:ext uri="{FF2B5EF4-FFF2-40B4-BE49-F238E27FC236}">
                  <a16:creationId xmlns:a16="http://schemas.microsoft.com/office/drawing/2014/main" id="{3E7DEE79-1AA9-F642-9ED8-84DE2A399C52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3599467" y="3107269"/>
              <a:ext cx="711200" cy="685800"/>
            </a:xfrm>
            <a:prstGeom prst="rect">
              <a:avLst/>
            </a:prstGeom>
          </p:spPr>
        </p:pic>
      </p:grpSp>
      <p:grpSp>
        <p:nvGrpSpPr>
          <p:cNvPr id="414" name="Grupo 413">
            <a:extLst>
              <a:ext uri="{FF2B5EF4-FFF2-40B4-BE49-F238E27FC236}">
                <a16:creationId xmlns:a16="http://schemas.microsoft.com/office/drawing/2014/main" id="{A812D1B4-EFF0-4F4F-B6A1-4856602880C5}"/>
              </a:ext>
            </a:extLst>
          </p:cNvPr>
          <p:cNvGrpSpPr/>
          <p:nvPr/>
        </p:nvGrpSpPr>
        <p:grpSpPr>
          <a:xfrm>
            <a:off x="8559803" y="4087139"/>
            <a:ext cx="1135109" cy="809014"/>
            <a:chOff x="570401" y="2399517"/>
            <a:chExt cx="1135109" cy="809014"/>
          </a:xfrm>
        </p:grpSpPr>
        <p:grpSp>
          <p:nvGrpSpPr>
            <p:cNvPr id="415" name="Grupo 414">
              <a:extLst>
                <a:ext uri="{FF2B5EF4-FFF2-40B4-BE49-F238E27FC236}">
                  <a16:creationId xmlns:a16="http://schemas.microsoft.com/office/drawing/2014/main" id="{B4467D2B-57BD-D642-A6A1-1CFE6A0578AD}"/>
                </a:ext>
              </a:extLst>
            </p:cNvPr>
            <p:cNvGrpSpPr/>
            <p:nvPr/>
          </p:nvGrpSpPr>
          <p:grpSpPr>
            <a:xfrm>
              <a:off x="570401" y="2570562"/>
              <a:ext cx="1135109" cy="637969"/>
              <a:chOff x="584746" y="2476291"/>
              <a:chExt cx="1135109" cy="637969"/>
            </a:xfrm>
          </p:grpSpPr>
          <p:grpSp>
            <p:nvGrpSpPr>
              <p:cNvPr id="417" name="Grupo 416">
                <a:extLst>
                  <a:ext uri="{FF2B5EF4-FFF2-40B4-BE49-F238E27FC236}">
                    <a16:creationId xmlns:a16="http://schemas.microsoft.com/office/drawing/2014/main" id="{D85C27A3-92C4-E140-8129-ED4AB7818335}"/>
                  </a:ext>
                </a:extLst>
              </p:cNvPr>
              <p:cNvGrpSpPr/>
              <p:nvPr/>
            </p:nvGrpSpPr>
            <p:grpSpPr>
              <a:xfrm>
                <a:off x="584746" y="2476291"/>
                <a:ext cx="1135109" cy="637969"/>
                <a:chOff x="587856" y="5912609"/>
                <a:chExt cx="1135109" cy="637969"/>
              </a:xfrm>
            </p:grpSpPr>
            <p:sp>
              <p:nvSpPr>
                <p:cNvPr id="419" name="Elipse 418">
                  <a:extLst>
                    <a:ext uri="{FF2B5EF4-FFF2-40B4-BE49-F238E27FC236}">
                      <a16:creationId xmlns:a16="http://schemas.microsoft.com/office/drawing/2014/main" id="{606261CD-475A-AF4D-921F-A9140C3B54CA}"/>
                    </a:ext>
                  </a:extLst>
                </p:cNvPr>
                <p:cNvSpPr/>
                <p:nvPr/>
              </p:nvSpPr>
              <p:spPr>
                <a:xfrm>
                  <a:off x="1356768" y="5912609"/>
                  <a:ext cx="196452" cy="184666"/>
                </a:xfrm>
                <a:prstGeom prst="ellipse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Autofit/>
                </a:bodyPr>
                <a:lstStyle/>
                <a:p>
                  <a:pPr algn="ctr"/>
                  <a:r>
                    <a:rPr lang="es-ES" sz="1400" b="1" dirty="0">
                      <a:solidFill>
                        <a:schemeClr val="tx1"/>
                      </a:solidFill>
                    </a:rPr>
                    <a:t>D</a:t>
                  </a:r>
                </a:p>
              </p:txBody>
            </p:sp>
            <p:sp>
              <p:nvSpPr>
                <p:cNvPr id="420" name="Elipse 419">
                  <a:extLst>
                    <a:ext uri="{FF2B5EF4-FFF2-40B4-BE49-F238E27FC236}">
                      <a16:creationId xmlns:a16="http://schemas.microsoft.com/office/drawing/2014/main" id="{68A18BD4-B412-EE41-A152-05C6053FAD53}"/>
                    </a:ext>
                  </a:extLst>
                </p:cNvPr>
                <p:cNvSpPr/>
                <p:nvPr/>
              </p:nvSpPr>
              <p:spPr>
                <a:xfrm>
                  <a:off x="693240" y="6021059"/>
                  <a:ext cx="196452" cy="184666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Autofit/>
                </a:bodyPr>
                <a:lstStyle/>
                <a:p>
                  <a:pPr algn="ctr"/>
                  <a:r>
                    <a:rPr lang="es-ES" sz="1100" b="1" dirty="0">
                      <a:solidFill>
                        <a:schemeClr val="tx1"/>
                      </a:solidFill>
                    </a:rPr>
                    <a:t>27</a:t>
                  </a:r>
                </a:p>
              </p:txBody>
            </p:sp>
            <p:sp>
              <p:nvSpPr>
                <p:cNvPr id="421" name="Rectángulo redondeado 10">
                  <a:extLst>
                    <a:ext uri="{FF2B5EF4-FFF2-40B4-BE49-F238E27FC236}">
                      <a16:creationId xmlns:a16="http://schemas.microsoft.com/office/drawing/2014/main" id="{5A1FE603-C459-9E4F-A683-1993F5AC9F61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87856" y="6332981"/>
                  <a:ext cx="1135109" cy="217597"/>
                </a:xfrm>
                <a:prstGeom prst="roundRect">
                  <a:avLst/>
                </a:prstGeom>
                <a:solidFill>
                  <a:schemeClr val="tx1"/>
                </a:solidFill>
                <a:ln>
                  <a:noFill/>
                </a:ln>
                <a:effectLst>
                  <a:softEdge rad="63500"/>
                </a:effectLst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>
                  <a:noAutofit/>
                </a:bodyPr>
                <a:lstStyle/>
                <a:p>
                  <a:pPr algn="ctr"/>
                  <a:r>
                    <a:rPr lang="es-ES" sz="900" b="1" dirty="0">
                      <a:solidFill>
                        <a:schemeClr val="bg1"/>
                      </a:solidFill>
                    </a:rPr>
                    <a:t>15. ALVARO LOPEZ</a:t>
                  </a:r>
                </a:p>
              </p:txBody>
            </p:sp>
          </p:grpSp>
          <p:pic>
            <p:nvPicPr>
              <p:cNvPr id="418" name="Imagen 417">
                <a:extLst>
                  <a:ext uri="{FF2B5EF4-FFF2-40B4-BE49-F238E27FC236}">
                    <a16:creationId xmlns:a16="http://schemas.microsoft.com/office/drawing/2014/main" id="{A9A0DBE5-D640-4548-97BE-43573F4C11F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46858" y="2798167"/>
                <a:ext cx="190500" cy="127000"/>
              </a:xfrm>
              <a:prstGeom prst="rect">
                <a:avLst/>
              </a:prstGeom>
            </p:spPr>
          </p:pic>
        </p:grpSp>
        <p:pic>
          <p:nvPicPr>
            <p:cNvPr id="416" name="Imagen 415">
              <a:extLst>
                <a:ext uri="{FF2B5EF4-FFF2-40B4-BE49-F238E27FC236}">
                  <a16:creationId xmlns:a16="http://schemas.microsoft.com/office/drawing/2014/main" id="{9C6180BE-E78F-5849-893D-B01FC4D568FF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/>
            <a:stretch>
              <a:fillRect/>
            </a:stretch>
          </p:blipFill>
          <p:spPr>
            <a:xfrm>
              <a:off x="745462" y="2399517"/>
              <a:ext cx="711200" cy="685800"/>
            </a:xfrm>
            <a:prstGeom prst="rect">
              <a:avLst/>
            </a:prstGeom>
          </p:spPr>
        </p:pic>
      </p:grpSp>
      <p:grpSp>
        <p:nvGrpSpPr>
          <p:cNvPr id="422" name="Grupo 421">
            <a:extLst>
              <a:ext uri="{FF2B5EF4-FFF2-40B4-BE49-F238E27FC236}">
                <a16:creationId xmlns:a16="http://schemas.microsoft.com/office/drawing/2014/main" id="{3DDD79C2-FFA2-CF45-955F-011D758DDCB8}"/>
              </a:ext>
            </a:extLst>
          </p:cNvPr>
          <p:cNvGrpSpPr/>
          <p:nvPr/>
        </p:nvGrpSpPr>
        <p:grpSpPr>
          <a:xfrm>
            <a:off x="7926039" y="3280919"/>
            <a:ext cx="1135109" cy="812370"/>
            <a:chOff x="4666189" y="1153909"/>
            <a:chExt cx="1135109" cy="812370"/>
          </a:xfrm>
        </p:grpSpPr>
        <p:pic>
          <p:nvPicPr>
            <p:cNvPr id="423" name="Imagen 422">
              <a:extLst>
                <a:ext uri="{FF2B5EF4-FFF2-40B4-BE49-F238E27FC236}">
                  <a16:creationId xmlns:a16="http://schemas.microsoft.com/office/drawing/2014/main" id="{5541A414-169A-B847-B867-27DF63F95C78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/>
            <a:stretch>
              <a:fillRect/>
            </a:stretch>
          </p:blipFill>
          <p:spPr>
            <a:xfrm>
              <a:off x="4888130" y="1153909"/>
              <a:ext cx="711200" cy="685800"/>
            </a:xfrm>
            <a:prstGeom prst="rect">
              <a:avLst/>
            </a:prstGeom>
          </p:spPr>
        </p:pic>
        <p:grpSp>
          <p:nvGrpSpPr>
            <p:cNvPr id="424" name="Grupo 423">
              <a:extLst>
                <a:ext uri="{FF2B5EF4-FFF2-40B4-BE49-F238E27FC236}">
                  <a16:creationId xmlns:a16="http://schemas.microsoft.com/office/drawing/2014/main" id="{CBFE9953-E86C-AB4B-B5BB-D8893906D00C}"/>
                </a:ext>
              </a:extLst>
            </p:cNvPr>
            <p:cNvGrpSpPr/>
            <p:nvPr/>
          </p:nvGrpSpPr>
          <p:grpSpPr>
            <a:xfrm>
              <a:off x="4666189" y="1328310"/>
              <a:ext cx="1135109" cy="637969"/>
              <a:chOff x="584746" y="2476291"/>
              <a:chExt cx="1135109" cy="637969"/>
            </a:xfrm>
          </p:grpSpPr>
          <p:grpSp>
            <p:nvGrpSpPr>
              <p:cNvPr id="425" name="Grupo 424">
                <a:extLst>
                  <a:ext uri="{FF2B5EF4-FFF2-40B4-BE49-F238E27FC236}">
                    <a16:creationId xmlns:a16="http://schemas.microsoft.com/office/drawing/2014/main" id="{ABCC8AFD-2959-D14F-95C0-065363B1B9F6}"/>
                  </a:ext>
                </a:extLst>
              </p:cNvPr>
              <p:cNvGrpSpPr/>
              <p:nvPr/>
            </p:nvGrpSpPr>
            <p:grpSpPr>
              <a:xfrm>
                <a:off x="584746" y="2476291"/>
                <a:ext cx="1135109" cy="637969"/>
                <a:chOff x="587856" y="5912609"/>
                <a:chExt cx="1135109" cy="637969"/>
              </a:xfrm>
            </p:grpSpPr>
            <p:sp>
              <p:nvSpPr>
                <p:cNvPr id="427" name="Elipse 426">
                  <a:extLst>
                    <a:ext uri="{FF2B5EF4-FFF2-40B4-BE49-F238E27FC236}">
                      <a16:creationId xmlns:a16="http://schemas.microsoft.com/office/drawing/2014/main" id="{912DE039-4DD1-C241-A621-0E33E6DDB94A}"/>
                    </a:ext>
                  </a:extLst>
                </p:cNvPr>
                <p:cNvSpPr/>
                <p:nvPr/>
              </p:nvSpPr>
              <p:spPr>
                <a:xfrm>
                  <a:off x="1356768" y="5912609"/>
                  <a:ext cx="196452" cy="184666"/>
                </a:xfrm>
                <a:prstGeom prst="ellipse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Autofit/>
                </a:bodyPr>
                <a:lstStyle/>
                <a:p>
                  <a:pPr algn="ctr"/>
                  <a:r>
                    <a:rPr lang="es-ES" sz="1400" b="1" dirty="0">
                      <a:solidFill>
                        <a:schemeClr val="tx1"/>
                      </a:solidFill>
                    </a:rPr>
                    <a:t>Z</a:t>
                  </a:r>
                </a:p>
              </p:txBody>
            </p:sp>
            <p:sp>
              <p:nvSpPr>
                <p:cNvPr id="428" name="Elipse 427">
                  <a:extLst>
                    <a:ext uri="{FF2B5EF4-FFF2-40B4-BE49-F238E27FC236}">
                      <a16:creationId xmlns:a16="http://schemas.microsoft.com/office/drawing/2014/main" id="{A27793D5-9190-8342-830F-9E979563B55D}"/>
                    </a:ext>
                  </a:extLst>
                </p:cNvPr>
                <p:cNvSpPr/>
                <p:nvPr/>
              </p:nvSpPr>
              <p:spPr>
                <a:xfrm>
                  <a:off x="693240" y="6021059"/>
                  <a:ext cx="196452" cy="184666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Autofit/>
                </a:bodyPr>
                <a:lstStyle/>
                <a:p>
                  <a:pPr algn="ctr"/>
                  <a:r>
                    <a:rPr lang="es-ES" sz="1100" b="1" dirty="0">
                      <a:solidFill>
                        <a:schemeClr val="tx1"/>
                      </a:solidFill>
                    </a:rPr>
                    <a:t>28</a:t>
                  </a:r>
                </a:p>
              </p:txBody>
            </p:sp>
            <p:sp>
              <p:nvSpPr>
                <p:cNvPr id="429" name="Rectángulo redondeado 10">
                  <a:extLst>
                    <a:ext uri="{FF2B5EF4-FFF2-40B4-BE49-F238E27FC236}">
                      <a16:creationId xmlns:a16="http://schemas.microsoft.com/office/drawing/2014/main" id="{7A34229D-AA81-044D-8DDA-68AD9192AB78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87856" y="6332981"/>
                  <a:ext cx="1135109" cy="217597"/>
                </a:xfrm>
                <a:prstGeom prst="roundRect">
                  <a:avLst/>
                </a:prstGeom>
                <a:solidFill>
                  <a:schemeClr val="tx1"/>
                </a:solidFill>
                <a:ln>
                  <a:noFill/>
                </a:ln>
                <a:effectLst>
                  <a:softEdge rad="63500"/>
                </a:effectLst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>
                  <a:noAutofit/>
                </a:bodyPr>
                <a:lstStyle/>
                <a:p>
                  <a:pPr algn="ctr"/>
                  <a:r>
                    <a:rPr lang="es-ES" sz="900" b="1" dirty="0">
                      <a:solidFill>
                        <a:schemeClr val="bg1"/>
                      </a:solidFill>
                    </a:rPr>
                    <a:t>14. RELU</a:t>
                  </a:r>
                </a:p>
              </p:txBody>
            </p:sp>
          </p:grpSp>
          <p:pic>
            <p:nvPicPr>
              <p:cNvPr id="426" name="Imagen 425">
                <a:extLst>
                  <a:ext uri="{FF2B5EF4-FFF2-40B4-BE49-F238E27FC236}">
                    <a16:creationId xmlns:a16="http://schemas.microsoft.com/office/drawing/2014/main" id="{BB87E669-BE00-8C46-ADBB-FC9379C2C9F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46858" y="2798167"/>
                <a:ext cx="190500" cy="127000"/>
              </a:xfrm>
              <a:prstGeom prst="rect">
                <a:avLst/>
              </a:prstGeom>
            </p:spPr>
          </p:pic>
        </p:grpSp>
      </p:grpSp>
      <p:grpSp>
        <p:nvGrpSpPr>
          <p:cNvPr id="430" name="Grupo 429">
            <a:extLst>
              <a:ext uri="{FF2B5EF4-FFF2-40B4-BE49-F238E27FC236}">
                <a16:creationId xmlns:a16="http://schemas.microsoft.com/office/drawing/2014/main" id="{503EF157-0B47-7240-856F-81476A5061C1}"/>
              </a:ext>
            </a:extLst>
          </p:cNvPr>
          <p:cNvGrpSpPr/>
          <p:nvPr/>
        </p:nvGrpSpPr>
        <p:grpSpPr>
          <a:xfrm>
            <a:off x="9612461" y="3967164"/>
            <a:ext cx="1135109" cy="817089"/>
            <a:chOff x="640133" y="4433072"/>
            <a:chExt cx="1135109" cy="817089"/>
          </a:xfrm>
        </p:grpSpPr>
        <p:grpSp>
          <p:nvGrpSpPr>
            <p:cNvPr id="431" name="Grupo 430">
              <a:extLst>
                <a:ext uri="{FF2B5EF4-FFF2-40B4-BE49-F238E27FC236}">
                  <a16:creationId xmlns:a16="http://schemas.microsoft.com/office/drawing/2014/main" id="{F83A581A-CD01-3441-A1A3-B9590FA557F0}"/>
                </a:ext>
              </a:extLst>
            </p:cNvPr>
            <p:cNvGrpSpPr/>
            <p:nvPr/>
          </p:nvGrpSpPr>
          <p:grpSpPr>
            <a:xfrm>
              <a:off x="640133" y="4612192"/>
              <a:ext cx="1135109" cy="637969"/>
              <a:chOff x="584746" y="2476291"/>
              <a:chExt cx="1135109" cy="637969"/>
            </a:xfrm>
          </p:grpSpPr>
          <p:grpSp>
            <p:nvGrpSpPr>
              <p:cNvPr id="433" name="Grupo 432">
                <a:extLst>
                  <a:ext uri="{FF2B5EF4-FFF2-40B4-BE49-F238E27FC236}">
                    <a16:creationId xmlns:a16="http://schemas.microsoft.com/office/drawing/2014/main" id="{565324C0-31D7-7948-808B-7CDF718903EE}"/>
                  </a:ext>
                </a:extLst>
              </p:cNvPr>
              <p:cNvGrpSpPr/>
              <p:nvPr/>
            </p:nvGrpSpPr>
            <p:grpSpPr>
              <a:xfrm>
                <a:off x="584746" y="2476291"/>
                <a:ext cx="1135109" cy="637969"/>
                <a:chOff x="587856" y="5912609"/>
                <a:chExt cx="1135109" cy="637969"/>
              </a:xfrm>
            </p:grpSpPr>
            <p:sp>
              <p:nvSpPr>
                <p:cNvPr id="435" name="Elipse 434">
                  <a:extLst>
                    <a:ext uri="{FF2B5EF4-FFF2-40B4-BE49-F238E27FC236}">
                      <a16:creationId xmlns:a16="http://schemas.microsoft.com/office/drawing/2014/main" id="{351FD5CE-7007-3749-8970-B385747CD19B}"/>
                    </a:ext>
                  </a:extLst>
                </p:cNvPr>
                <p:cNvSpPr/>
                <p:nvPr/>
              </p:nvSpPr>
              <p:spPr>
                <a:xfrm>
                  <a:off x="1356768" y="5912609"/>
                  <a:ext cx="196452" cy="184666"/>
                </a:xfrm>
                <a:prstGeom prst="ellipse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Autofit/>
                </a:bodyPr>
                <a:lstStyle/>
                <a:p>
                  <a:pPr algn="ctr"/>
                  <a:r>
                    <a:rPr lang="es-ES" sz="1400" b="1" dirty="0">
                      <a:solidFill>
                        <a:schemeClr val="tx1"/>
                      </a:solidFill>
                    </a:rPr>
                    <a:t>D</a:t>
                  </a:r>
                </a:p>
              </p:txBody>
            </p:sp>
            <p:sp>
              <p:nvSpPr>
                <p:cNvPr id="436" name="Elipse 435">
                  <a:extLst>
                    <a:ext uri="{FF2B5EF4-FFF2-40B4-BE49-F238E27FC236}">
                      <a16:creationId xmlns:a16="http://schemas.microsoft.com/office/drawing/2014/main" id="{7A45362C-70B1-734F-96E8-2BC08467C730}"/>
                    </a:ext>
                  </a:extLst>
                </p:cNvPr>
                <p:cNvSpPr/>
                <p:nvPr/>
              </p:nvSpPr>
              <p:spPr>
                <a:xfrm>
                  <a:off x="693240" y="6021059"/>
                  <a:ext cx="196452" cy="184666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Autofit/>
                </a:bodyPr>
                <a:lstStyle/>
                <a:p>
                  <a:pPr algn="ctr"/>
                  <a:r>
                    <a:rPr lang="es-ES" sz="1100" b="1" dirty="0">
                      <a:solidFill>
                        <a:schemeClr val="tx1"/>
                      </a:solidFill>
                    </a:rPr>
                    <a:t>24</a:t>
                  </a:r>
                </a:p>
              </p:txBody>
            </p:sp>
            <p:sp>
              <p:nvSpPr>
                <p:cNvPr id="437" name="Rectángulo redondeado 10">
                  <a:extLst>
                    <a:ext uri="{FF2B5EF4-FFF2-40B4-BE49-F238E27FC236}">
                      <a16:creationId xmlns:a16="http://schemas.microsoft.com/office/drawing/2014/main" id="{05E889E6-7DE9-074D-9AB5-665EEBB770A1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87856" y="6332981"/>
                  <a:ext cx="1135109" cy="217597"/>
                </a:xfrm>
                <a:prstGeom prst="roundRect">
                  <a:avLst/>
                </a:prstGeom>
                <a:solidFill>
                  <a:schemeClr val="tx1"/>
                </a:solidFill>
                <a:ln>
                  <a:noFill/>
                </a:ln>
                <a:effectLst>
                  <a:softEdge rad="63500"/>
                </a:effectLst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>
                  <a:noAutofit/>
                </a:bodyPr>
                <a:lstStyle/>
                <a:p>
                  <a:pPr algn="ctr"/>
                  <a:r>
                    <a:rPr lang="es-ES" sz="900" b="1" dirty="0">
                      <a:solidFill>
                        <a:schemeClr val="bg1"/>
                      </a:solidFill>
                    </a:rPr>
                    <a:t>2. BORGE</a:t>
                  </a:r>
                </a:p>
              </p:txBody>
            </p:sp>
          </p:grpSp>
          <p:pic>
            <p:nvPicPr>
              <p:cNvPr id="434" name="Imagen 433">
                <a:extLst>
                  <a:ext uri="{FF2B5EF4-FFF2-40B4-BE49-F238E27FC236}">
                    <a16:creationId xmlns:a16="http://schemas.microsoft.com/office/drawing/2014/main" id="{320AA500-61F6-974E-B758-C9AA1A7168C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46858" y="2798167"/>
                <a:ext cx="190500" cy="127000"/>
              </a:xfrm>
              <a:prstGeom prst="rect">
                <a:avLst/>
              </a:prstGeom>
            </p:spPr>
          </p:pic>
        </p:grpSp>
        <p:pic>
          <p:nvPicPr>
            <p:cNvPr id="432" name="Imagen 431">
              <a:extLst>
                <a:ext uri="{FF2B5EF4-FFF2-40B4-BE49-F238E27FC236}">
                  <a16:creationId xmlns:a16="http://schemas.microsoft.com/office/drawing/2014/main" id="{ED760CD8-1401-2843-B555-88C225EF3F21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832509" y="4433072"/>
              <a:ext cx="711200" cy="685800"/>
            </a:xfrm>
            <a:prstGeom prst="rect">
              <a:avLst/>
            </a:prstGeom>
          </p:spPr>
        </p:pic>
      </p:grpSp>
      <p:grpSp>
        <p:nvGrpSpPr>
          <p:cNvPr id="438" name="Grupo 437">
            <a:extLst>
              <a:ext uri="{FF2B5EF4-FFF2-40B4-BE49-F238E27FC236}">
                <a16:creationId xmlns:a16="http://schemas.microsoft.com/office/drawing/2014/main" id="{28996A08-F08D-7C4C-BA06-DEC84A8485E7}"/>
              </a:ext>
            </a:extLst>
          </p:cNvPr>
          <p:cNvGrpSpPr/>
          <p:nvPr/>
        </p:nvGrpSpPr>
        <p:grpSpPr>
          <a:xfrm>
            <a:off x="8552373" y="1864921"/>
            <a:ext cx="1135109" cy="807656"/>
            <a:chOff x="2084117" y="4156136"/>
            <a:chExt cx="1135109" cy="807656"/>
          </a:xfrm>
        </p:grpSpPr>
        <p:grpSp>
          <p:nvGrpSpPr>
            <p:cNvPr id="439" name="Grupo 438">
              <a:extLst>
                <a:ext uri="{FF2B5EF4-FFF2-40B4-BE49-F238E27FC236}">
                  <a16:creationId xmlns:a16="http://schemas.microsoft.com/office/drawing/2014/main" id="{716B0B97-C36E-AA45-BA8A-283ADC5B1CF0}"/>
                </a:ext>
              </a:extLst>
            </p:cNvPr>
            <p:cNvGrpSpPr/>
            <p:nvPr/>
          </p:nvGrpSpPr>
          <p:grpSpPr>
            <a:xfrm>
              <a:off x="2084117" y="4325823"/>
              <a:ext cx="1135109" cy="637969"/>
              <a:chOff x="584746" y="2476291"/>
              <a:chExt cx="1135109" cy="637969"/>
            </a:xfrm>
          </p:grpSpPr>
          <p:grpSp>
            <p:nvGrpSpPr>
              <p:cNvPr id="441" name="Grupo 440">
                <a:extLst>
                  <a:ext uri="{FF2B5EF4-FFF2-40B4-BE49-F238E27FC236}">
                    <a16:creationId xmlns:a16="http://schemas.microsoft.com/office/drawing/2014/main" id="{252F691A-18C0-2F4A-A68A-67ECA526208D}"/>
                  </a:ext>
                </a:extLst>
              </p:cNvPr>
              <p:cNvGrpSpPr/>
              <p:nvPr/>
            </p:nvGrpSpPr>
            <p:grpSpPr>
              <a:xfrm>
                <a:off x="584746" y="2476291"/>
                <a:ext cx="1135109" cy="637969"/>
                <a:chOff x="587856" y="5912609"/>
                <a:chExt cx="1135109" cy="637969"/>
              </a:xfrm>
            </p:grpSpPr>
            <p:sp>
              <p:nvSpPr>
                <p:cNvPr id="443" name="Elipse 442">
                  <a:extLst>
                    <a:ext uri="{FF2B5EF4-FFF2-40B4-BE49-F238E27FC236}">
                      <a16:creationId xmlns:a16="http://schemas.microsoft.com/office/drawing/2014/main" id="{34EE74DD-6820-4448-AB1E-E762AF902E52}"/>
                    </a:ext>
                  </a:extLst>
                </p:cNvPr>
                <p:cNvSpPr/>
                <p:nvPr/>
              </p:nvSpPr>
              <p:spPr>
                <a:xfrm>
                  <a:off x="1356768" y="5912609"/>
                  <a:ext cx="196452" cy="184666"/>
                </a:xfrm>
                <a:prstGeom prst="ellipse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Autofit/>
                </a:bodyPr>
                <a:lstStyle/>
                <a:p>
                  <a:pPr algn="ctr"/>
                  <a:r>
                    <a:rPr lang="es-ES" sz="1400" b="1" dirty="0">
                      <a:solidFill>
                        <a:schemeClr val="tx1"/>
                      </a:solidFill>
                    </a:rPr>
                    <a:t>D</a:t>
                  </a:r>
                </a:p>
              </p:txBody>
            </p:sp>
            <p:sp>
              <p:nvSpPr>
                <p:cNvPr id="444" name="Elipse 443">
                  <a:extLst>
                    <a:ext uri="{FF2B5EF4-FFF2-40B4-BE49-F238E27FC236}">
                      <a16:creationId xmlns:a16="http://schemas.microsoft.com/office/drawing/2014/main" id="{524192EA-3231-5141-8666-EAA67C6C795E}"/>
                    </a:ext>
                  </a:extLst>
                </p:cNvPr>
                <p:cNvSpPr/>
                <p:nvPr/>
              </p:nvSpPr>
              <p:spPr>
                <a:xfrm>
                  <a:off x="693240" y="6021059"/>
                  <a:ext cx="196452" cy="184666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Autofit/>
                </a:bodyPr>
                <a:lstStyle/>
                <a:p>
                  <a:pPr algn="ctr"/>
                  <a:r>
                    <a:rPr lang="es-ES" sz="1100" b="1" dirty="0">
                      <a:solidFill>
                        <a:schemeClr val="tx1"/>
                      </a:solidFill>
                    </a:rPr>
                    <a:t>23</a:t>
                  </a:r>
                </a:p>
              </p:txBody>
            </p:sp>
            <p:sp>
              <p:nvSpPr>
                <p:cNvPr id="445" name="Rectángulo redondeado 10">
                  <a:extLst>
                    <a:ext uri="{FF2B5EF4-FFF2-40B4-BE49-F238E27FC236}">
                      <a16:creationId xmlns:a16="http://schemas.microsoft.com/office/drawing/2014/main" id="{3CD12EC7-740B-DD4D-AAD0-518F880ADD1D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87856" y="6332981"/>
                  <a:ext cx="1135109" cy="217597"/>
                </a:xfrm>
                <a:prstGeom prst="roundRect">
                  <a:avLst/>
                </a:prstGeom>
                <a:solidFill>
                  <a:schemeClr val="tx1"/>
                </a:solidFill>
                <a:ln>
                  <a:noFill/>
                </a:ln>
                <a:effectLst>
                  <a:softEdge rad="63500"/>
                </a:effectLst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>
                  <a:noAutofit/>
                </a:bodyPr>
                <a:lstStyle/>
                <a:p>
                  <a:pPr algn="ctr"/>
                  <a:r>
                    <a:rPr lang="es-ES" sz="900" b="1" dirty="0">
                      <a:solidFill>
                        <a:schemeClr val="bg1"/>
                      </a:solidFill>
                    </a:rPr>
                    <a:t>10. HUGO REDON</a:t>
                  </a:r>
                </a:p>
              </p:txBody>
            </p:sp>
          </p:grpSp>
          <p:pic>
            <p:nvPicPr>
              <p:cNvPr id="442" name="Imagen 441">
                <a:extLst>
                  <a:ext uri="{FF2B5EF4-FFF2-40B4-BE49-F238E27FC236}">
                    <a16:creationId xmlns:a16="http://schemas.microsoft.com/office/drawing/2014/main" id="{5A77A783-7A8C-B242-A274-8EAE1381E20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46858" y="2798167"/>
                <a:ext cx="190500" cy="127000"/>
              </a:xfrm>
              <a:prstGeom prst="rect">
                <a:avLst/>
              </a:prstGeom>
            </p:spPr>
          </p:pic>
        </p:grpSp>
        <p:pic>
          <p:nvPicPr>
            <p:cNvPr id="440" name="Imagen 439">
              <a:extLst>
                <a:ext uri="{FF2B5EF4-FFF2-40B4-BE49-F238E27FC236}">
                  <a16:creationId xmlns:a16="http://schemas.microsoft.com/office/drawing/2014/main" id="{0EED8593-1F78-5247-8EAC-04DDD3C2644A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2254450" y="4156136"/>
              <a:ext cx="711200" cy="685800"/>
            </a:xfrm>
            <a:prstGeom prst="rect">
              <a:avLst/>
            </a:prstGeom>
          </p:spPr>
        </p:pic>
      </p:grpSp>
      <p:grpSp>
        <p:nvGrpSpPr>
          <p:cNvPr id="446" name="Grupo 445">
            <a:extLst>
              <a:ext uri="{FF2B5EF4-FFF2-40B4-BE49-F238E27FC236}">
                <a16:creationId xmlns:a16="http://schemas.microsoft.com/office/drawing/2014/main" id="{6AEDC5C9-E455-7147-A604-EE342BC7D094}"/>
              </a:ext>
            </a:extLst>
          </p:cNvPr>
          <p:cNvGrpSpPr/>
          <p:nvPr/>
        </p:nvGrpSpPr>
        <p:grpSpPr>
          <a:xfrm>
            <a:off x="7245777" y="1846027"/>
            <a:ext cx="1218994" cy="836945"/>
            <a:chOff x="4637276" y="3093126"/>
            <a:chExt cx="1218994" cy="836945"/>
          </a:xfrm>
        </p:grpSpPr>
        <p:grpSp>
          <p:nvGrpSpPr>
            <p:cNvPr id="447" name="Grupo 446">
              <a:extLst>
                <a:ext uri="{FF2B5EF4-FFF2-40B4-BE49-F238E27FC236}">
                  <a16:creationId xmlns:a16="http://schemas.microsoft.com/office/drawing/2014/main" id="{B80F9FB1-DD32-664F-ACBE-675A7A5D72EC}"/>
                </a:ext>
              </a:extLst>
            </p:cNvPr>
            <p:cNvGrpSpPr/>
            <p:nvPr/>
          </p:nvGrpSpPr>
          <p:grpSpPr>
            <a:xfrm>
              <a:off x="4637276" y="3276021"/>
              <a:ext cx="1218994" cy="654050"/>
              <a:chOff x="584746" y="2476291"/>
              <a:chExt cx="1218994" cy="654050"/>
            </a:xfrm>
          </p:grpSpPr>
          <p:grpSp>
            <p:nvGrpSpPr>
              <p:cNvPr id="449" name="Grupo 448">
                <a:extLst>
                  <a:ext uri="{FF2B5EF4-FFF2-40B4-BE49-F238E27FC236}">
                    <a16:creationId xmlns:a16="http://schemas.microsoft.com/office/drawing/2014/main" id="{E16C2154-D800-6D47-9E96-51AD0940C0DF}"/>
                  </a:ext>
                </a:extLst>
              </p:cNvPr>
              <p:cNvGrpSpPr/>
              <p:nvPr/>
            </p:nvGrpSpPr>
            <p:grpSpPr>
              <a:xfrm>
                <a:off x="584746" y="2476291"/>
                <a:ext cx="1218994" cy="654050"/>
                <a:chOff x="587856" y="5912609"/>
                <a:chExt cx="1218994" cy="654050"/>
              </a:xfrm>
            </p:grpSpPr>
            <p:sp>
              <p:nvSpPr>
                <p:cNvPr id="451" name="Elipse 450">
                  <a:extLst>
                    <a:ext uri="{FF2B5EF4-FFF2-40B4-BE49-F238E27FC236}">
                      <a16:creationId xmlns:a16="http://schemas.microsoft.com/office/drawing/2014/main" id="{69EB069A-EDB0-3C40-9A49-57A821850E78}"/>
                    </a:ext>
                  </a:extLst>
                </p:cNvPr>
                <p:cNvSpPr/>
                <p:nvPr/>
              </p:nvSpPr>
              <p:spPr>
                <a:xfrm>
                  <a:off x="1356768" y="5912609"/>
                  <a:ext cx="196452" cy="184666"/>
                </a:xfrm>
                <a:prstGeom prst="ellipse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Autofit/>
                </a:bodyPr>
                <a:lstStyle/>
                <a:p>
                  <a:pPr algn="ctr"/>
                  <a:r>
                    <a:rPr lang="es-ES" sz="1400" b="1" dirty="0">
                      <a:solidFill>
                        <a:schemeClr val="tx1"/>
                      </a:solidFill>
                    </a:rPr>
                    <a:t>D</a:t>
                  </a:r>
                </a:p>
              </p:txBody>
            </p:sp>
            <p:sp>
              <p:nvSpPr>
                <p:cNvPr id="458" name="Elipse 457">
                  <a:extLst>
                    <a:ext uri="{FF2B5EF4-FFF2-40B4-BE49-F238E27FC236}">
                      <a16:creationId xmlns:a16="http://schemas.microsoft.com/office/drawing/2014/main" id="{230AF8A3-7E12-454F-885D-57E5811AFCB0}"/>
                    </a:ext>
                  </a:extLst>
                </p:cNvPr>
                <p:cNvSpPr/>
                <p:nvPr/>
              </p:nvSpPr>
              <p:spPr>
                <a:xfrm>
                  <a:off x="693240" y="6021059"/>
                  <a:ext cx="196452" cy="184666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Autofit/>
                </a:bodyPr>
                <a:lstStyle/>
                <a:p>
                  <a:pPr algn="ctr"/>
                  <a:r>
                    <a:rPr lang="es-ES" sz="1100" b="1" dirty="0">
                      <a:solidFill>
                        <a:schemeClr val="tx1"/>
                      </a:solidFill>
                    </a:rPr>
                    <a:t>22</a:t>
                  </a:r>
                </a:p>
              </p:txBody>
            </p:sp>
            <p:sp>
              <p:nvSpPr>
                <p:cNvPr id="461" name="Rectángulo redondeado 10">
                  <a:extLst>
                    <a:ext uri="{FF2B5EF4-FFF2-40B4-BE49-F238E27FC236}">
                      <a16:creationId xmlns:a16="http://schemas.microsoft.com/office/drawing/2014/main" id="{9988FF8F-A9EE-6F45-9C3B-0E8B6D301DE5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87856" y="6332981"/>
                  <a:ext cx="1218994" cy="233678"/>
                </a:xfrm>
                <a:prstGeom prst="roundRect">
                  <a:avLst/>
                </a:prstGeom>
                <a:solidFill>
                  <a:schemeClr val="tx1"/>
                </a:solidFill>
                <a:ln>
                  <a:noFill/>
                </a:ln>
                <a:effectLst>
                  <a:softEdge rad="63500"/>
                </a:effectLst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>
                  <a:noAutofit/>
                </a:bodyPr>
                <a:lstStyle/>
                <a:p>
                  <a:pPr algn="ctr"/>
                  <a:r>
                    <a:rPr lang="es-ES" sz="900" b="1" dirty="0">
                      <a:solidFill>
                        <a:schemeClr val="bg1"/>
                      </a:solidFill>
                    </a:rPr>
                    <a:t>20. SANDER BALLERO</a:t>
                  </a:r>
                </a:p>
              </p:txBody>
            </p:sp>
          </p:grpSp>
          <p:pic>
            <p:nvPicPr>
              <p:cNvPr id="450" name="Imagen 449">
                <a:extLst>
                  <a:ext uri="{FF2B5EF4-FFF2-40B4-BE49-F238E27FC236}">
                    <a16:creationId xmlns:a16="http://schemas.microsoft.com/office/drawing/2014/main" id="{BF71BC38-2857-3344-B79A-E9A0CC0CC2F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46858" y="2798167"/>
                <a:ext cx="190500" cy="127000"/>
              </a:xfrm>
              <a:prstGeom prst="rect">
                <a:avLst/>
              </a:prstGeom>
            </p:spPr>
          </p:pic>
        </p:grpSp>
        <p:pic>
          <p:nvPicPr>
            <p:cNvPr id="448" name="Imagen 447">
              <a:extLst>
                <a:ext uri="{FF2B5EF4-FFF2-40B4-BE49-F238E27FC236}">
                  <a16:creationId xmlns:a16="http://schemas.microsoft.com/office/drawing/2014/main" id="{745649C6-4024-5546-BF6E-D5F2A9CD523E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4831214" y="3093126"/>
              <a:ext cx="711200" cy="685800"/>
            </a:xfrm>
            <a:prstGeom prst="rect">
              <a:avLst/>
            </a:prstGeom>
          </p:spPr>
        </p:pic>
      </p:grpSp>
      <p:grpSp>
        <p:nvGrpSpPr>
          <p:cNvPr id="462" name="Grupo 461">
            <a:extLst>
              <a:ext uri="{FF2B5EF4-FFF2-40B4-BE49-F238E27FC236}">
                <a16:creationId xmlns:a16="http://schemas.microsoft.com/office/drawing/2014/main" id="{F49E34AF-CFE8-1E4D-8D12-7B1934C51F03}"/>
              </a:ext>
            </a:extLst>
          </p:cNvPr>
          <p:cNvGrpSpPr/>
          <p:nvPr/>
        </p:nvGrpSpPr>
        <p:grpSpPr>
          <a:xfrm>
            <a:off x="9654052" y="1305840"/>
            <a:ext cx="1135109" cy="815415"/>
            <a:chOff x="2103416" y="3113223"/>
            <a:chExt cx="1135109" cy="815415"/>
          </a:xfrm>
        </p:grpSpPr>
        <p:grpSp>
          <p:nvGrpSpPr>
            <p:cNvPr id="463" name="Grupo 462">
              <a:extLst>
                <a:ext uri="{FF2B5EF4-FFF2-40B4-BE49-F238E27FC236}">
                  <a16:creationId xmlns:a16="http://schemas.microsoft.com/office/drawing/2014/main" id="{4996AC84-BC11-2A48-87D0-29AFF27435B0}"/>
                </a:ext>
              </a:extLst>
            </p:cNvPr>
            <p:cNvGrpSpPr/>
            <p:nvPr/>
          </p:nvGrpSpPr>
          <p:grpSpPr>
            <a:xfrm>
              <a:off x="2103416" y="3290669"/>
              <a:ext cx="1135109" cy="637969"/>
              <a:chOff x="584746" y="2476291"/>
              <a:chExt cx="1135109" cy="637969"/>
            </a:xfrm>
          </p:grpSpPr>
          <p:grpSp>
            <p:nvGrpSpPr>
              <p:cNvPr id="471" name="Grupo 470">
                <a:extLst>
                  <a:ext uri="{FF2B5EF4-FFF2-40B4-BE49-F238E27FC236}">
                    <a16:creationId xmlns:a16="http://schemas.microsoft.com/office/drawing/2014/main" id="{9957591B-A7C6-1645-8480-F92659121814}"/>
                  </a:ext>
                </a:extLst>
              </p:cNvPr>
              <p:cNvGrpSpPr/>
              <p:nvPr/>
            </p:nvGrpSpPr>
            <p:grpSpPr>
              <a:xfrm>
                <a:off x="584746" y="2476291"/>
                <a:ext cx="1135109" cy="637969"/>
                <a:chOff x="587856" y="5912609"/>
                <a:chExt cx="1135109" cy="637969"/>
              </a:xfrm>
            </p:grpSpPr>
            <p:sp>
              <p:nvSpPr>
                <p:cNvPr id="473" name="Elipse 472">
                  <a:extLst>
                    <a:ext uri="{FF2B5EF4-FFF2-40B4-BE49-F238E27FC236}">
                      <a16:creationId xmlns:a16="http://schemas.microsoft.com/office/drawing/2014/main" id="{04EFCE70-665B-2B49-B01F-F35F0E89E733}"/>
                    </a:ext>
                  </a:extLst>
                </p:cNvPr>
                <p:cNvSpPr/>
                <p:nvPr/>
              </p:nvSpPr>
              <p:spPr>
                <a:xfrm>
                  <a:off x="1356768" y="5912609"/>
                  <a:ext cx="196452" cy="184666"/>
                </a:xfrm>
                <a:prstGeom prst="ellipse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Autofit/>
                </a:bodyPr>
                <a:lstStyle/>
                <a:p>
                  <a:pPr algn="ctr"/>
                  <a:r>
                    <a:rPr lang="es-ES" sz="1400" b="1" dirty="0">
                      <a:solidFill>
                        <a:schemeClr val="tx1"/>
                      </a:solidFill>
                    </a:rPr>
                    <a:t>Z</a:t>
                  </a:r>
                </a:p>
              </p:txBody>
            </p:sp>
            <p:sp>
              <p:nvSpPr>
                <p:cNvPr id="480" name="Elipse 479">
                  <a:extLst>
                    <a:ext uri="{FF2B5EF4-FFF2-40B4-BE49-F238E27FC236}">
                      <a16:creationId xmlns:a16="http://schemas.microsoft.com/office/drawing/2014/main" id="{FCE8D4C4-AAE9-9B4A-9841-F7ABCF046ED4}"/>
                    </a:ext>
                  </a:extLst>
                </p:cNvPr>
                <p:cNvSpPr/>
                <p:nvPr/>
              </p:nvSpPr>
              <p:spPr>
                <a:xfrm>
                  <a:off x="693240" y="6021059"/>
                  <a:ext cx="196452" cy="184666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Autofit/>
                </a:bodyPr>
                <a:lstStyle/>
                <a:p>
                  <a:pPr algn="ctr"/>
                  <a:r>
                    <a:rPr lang="es-ES" sz="1100" b="1" dirty="0">
                      <a:solidFill>
                        <a:schemeClr val="tx1"/>
                      </a:solidFill>
                    </a:rPr>
                    <a:t>26</a:t>
                  </a:r>
                </a:p>
              </p:txBody>
            </p:sp>
            <p:sp>
              <p:nvSpPr>
                <p:cNvPr id="481" name="Rectángulo redondeado 10">
                  <a:extLst>
                    <a:ext uri="{FF2B5EF4-FFF2-40B4-BE49-F238E27FC236}">
                      <a16:creationId xmlns:a16="http://schemas.microsoft.com/office/drawing/2014/main" id="{81EC3538-9DD1-7F45-819A-A8043B41270B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87856" y="6332981"/>
                  <a:ext cx="1135109" cy="217597"/>
                </a:xfrm>
                <a:prstGeom prst="roundRect">
                  <a:avLst/>
                </a:prstGeom>
                <a:solidFill>
                  <a:schemeClr val="tx1"/>
                </a:solidFill>
                <a:ln>
                  <a:noFill/>
                </a:ln>
                <a:effectLst>
                  <a:softEdge rad="63500"/>
                </a:effectLst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>
                  <a:noAutofit/>
                </a:bodyPr>
                <a:lstStyle/>
                <a:p>
                  <a:pPr algn="ctr"/>
                  <a:r>
                    <a:rPr lang="es-ES" sz="900" b="1" dirty="0">
                      <a:solidFill>
                        <a:schemeClr val="bg1"/>
                      </a:solidFill>
                    </a:rPr>
                    <a:t>5. GOYO</a:t>
                  </a:r>
                </a:p>
              </p:txBody>
            </p:sp>
          </p:grpSp>
          <p:pic>
            <p:nvPicPr>
              <p:cNvPr id="472" name="Imagen 471">
                <a:extLst>
                  <a:ext uri="{FF2B5EF4-FFF2-40B4-BE49-F238E27FC236}">
                    <a16:creationId xmlns:a16="http://schemas.microsoft.com/office/drawing/2014/main" id="{D2BF172F-4D53-8E43-B50F-48BE3E97806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46858" y="2798167"/>
                <a:ext cx="190500" cy="127000"/>
              </a:xfrm>
              <a:prstGeom prst="rect">
                <a:avLst/>
              </a:prstGeom>
            </p:spPr>
          </p:pic>
        </p:grpSp>
        <p:pic>
          <p:nvPicPr>
            <p:cNvPr id="470" name="Imagen 469">
              <a:extLst>
                <a:ext uri="{FF2B5EF4-FFF2-40B4-BE49-F238E27FC236}">
                  <a16:creationId xmlns:a16="http://schemas.microsoft.com/office/drawing/2014/main" id="{DFF82DC3-CC2C-B24D-9E78-C76659610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/>
            <a:stretch>
              <a:fillRect/>
            </a:stretch>
          </p:blipFill>
          <p:spPr>
            <a:xfrm>
              <a:off x="2357051" y="3113223"/>
              <a:ext cx="587482" cy="593024"/>
            </a:xfrm>
            <a:prstGeom prst="rect">
              <a:avLst/>
            </a:prstGeom>
          </p:spPr>
        </p:pic>
      </p:grpSp>
      <p:grpSp>
        <p:nvGrpSpPr>
          <p:cNvPr id="483" name="Grupo 482">
            <a:extLst>
              <a:ext uri="{FF2B5EF4-FFF2-40B4-BE49-F238E27FC236}">
                <a16:creationId xmlns:a16="http://schemas.microsoft.com/office/drawing/2014/main" id="{AA35553B-FAC5-4944-90E3-8336D601E45B}"/>
              </a:ext>
            </a:extLst>
          </p:cNvPr>
          <p:cNvGrpSpPr/>
          <p:nvPr/>
        </p:nvGrpSpPr>
        <p:grpSpPr>
          <a:xfrm>
            <a:off x="7943197" y="964672"/>
            <a:ext cx="1135109" cy="637969"/>
            <a:chOff x="584746" y="2476291"/>
            <a:chExt cx="1135109" cy="637969"/>
          </a:xfrm>
        </p:grpSpPr>
        <p:grpSp>
          <p:nvGrpSpPr>
            <p:cNvPr id="491" name="Grupo 490">
              <a:extLst>
                <a:ext uri="{FF2B5EF4-FFF2-40B4-BE49-F238E27FC236}">
                  <a16:creationId xmlns:a16="http://schemas.microsoft.com/office/drawing/2014/main" id="{B5A36F03-CAAD-7F4C-98D2-51A0642C88E0}"/>
                </a:ext>
              </a:extLst>
            </p:cNvPr>
            <p:cNvGrpSpPr/>
            <p:nvPr/>
          </p:nvGrpSpPr>
          <p:grpSpPr>
            <a:xfrm>
              <a:off x="584746" y="2476291"/>
              <a:ext cx="1135109" cy="637969"/>
              <a:chOff x="587856" y="5912609"/>
              <a:chExt cx="1135109" cy="637969"/>
            </a:xfrm>
          </p:grpSpPr>
          <p:sp>
            <p:nvSpPr>
              <p:cNvPr id="493" name="Elipse 492">
                <a:extLst>
                  <a:ext uri="{FF2B5EF4-FFF2-40B4-BE49-F238E27FC236}">
                    <a16:creationId xmlns:a16="http://schemas.microsoft.com/office/drawing/2014/main" id="{F3BED807-5167-9C40-AF52-7FAC3008C486}"/>
                  </a:ext>
                </a:extLst>
              </p:cNvPr>
              <p:cNvSpPr/>
              <p:nvPr/>
            </p:nvSpPr>
            <p:spPr>
              <a:xfrm>
                <a:off x="1356768" y="5912609"/>
                <a:ext cx="196452" cy="184666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algn="ctr"/>
                <a:r>
                  <a:rPr lang="es-ES" sz="1400" b="1" dirty="0">
                    <a:solidFill>
                      <a:schemeClr val="tx1"/>
                    </a:solidFill>
                  </a:rPr>
                  <a:t>D</a:t>
                </a:r>
              </a:p>
            </p:txBody>
          </p:sp>
          <p:sp>
            <p:nvSpPr>
              <p:cNvPr id="500" name="Elipse 499">
                <a:extLst>
                  <a:ext uri="{FF2B5EF4-FFF2-40B4-BE49-F238E27FC236}">
                    <a16:creationId xmlns:a16="http://schemas.microsoft.com/office/drawing/2014/main" id="{9F51A851-79C5-004D-95D6-DD9DA9CECF34}"/>
                  </a:ext>
                </a:extLst>
              </p:cNvPr>
              <p:cNvSpPr/>
              <p:nvPr/>
            </p:nvSpPr>
            <p:spPr>
              <a:xfrm>
                <a:off x="693240" y="6021059"/>
                <a:ext cx="196452" cy="184666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algn="ctr"/>
                <a:r>
                  <a:rPr lang="es-ES" sz="1100" b="1" dirty="0">
                    <a:solidFill>
                      <a:schemeClr val="tx1"/>
                    </a:solidFill>
                  </a:rPr>
                  <a:t>26</a:t>
                </a:r>
              </a:p>
            </p:txBody>
          </p:sp>
          <p:sp>
            <p:nvSpPr>
              <p:cNvPr id="501" name="Rectángulo redondeado 10">
                <a:extLst>
                  <a:ext uri="{FF2B5EF4-FFF2-40B4-BE49-F238E27FC236}">
                    <a16:creationId xmlns:a16="http://schemas.microsoft.com/office/drawing/2014/main" id="{DAB98448-48BD-9842-A374-9FA0D8308AA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87856" y="6332981"/>
                <a:ext cx="1135109" cy="217597"/>
              </a:xfrm>
              <a:prstGeom prst="roundRect">
                <a:avLst/>
              </a:prstGeom>
              <a:solidFill>
                <a:schemeClr val="tx1"/>
              </a:solidFill>
              <a:ln>
                <a:noFill/>
              </a:ln>
              <a:effectLst>
                <a:softEdge rad="63500"/>
              </a:effectLst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r>
                  <a:rPr lang="es-ES" sz="900" b="1" dirty="0">
                    <a:solidFill>
                      <a:schemeClr val="bg1"/>
                    </a:solidFill>
                  </a:rPr>
                  <a:t>9. GUZIK</a:t>
                </a:r>
              </a:p>
            </p:txBody>
          </p:sp>
        </p:grpSp>
        <p:pic>
          <p:nvPicPr>
            <p:cNvPr id="492" name="Imagen 491">
              <a:extLst>
                <a:ext uri="{FF2B5EF4-FFF2-40B4-BE49-F238E27FC236}">
                  <a16:creationId xmlns:a16="http://schemas.microsoft.com/office/drawing/2014/main" id="{C31D24E6-FE16-204D-9DEE-4C01C241FC42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646858" y="2798167"/>
              <a:ext cx="190500" cy="127000"/>
            </a:xfrm>
            <a:prstGeom prst="rect">
              <a:avLst/>
            </a:prstGeom>
          </p:spPr>
        </p:pic>
      </p:grpSp>
      <p:grpSp>
        <p:nvGrpSpPr>
          <p:cNvPr id="503" name="Grupo 502">
            <a:extLst>
              <a:ext uri="{FF2B5EF4-FFF2-40B4-BE49-F238E27FC236}">
                <a16:creationId xmlns:a16="http://schemas.microsoft.com/office/drawing/2014/main" id="{C9D73A32-FD7B-6946-BC10-2025A9A17DFB}"/>
              </a:ext>
            </a:extLst>
          </p:cNvPr>
          <p:cNvGrpSpPr/>
          <p:nvPr/>
        </p:nvGrpSpPr>
        <p:grpSpPr>
          <a:xfrm>
            <a:off x="6197312" y="1501299"/>
            <a:ext cx="1135109" cy="637969"/>
            <a:chOff x="584746" y="2476291"/>
            <a:chExt cx="1135109" cy="637969"/>
          </a:xfrm>
        </p:grpSpPr>
        <p:grpSp>
          <p:nvGrpSpPr>
            <p:cNvPr id="515" name="Grupo 514">
              <a:extLst>
                <a:ext uri="{FF2B5EF4-FFF2-40B4-BE49-F238E27FC236}">
                  <a16:creationId xmlns:a16="http://schemas.microsoft.com/office/drawing/2014/main" id="{C8375E5A-664B-7340-BD7A-FEAAB812E86D}"/>
                </a:ext>
              </a:extLst>
            </p:cNvPr>
            <p:cNvGrpSpPr/>
            <p:nvPr/>
          </p:nvGrpSpPr>
          <p:grpSpPr>
            <a:xfrm>
              <a:off x="584746" y="2476291"/>
              <a:ext cx="1135109" cy="637969"/>
              <a:chOff x="587856" y="5912609"/>
              <a:chExt cx="1135109" cy="637969"/>
            </a:xfrm>
          </p:grpSpPr>
          <p:sp>
            <p:nvSpPr>
              <p:cNvPr id="517" name="Elipse 516">
                <a:extLst>
                  <a:ext uri="{FF2B5EF4-FFF2-40B4-BE49-F238E27FC236}">
                    <a16:creationId xmlns:a16="http://schemas.microsoft.com/office/drawing/2014/main" id="{86A23B0D-1FED-9B4F-9E5A-808ECCCDE738}"/>
                  </a:ext>
                </a:extLst>
              </p:cNvPr>
              <p:cNvSpPr/>
              <p:nvPr/>
            </p:nvSpPr>
            <p:spPr>
              <a:xfrm>
                <a:off x="1356768" y="5912609"/>
                <a:ext cx="196452" cy="184666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algn="ctr"/>
                <a:r>
                  <a:rPr lang="es-ES" sz="1400" b="1" dirty="0">
                    <a:solidFill>
                      <a:schemeClr val="tx1"/>
                    </a:solidFill>
                  </a:rPr>
                  <a:t>D</a:t>
                </a:r>
              </a:p>
            </p:txBody>
          </p:sp>
          <p:sp>
            <p:nvSpPr>
              <p:cNvPr id="518" name="Elipse 517">
                <a:extLst>
                  <a:ext uri="{FF2B5EF4-FFF2-40B4-BE49-F238E27FC236}">
                    <a16:creationId xmlns:a16="http://schemas.microsoft.com/office/drawing/2014/main" id="{7BE82D4B-0B0A-084B-AC6F-71EE3D5B2948}"/>
                  </a:ext>
                </a:extLst>
              </p:cNvPr>
              <p:cNvSpPr/>
              <p:nvPr/>
            </p:nvSpPr>
            <p:spPr>
              <a:xfrm>
                <a:off x="693240" y="6021059"/>
                <a:ext cx="196452" cy="184666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algn="ctr"/>
                <a:r>
                  <a:rPr lang="es-ES" sz="1100" b="1" dirty="0">
                    <a:solidFill>
                      <a:schemeClr val="tx1"/>
                    </a:solidFill>
                  </a:rPr>
                  <a:t>26</a:t>
                </a:r>
              </a:p>
            </p:txBody>
          </p:sp>
          <p:sp>
            <p:nvSpPr>
              <p:cNvPr id="519" name="Rectángulo redondeado 10">
                <a:extLst>
                  <a:ext uri="{FF2B5EF4-FFF2-40B4-BE49-F238E27FC236}">
                    <a16:creationId xmlns:a16="http://schemas.microsoft.com/office/drawing/2014/main" id="{08E66C1D-7ADA-0547-AA32-10135C4B1DD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87856" y="6332981"/>
                <a:ext cx="1135109" cy="217597"/>
              </a:xfrm>
              <a:prstGeom prst="roundRect">
                <a:avLst/>
              </a:prstGeom>
              <a:solidFill>
                <a:schemeClr val="tx1"/>
              </a:solidFill>
              <a:ln>
                <a:noFill/>
              </a:ln>
              <a:effectLst>
                <a:softEdge rad="63500"/>
              </a:effectLst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r>
                  <a:rPr lang="es-ES" sz="900" b="1" dirty="0">
                    <a:solidFill>
                      <a:schemeClr val="bg1"/>
                    </a:solidFill>
                  </a:rPr>
                  <a:t>18. MUZIK</a:t>
                </a:r>
              </a:p>
            </p:txBody>
          </p:sp>
        </p:grpSp>
        <p:pic>
          <p:nvPicPr>
            <p:cNvPr id="516" name="Imagen 515">
              <a:extLst>
                <a:ext uri="{FF2B5EF4-FFF2-40B4-BE49-F238E27FC236}">
                  <a16:creationId xmlns:a16="http://schemas.microsoft.com/office/drawing/2014/main" id="{E884CDEB-6F00-A34D-BD12-BFD08AD4F22F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646858" y="2798167"/>
              <a:ext cx="190500" cy="127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069291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7BD2B6-BD66-6252-AB9C-A608127A5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CuadroTexto 51">
            <a:extLst>
              <a:ext uri="{FF2B5EF4-FFF2-40B4-BE49-F238E27FC236}">
                <a16:creationId xmlns:a16="http://schemas.microsoft.com/office/drawing/2014/main" id="{3B81E83E-DD56-CBD2-7F5E-7BBE6E10A371}"/>
              </a:ext>
            </a:extLst>
          </p:cNvPr>
          <p:cNvSpPr txBox="1"/>
          <p:nvPr/>
        </p:nvSpPr>
        <p:spPr>
          <a:xfrm>
            <a:off x="208978" y="134353"/>
            <a:ext cx="11730629" cy="338554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s-ES" sz="1600" dirty="0">
              <a:solidFill>
                <a:schemeClr val="bg1"/>
              </a:solidFill>
              <a:latin typeface="Trebuchet MS" panose="020B070302020209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5F5744C-F9A8-925F-C04C-438DB4C7933B}"/>
              </a:ext>
            </a:extLst>
          </p:cNvPr>
          <p:cNvSpPr txBox="1"/>
          <p:nvPr/>
        </p:nvSpPr>
        <p:spPr>
          <a:xfrm>
            <a:off x="329583" y="143195"/>
            <a:ext cx="46056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dirty="0">
                <a:solidFill>
                  <a:schemeClr val="bg1"/>
                </a:solidFill>
                <a:latin typeface="Trebuchet MS" panose="020B0703020202090204" pitchFamily="34" charset="0"/>
              </a:rPr>
              <a:t>VALENCIA 0-1 CD TERUEL</a:t>
            </a:r>
          </a:p>
        </p:txBody>
      </p:sp>
      <p:sp>
        <p:nvSpPr>
          <p:cNvPr id="53" name="CuadroTexto 52">
            <a:extLst>
              <a:ext uri="{FF2B5EF4-FFF2-40B4-BE49-F238E27FC236}">
                <a16:creationId xmlns:a16="http://schemas.microsoft.com/office/drawing/2014/main" id="{BCFAD3C4-5A46-71AD-FC70-8C53812358CE}"/>
              </a:ext>
            </a:extLst>
          </p:cNvPr>
          <p:cNvSpPr txBox="1"/>
          <p:nvPr/>
        </p:nvSpPr>
        <p:spPr>
          <a:xfrm>
            <a:off x="6172538" y="143195"/>
            <a:ext cx="46166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dirty="0">
                <a:solidFill>
                  <a:schemeClr val="bg1"/>
                </a:solidFill>
                <a:latin typeface="Trebuchet MS" panose="020B0703020202090204" pitchFamily="34" charset="0"/>
              </a:rPr>
              <a:t>SD HUESCA 3-1 CD TERUEL</a:t>
            </a:r>
          </a:p>
        </p:txBody>
      </p:sp>
      <p:sp>
        <p:nvSpPr>
          <p:cNvPr id="116" name="CuadroTexto 115">
            <a:extLst>
              <a:ext uri="{FF2B5EF4-FFF2-40B4-BE49-F238E27FC236}">
                <a16:creationId xmlns:a16="http://schemas.microsoft.com/office/drawing/2014/main" id="{53BF8256-62E2-ED9E-9AC3-CF302895B8EB}"/>
              </a:ext>
            </a:extLst>
          </p:cNvPr>
          <p:cNvSpPr txBox="1"/>
          <p:nvPr/>
        </p:nvSpPr>
        <p:spPr>
          <a:xfrm>
            <a:off x="395920" y="5319117"/>
            <a:ext cx="925093" cy="307777"/>
          </a:xfrm>
          <a:prstGeom prst="rect">
            <a:avLst/>
          </a:pr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" sz="1400" dirty="0">
                <a:solidFill>
                  <a:schemeClr val="tx1"/>
                </a:solidFill>
                <a:latin typeface="Trebuchet MS" panose="020B0703020202090204" pitchFamily="34" charset="0"/>
              </a:rPr>
              <a:t>1-4-3-3</a:t>
            </a:r>
          </a:p>
        </p:txBody>
      </p:sp>
      <p:grpSp>
        <p:nvGrpSpPr>
          <p:cNvPr id="346" name="Grupo 345">
            <a:extLst>
              <a:ext uri="{FF2B5EF4-FFF2-40B4-BE49-F238E27FC236}">
                <a16:creationId xmlns:a16="http://schemas.microsoft.com/office/drawing/2014/main" id="{3C2333A1-D048-36F6-0AA6-250C05272FE6}"/>
              </a:ext>
            </a:extLst>
          </p:cNvPr>
          <p:cNvGrpSpPr/>
          <p:nvPr/>
        </p:nvGrpSpPr>
        <p:grpSpPr>
          <a:xfrm>
            <a:off x="6115025" y="481749"/>
            <a:ext cx="4730623" cy="5366997"/>
            <a:chOff x="6115025" y="481749"/>
            <a:chExt cx="4730623" cy="5366997"/>
          </a:xfrm>
        </p:grpSpPr>
        <p:pic>
          <p:nvPicPr>
            <p:cNvPr id="111" name="Imagen 110">
              <a:extLst>
                <a:ext uri="{FF2B5EF4-FFF2-40B4-BE49-F238E27FC236}">
                  <a16:creationId xmlns:a16="http://schemas.microsoft.com/office/drawing/2014/main" id="{694F27EF-5F34-95B2-69C0-D38BD6CF6AD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40000"/>
                      </a14:imgEffect>
                    </a14:imgLayer>
                  </a14:imgProps>
                </a:ext>
              </a:extLst>
            </a:blip>
            <a:srcRect l="9605" r="10095"/>
            <a:stretch/>
          </p:blipFill>
          <p:spPr>
            <a:xfrm rot="5400000">
              <a:off x="5796838" y="799936"/>
              <a:ext cx="5366997" cy="4730623"/>
            </a:xfrm>
            <a:prstGeom prst="rect">
              <a:avLst/>
            </a:prstGeom>
            <a:effectLst>
              <a:softEdge rad="63500"/>
            </a:effectLst>
          </p:spPr>
        </p:pic>
        <p:pic>
          <p:nvPicPr>
            <p:cNvPr id="112" name="Imagen 111">
              <a:extLst>
                <a:ext uri="{FF2B5EF4-FFF2-40B4-BE49-F238E27FC236}">
                  <a16:creationId xmlns:a16="http://schemas.microsoft.com/office/drawing/2014/main" id="{082EF609-8F3A-8A95-580C-5F46E6A958A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rightnessContrast bright="40000" contrast="2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rot="5400000">
              <a:off x="10105928" y="5054236"/>
              <a:ext cx="949273" cy="110481"/>
            </a:xfrm>
            <a:prstGeom prst="rect">
              <a:avLst/>
            </a:prstGeom>
          </p:spPr>
        </p:pic>
        <p:pic>
          <p:nvPicPr>
            <p:cNvPr id="113" name="Imagen 112">
              <a:extLst>
                <a:ext uri="{FF2B5EF4-FFF2-40B4-BE49-F238E27FC236}">
                  <a16:creationId xmlns:a16="http://schemas.microsoft.com/office/drawing/2014/main" id="{165AF2BF-1938-1911-46C4-3FD2BDEF096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rightnessContrast bright="40000" contrast="2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rot="5400000">
              <a:off x="5898028" y="1219851"/>
              <a:ext cx="949273" cy="110481"/>
            </a:xfrm>
            <a:prstGeom prst="rect">
              <a:avLst/>
            </a:prstGeom>
          </p:spPr>
        </p:pic>
      </p:grpSp>
      <p:grpSp>
        <p:nvGrpSpPr>
          <p:cNvPr id="13" name="Grupo 12">
            <a:extLst>
              <a:ext uri="{FF2B5EF4-FFF2-40B4-BE49-F238E27FC236}">
                <a16:creationId xmlns:a16="http://schemas.microsoft.com/office/drawing/2014/main" id="{00A235BA-3F4A-46B6-2C70-26F61A66A4D3}"/>
              </a:ext>
            </a:extLst>
          </p:cNvPr>
          <p:cNvGrpSpPr/>
          <p:nvPr/>
        </p:nvGrpSpPr>
        <p:grpSpPr>
          <a:xfrm>
            <a:off x="267477" y="512169"/>
            <a:ext cx="4730623" cy="5366996"/>
            <a:chOff x="267477" y="512169"/>
            <a:chExt cx="4730623" cy="5366996"/>
          </a:xfrm>
        </p:grpSpPr>
        <p:pic>
          <p:nvPicPr>
            <p:cNvPr id="10" name="Imagen 9">
              <a:extLst>
                <a:ext uri="{FF2B5EF4-FFF2-40B4-BE49-F238E27FC236}">
                  <a16:creationId xmlns:a16="http://schemas.microsoft.com/office/drawing/2014/main" id="{2CC51859-6FCE-8F7F-69F2-D95806DB0A5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brightnessContrast bright="40000"/>
                      </a14:imgEffect>
                    </a14:imgLayer>
                  </a14:imgProps>
                </a:ext>
              </a:extLst>
            </a:blip>
            <a:srcRect l="9605" r="10095"/>
            <a:stretch/>
          </p:blipFill>
          <p:spPr>
            <a:xfrm rot="5400000">
              <a:off x="-50709" y="830355"/>
              <a:ext cx="5366996" cy="4730623"/>
            </a:xfrm>
            <a:prstGeom prst="rect">
              <a:avLst/>
            </a:prstGeom>
            <a:effectLst>
              <a:softEdge rad="63500"/>
            </a:effectLst>
          </p:spPr>
        </p:pic>
        <p:pic>
          <p:nvPicPr>
            <p:cNvPr id="96" name="Imagen 95">
              <a:extLst>
                <a:ext uri="{FF2B5EF4-FFF2-40B4-BE49-F238E27FC236}">
                  <a16:creationId xmlns:a16="http://schemas.microsoft.com/office/drawing/2014/main" id="{19D5ADC2-000C-4999-18CA-764A39E9D06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rightnessContrast bright="4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rot="5400000">
              <a:off x="4273485" y="5090880"/>
              <a:ext cx="949273" cy="110481"/>
            </a:xfrm>
            <a:prstGeom prst="rect">
              <a:avLst/>
            </a:prstGeom>
          </p:spPr>
        </p:pic>
        <p:pic>
          <p:nvPicPr>
            <p:cNvPr id="2" name="Imagen 1">
              <a:extLst>
                <a:ext uri="{FF2B5EF4-FFF2-40B4-BE49-F238E27FC236}">
                  <a16:creationId xmlns:a16="http://schemas.microsoft.com/office/drawing/2014/main" id="{9553DF6D-1ABA-AC64-B832-791312AD307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rightnessContrast bright="40000" contrast="2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rot="5400000">
              <a:off x="41170" y="1254364"/>
              <a:ext cx="949273" cy="110481"/>
            </a:xfrm>
            <a:prstGeom prst="rect">
              <a:avLst/>
            </a:prstGeom>
          </p:spPr>
        </p:pic>
      </p:grp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241761E1-BF2A-5558-84CC-3325EE300F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194054"/>
              </p:ext>
            </p:extLst>
          </p:nvPr>
        </p:nvGraphicFramePr>
        <p:xfrm>
          <a:off x="5011006" y="1136763"/>
          <a:ext cx="1066540" cy="3976675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066540">
                  <a:extLst>
                    <a:ext uri="{9D8B030D-6E8A-4147-A177-3AD203B41FA5}">
                      <a16:colId xmlns:a16="http://schemas.microsoft.com/office/drawing/2014/main" val="543485393"/>
                    </a:ext>
                  </a:extLst>
                </a:gridCol>
              </a:tblGrid>
              <a:tr h="421701">
                <a:tc>
                  <a:txBody>
                    <a:bodyPr/>
                    <a:lstStyle/>
                    <a:p>
                      <a:pPr algn="ctr">
                        <a:buFontTx/>
                        <a:buNone/>
                      </a:pPr>
                      <a:r>
                        <a:rPr lang="es-ES" sz="1000" dirty="0">
                          <a:solidFill>
                            <a:schemeClr val="bg1"/>
                          </a:solidFill>
                          <a:latin typeface="+mn-lt"/>
                        </a:rPr>
                        <a:t>EQUIPO TITULAR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8857127"/>
                  </a:ext>
                </a:extLst>
              </a:tr>
              <a:tr h="309401">
                <a:tc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r>
                        <a:rPr lang="es-ES" sz="1000" dirty="0">
                          <a:latin typeface="+mn-lt"/>
                        </a:rPr>
                        <a:t>13. ZARCO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27383317"/>
                  </a:ext>
                </a:extLst>
              </a:tr>
              <a:tr h="309401">
                <a:tc>
                  <a:txBody>
                    <a:bodyPr/>
                    <a:lstStyle/>
                    <a:p>
                      <a:pPr algn="ctr">
                        <a:buFontTx/>
                        <a:buNone/>
                      </a:pPr>
                      <a:r>
                        <a:rPr lang="es-ES" sz="1000" dirty="0">
                          <a:latin typeface="+mn-lt"/>
                        </a:rPr>
                        <a:t>2. BORGE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09735927"/>
                  </a:ext>
                </a:extLst>
              </a:tr>
              <a:tr h="309401">
                <a:tc>
                  <a:txBody>
                    <a:bodyPr/>
                    <a:lstStyle/>
                    <a:p>
                      <a:pPr algn="ctr">
                        <a:buFontTx/>
                        <a:buNone/>
                      </a:pPr>
                      <a:r>
                        <a:rPr lang="es-ES" sz="1000" dirty="0">
                          <a:latin typeface="+mn-lt"/>
                        </a:rPr>
                        <a:t>4. PABLO FELIPE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45716055"/>
                  </a:ext>
                </a:extLst>
              </a:tr>
              <a:tr h="309401">
                <a:tc>
                  <a:txBody>
                    <a:bodyPr/>
                    <a:lstStyle/>
                    <a:p>
                      <a:pPr algn="ctr">
                        <a:buFontTx/>
                        <a:buNone/>
                      </a:pPr>
                      <a:r>
                        <a:rPr lang="es-ES" sz="1000" dirty="0">
                          <a:solidFill>
                            <a:schemeClr val="tx1"/>
                          </a:solidFill>
                          <a:latin typeface="+mn-lt"/>
                        </a:rPr>
                        <a:t>6. NATHAN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41328321"/>
                  </a:ext>
                </a:extLst>
              </a:tr>
              <a:tr h="3920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00" dirty="0">
                          <a:solidFill>
                            <a:schemeClr val="tx1"/>
                          </a:solidFill>
                          <a:latin typeface="+mn-lt"/>
                        </a:rPr>
                        <a:t>3. JOSERRA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0629863"/>
                  </a:ext>
                </a:extLst>
              </a:tr>
              <a:tr h="309401">
                <a:tc>
                  <a:txBody>
                    <a:bodyPr/>
                    <a:lstStyle/>
                    <a:p>
                      <a:pPr algn="ctr">
                        <a:buFontTx/>
                        <a:buNone/>
                      </a:pPr>
                      <a:r>
                        <a:rPr lang="es-ES" sz="1000" dirty="0">
                          <a:solidFill>
                            <a:schemeClr val="tx1"/>
                          </a:solidFill>
                          <a:latin typeface="+mn-lt"/>
                        </a:rPr>
                        <a:t>26. ALBISUA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945011"/>
                  </a:ext>
                </a:extLst>
              </a:tr>
              <a:tr h="309401">
                <a:tc>
                  <a:txBody>
                    <a:bodyPr/>
                    <a:lstStyle/>
                    <a:p>
                      <a:pPr algn="ctr">
                        <a:buFontTx/>
                        <a:buNone/>
                      </a:pPr>
                      <a:r>
                        <a:rPr lang="es-ES" sz="900" dirty="0">
                          <a:solidFill>
                            <a:schemeClr val="tx1"/>
                          </a:solidFill>
                          <a:latin typeface="+mn-lt"/>
                        </a:rPr>
                        <a:t>10. HUGO REDON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30479358"/>
                  </a:ext>
                </a:extLst>
              </a:tr>
              <a:tr h="378279">
                <a:tc>
                  <a:txBody>
                    <a:bodyPr/>
                    <a:lstStyle/>
                    <a:p>
                      <a:pPr algn="ctr">
                        <a:buFontTx/>
                        <a:buNone/>
                      </a:pPr>
                      <a:r>
                        <a:rPr lang="es-ES" sz="1000" dirty="0">
                          <a:solidFill>
                            <a:schemeClr val="tx1"/>
                          </a:solidFill>
                          <a:latin typeface="+mn-lt"/>
                        </a:rPr>
                        <a:t>8. ROMERA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8320380"/>
                  </a:ext>
                </a:extLst>
              </a:tr>
              <a:tr h="309401">
                <a:tc>
                  <a:txBody>
                    <a:bodyPr/>
                    <a:lstStyle/>
                    <a:p>
                      <a:pPr algn="ctr">
                        <a:buFontTx/>
                        <a:buNone/>
                      </a:pPr>
                      <a:r>
                        <a:rPr lang="es-ES" sz="1000" dirty="0">
                          <a:solidFill>
                            <a:schemeClr val="tx1"/>
                          </a:solidFill>
                          <a:latin typeface="+mn-lt"/>
                        </a:rPr>
                        <a:t>11. GALLARDO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89430192"/>
                  </a:ext>
                </a:extLst>
              </a:tr>
              <a:tr h="30940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00" dirty="0">
                          <a:solidFill>
                            <a:schemeClr val="tx1"/>
                          </a:solidFill>
                          <a:latin typeface="+mn-lt"/>
                        </a:rPr>
                        <a:t>21. MARIO SESE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93408568"/>
                  </a:ext>
                </a:extLst>
              </a:tr>
              <a:tr h="309401">
                <a:tc>
                  <a:txBody>
                    <a:bodyPr/>
                    <a:lstStyle/>
                    <a:p>
                      <a:pPr algn="ctr">
                        <a:buFontTx/>
                        <a:buNone/>
                      </a:pPr>
                      <a:r>
                        <a:rPr lang="es-ES" sz="800" dirty="0">
                          <a:solidFill>
                            <a:schemeClr val="tx1"/>
                          </a:solidFill>
                          <a:latin typeface="+mn-lt"/>
                        </a:rPr>
                        <a:t>7. SERGIO MORENO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15253235"/>
                  </a:ext>
                </a:extLst>
              </a:tr>
            </a:tbl>
          </a:graphicData>
        </a:graphic>
      </p:graphicFrame>
      <p:sp>
        <p:nvSpPr>
          <p:cNvPr id="337" name="CuadroTexto 336">
            <a:extLst>
              <a:ext uri="{FF2B5EF4-FFF2-40B4-BE49-F238E27FC236}">
                <a16:creationId xmlns:a16="http://schemas.microsoft.com/office/drawing/2014/main" id="{089493D1-C790-E061-E137-5690A8DC9899}"/>
              </a:ext>
            </a:extLst>
          </p:cNvPr>
          <p:cNvSpPr txBox="1"/>
          <p:nvPr/>
        </p:nvSpPr>
        <p:spPr>
          <a:xfrm>
            <a:off x="408147" y="5373692"/>
            <a:ext cx="901502" cy="261610"/>
          </a:xfrm>
          <a:prstGeom prst="rect">
            <a:avLst/>
          </a:pr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solidFill>
                  <a:schemeClr val="tx1"/>
                </a:solidFill>
                <a:latin typeface="Trebuchet MS" panose="020B0703020202090204" pitchFamily="34" charset="0"/>
              </a:rPr>
              <a:t>1.4.2.3.1</a:t>
            </a:r>
          </a:p>
        </p:txBody>
      </p:sp>
      <p:graphicFrame>
        <p:nvGraphicFramePr>
          <p:cNvPr id="459" name="Tabla 458">
            <a:extLst>
              <a:ext uri="{FF2B5EF4-FFF2-40B4-BE49-F238E27FC236}">
                <a16:creationId xmlns:a16="http://schemas.microsoft.com/office/drawing/2014/main" id="{0E877EA7-D8EE-5FC0-22E6-0D6EEE64EC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339493"/>
              </p:ext>
            </p:extLst>
          </p:nvPr>
        </p:nvGraphicFramePr>
        <p:xfrm>
          <a:off x="10873337" y="1133960"/>
          <a:ext cx="1066540" cy="3976675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066540">
                  <a:extLst>
                    <a:ext uri="{9D8B030D-6E8A-4147-A177-3AD203B41FA5}">
                      <a16:colId xmlns:a16="http://schemas.microsoft.com/office/drawing/2014/main" val="543485393"/>
                    </a:ext>
                  </a:extLst>
                </a:gridCol>
              </a:tblGrid>
              <a:tr h="421701">
                <a:tc>
                  <a:txBody>
                    <a:bodyPr/>
                    <a:lstStyle/>
                    <a:p>
                      <a:pPr algn="ctr">
                        <a:buFontTx/>
                        <a:buNone/>
                      </a:pPr>
                      <a:r>
                        <a:rPr lang="es-ES" sz="1000" dirty="0">
                          <a:solidFill>
                            <a:schemeClr val="bg1"/>
                          </a:solidFill>
                          <a:latin typeface="+mn-lt"/>
                        </a:rPr>
                        <a:t>EQUIPO TITULAR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8857127"/>
                  </a:ext>
                </a:extLst>
              </a:tr>
              <a:tr h="309401">
                <a:tc>
                  <a:txBody>
                    <a:bodyPr/>
                    <a:lstStyle/>
                    <a:p>
                      <a:pPr algn="ctr">
                        <a:buFontTx/>
                        <a:buNone/>
                      </a:pPr>
                      <a:r>
                        <a:rPr lang="es-ES" sz="1000" dirty="0">
                          <a:latin typeface="+mn-lt"/>
                        </a:rPr>
                        <a:t>13. ZARCO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41379099"/>
                  </a:ext>
                </a:extLst>
              </a:tr>
              <a:tr h="309401">
                <a:tc>
                  <a:txBody>
                    <a:bodyPr/>
                    <a:lstStyle/>
                    <a:p>
                      <a:pPr algn="ctr">
                        <a:buFontTx/>
                        <a:buNone/>
                      </a:pPr>
                      <a:r>
                        <a:rPr lang="es-ES" sz="1000" dirty="0">
                          <a:latin typeface="+mn-lt"/>
                        </a:rPr>
                        <a:t>16. BORIKO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09735927"/>
                  </a:ext>
                </a:extLst>
              </a:tr>
              <a:tr h="309401">
                <a:tc>
                  <a:txBody>
                    <a:bodyPr/>
                    <a:lstStyle/>
                    <a:p>
                      <a:pPr algn="ctr">
                        <a:buFontTx/>
                        <a:buNone/>
                      </a:pPr>
                      <a:r>
                        <a:rPr lang="es-ES" sz="900" dirty="0">
                          <a:latin typeface="+mn-lt"/>
                        </a:rPr>
                        <a:t>15. ALVARO LOPEZ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45716055"/>
                  </a:ext>
                </a:extLst>
              </a:tr>
              <a:tr h="309401">
                <a:tc>
                  <a:txBody>
                    <a:bodyPr/>
                    <a:lstStyle/>
                    <a:p>
                      <a:pPr algn="ctr">
                        <a:buFontTx/>
                        <a:buNone/>
                      </a:pPr>
                      <a:r>
                        <a:rPr lang="es-ES" sz="1000" dirty="0">
                          <a:solidFill>
                            <a:schemeClr val="tx1"/>
                          </a:solidFill>
                          <a:latin typeface="+mn-lt"/>
                        </a:rPr>
                        <a:t>14. RELU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41328321"/>
                  </a:ext>
                </a:extLst>
              </a:tr>
              <a:tr h="3920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00" dirty="0">
                          <a:solidFill>
                            <a:schemeClr val="tx1"/>
                          </a:solidFill>
                          <a:latin typeface="+mn-lt"/>
                        </a:rPr>
                        <a:t>22. LLUIS LLACER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0629863"/>
                  </a:ext>
                </a:extLst>
              </a:tr>
              <a:tr h="309401">
                <a:tc>
                  <a:txBody>
                    <a:bodyPr/>
                    <a:lstStyle/>
                    <a:p>
                      <a:pPr algn="ctr">
                        <a:buFontTx/>
                        <a:buNone/>
                      </a:pPr>
                      <a:r>
                        <a:rPr lang="es-ES" sz="1000" dirty="0">
                          <a:solidFill>
                            <a:schemeClr val="tx1"/>
                          </a:solidFill>
                          <a:latin typeface="+mn-lt"/>
                        </a:rPr>
                        <a:t>26. ALBISUA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945011"/>
                  </a:ext>
                </a:extLst>
              </a:tr>
              <a:tr h="309401">
                <a:tc>
                  <a:txBody>
                    <a:bodyPr/>
                    <a:lstStyle/>
                    <a:p>
                      <a:pPr algn="ctr">
                        <a:buFontTx/>
                        <a:buNone/>
                      </a:pPr>
                      <a:r>
                        <a:rPr lang="es-ES" sz="900" dirty="0">
                          <a:solidFill>
                            <a:schemeClr val="tx1"/>
                          </a:solidFill>
                          <a:latin typeface="+mn-lt"/>
                        </a:rPr>
                        <a:t>10. HUGO REDON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30479358"/>
                  </a:ext>
                </a:extLst>
              </a:tr>
              <a:tr h="378279">
                <a:tc>
                  <a:txBody>
                    <a:bodyPr/>
                    <a:lstStyle/>
                    <a:p>
                      <a:pPr algn="ctr">
                        <a:buFontTx/>
                        <a:buNone/>
                      </a:pPr>
                      <a:r>
                        <a:rPr lang="es-ES" sz="1000" dirty="0">
                          <a:solidFill>
                            <a:schemeClr val="tx1"/>
                          </a:solidFill>
                          <a:latin typeface="+mn-lt"/>
                        </a:rPr>
                        <a:t>8. ROMERA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8320380"/>
                  </a:ext>
                </a:extLst>
              </a:tr>
              <a:tr h="309401">
                <a:tc>
                  <a:txBody>
                    <a:bodyPr/>
                    <a:lstStyle/>
                    <a:p>
                      <a:pPr algn="ctr">
                        <a:buFontTx/>
                        <a:buNone/>
                      </a:pPr>
                      <a:r>
                        <a:rPr lang="es-ES" sz="1000" dirty="0">
                          <a:solidFill>
                            <a:schemeClr val="tx1"/>
                          </a:solidFill>
                          <a:latin typeface="+mn-lt"/>
                        </a:rPr>
                        <a:t>11. GALLARDO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89430192"/>
                  </a:ext>
                </a:extLst>
              </a:tr>
              <a:tr h="30940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00" dirty="0">
                          <a:solidFill>
                            <a:schemeClr val="tx1"/>
                          </a:solidFill>
                          <a:latin typeface="+mn-lt"/>
                        </a:rPr>
                        <a:t>21. MARIO SESE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93408568"/>
                  </a:ext>
                </a:extLst>
              </a:tr>
              <a:tr h="309401">
                <a:tc>
                  <a:txBody>
                    <a:bodyPr/>
                    <a:lstStyle/>
                    <a:p>
                      <a:pPr algn="ctr">
                        <a:buFontTx/>
                        <a:buNone/>
                      </a:pPr>
                      <a:r>
                        <a:rPr lang="es-ES" sz="800" dirty="0">
                          <a:solidFill>
                            <a:schemeClr val="tx1"/>
                          </a:solidFill>
                          <a:latin typeface="+mn-lt"/>
                        </a:rPr>
                        <a:t>7. SERGIO MORENO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15253235"/>
                  </a:ext>
                </a:extLst>
              </a:tr>
            </a:tbl>
          </a:graphicData>
        </a:graphic>
      </p:graphicFrame>
      <p:sp>
        <p:nvSpPr>
          <p:cNvPr id="567" name="CuadroTexto 566">
            <a:extLst>
              <a:ext uri="{FF2B5EF4-FFF2-40B4-BE49-F238E27FC236}">
                <a16:creationId xmlns:a16="http://schemas.microsoft.com/office/drawing/2014/main" id="{7F48DA0C-DDB3-7022-47CF-821BB95968F4}"/>
              </a:ext>
            </a:extLst>
          </p:cNvPr>
          <p:cNvSpPr txBox="1"/>
          <p:nvPr/>
        </p:nvSpPr>
        <p:spPr>
          <a:xfrm>
            <a:off x="6256396" y="5339968"/>
            <a:ext cx="901502" cy="261610"/>
          </a:xfrm>
          <a:prstGeom prst="rect">
            <a:avLst/>
          </a:pr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solidFill>
                  <a:schemeClr val="tx1"/>
                </a:solidFill>
                <a:latin typeface="Trebuchet MS" panose="020B0703020202090204" pitchFamily="34" charset="0"/>
              </a:rPr>
              <a:t>1.4.2.3.1</a:t>
            </a:r>
          </a:p>
        </p:txBody>
      </p:sp>
      <p:grpSp>
        <p:nvGrpSpPr>
          <p:cNvPr id="232" name="Grupo 231">
            <a:extLst>
              <a:ext uri="{FF2B5EF4-FFF2-40B4-BE49-F238E27FC236}">
                <a16:creationId xmlns:a16="http://schemas.microsoft.com/office/drawing/2014/main" id="{67394222-49BE-DA42-8BBC-0D8ABF76665E}"/>
              </a:ext>
            </a:extLst>
          </p:cNvPr>
          <p:cNvGrpSpPr/>
          <p:nvPr/>
        </p:nvGrpSpPr>
        <p:grpSpPr>
          <a:xfrm>
            <a:off x="4253257" y="57040"/>
            <a:ext cx="561265" cy="510863"/>
            <a:chOff x="4860060" y="2161307"/>
            <a:chExt cx="2482850" cy="2642177"/>
          </a:xfrm>
        </p:grpSpPr>
        <p:pic>
          <p:nvPicPr>
            <p:cNvPr id="233" name="Imagen 232">
              <a:extLst>
                <a:ext uri="{FF2B5EF4-FFF2-40B4-BE49-F238E27FC236}">
                  <a16:creationId xmlns:a16="http://schemas.microsoft.com/office/drawing/2014/main" id="{A4DD6901-FF28-E040-86DE-F8F4770472A5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5499100" y="2584450"/>
              <a:ext cx="1193800" cy="1689100"/>
            </a:xfrm>
            <a:prstGeom prst="rect">
              <a:avLst/>
            </a:prstGeom>
          </p:spPr>
        </p:pic>
        <p:pic>
          <p:nvPicPr>
            <p:cNvPr id="234" name="Imagen 233">
              <a:extLst>
                <a:ext uri="{FF2B5EF4-FFF2-40B4-BE49-F238E27FC236}">
                  <a16:creationId xmlns:a16="http://schemas.microsoft.com/office/drawing/2014/main" id="{C156A32D-8385-D04F-A048-2F9AF9BC8CF2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4860060" y="2161307"/>
              <a:ext cx="2482850" cy="2642177"/>
            </a:xfrm>
            <a:prstGeom prst="rect">
              <a:avLst/>
            </a:prstGeom>
          </p:spPr>
        </p:pic>
      </p:grpSp>
      <p:grpSp>
        <p:nvGrpSpPr>
          <p:cNvPr id="235" name="Grupo 234">
            <a:extLst>
              <a:ext uri="{FF2B5EF4-FFF2-40B4-BE49-F238E27FC236}">
                <a16:creationId xmlns:a16="http://schemas.microsoft.com/office/drawing/2014/main" id="{F0657247-6A77-0C4A-A5A2-EC891AB8CCE2}"/>
              </a:ext>
            </a:extLst>
          </p:cNvPr>
          <p:cNvGrpSpPr/>
          <p:nvPr/>
        </p:nvGrpSpPr>
        <p:grpSpPr>
          <a:xfrm>
            <a:off x="10105252" y="57040"/>
            <a:ext cx="561265" cy="510863"/>
            <a:chOff x="4860060" y="2161307"/>
            <a:chExt cx="2482850" cy="2642177"/>
          </a:xfrm>
        </p:grpSpPr>
        <p:pic>
          <p:nvPicPr>
            <p:cNvPr id="236" name="Imagen 235">
              <a:extLst>
                <a:ext uri="{FF2B5EF4-FFF2-40B4-BE49-F238E27FC236}">
                  <a16:creationId xmlns:a16="http://schemas.microsoft.com/office/drawing/2014/main" id="{F5C2836B-6524-7540-8415-8BCF9644F711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5499100" y="2584450"/>
              <a:ext cx="1193800" cy="1689100"/>
            </a:xfrm>
            <a:prstGeom prst="rect">
              <a:avLst/>
            </a:prstGeom>
          </p:spPr>
        </p:pic>
        <p:pic>
          <p:nvPicPr>
            <p:cNvPr id="237" name="Imagen 236">
              <a:extLst>
                <a:ext uri="{FF2B5EF4-FFF2-40B4-BE49-F238E27FC236}">
                  <a16:creationId xmlns:a16="http://schemas.microsoft.com/office/drawing/2014/main" id="{773741A9-71F5-A54B-87F1-B0BE0ADF20FC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4860060" y="2161307"/>
              <a:ext cx="2482850" cy="2642177"/>
            </a:xfrm>
            <a:prstGeom prst="rect">
              <a:avLst/>
            </a:prstGeom>
          </p:spPr>
        </p:pic>
      </p:grpSp>
      <p:pic>
        <p:nvPicPr>
          <p:cNvPr id="238" name="Imagen 237">
            <a:extLst>
              <a:ext uri="{FF2B5EF4-FFF2-40B4-BE49-F238E27FC236}">
                <a16:creationId xmlns:a16="http://schemas.microsoft.com/office/drawing/2014/main" id="{1EED20C2-7487-1347-827A-F3CBA7ED6FBA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62759" y="124038"/>
            <a:ext cx="348900" cy="348900"/>
          </a:xfrm>
          <a:prstGeom prst="rect">
            <a:avLst/>
          </a:prstGeom>
        </p:spPr>
      </p:pic>
      <p:pic>
        <p:nvPicPr>
          <p:cNvPr id="239" name="Imagen 238">
            <a:extLst>
              <a:ext uri="{FF2B5EF4-FFF2-40B4-BE49-F238E27FC236}">
                <a16:creationId xmlns:a16="http://schemas.microsoft.com/office/drawing/2014/main" id="{5A288230-F4B3-B345-AEED-C6361DEC715F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115586" y="-102584"/>
            <a:ext cx="1098863" cy="824147"/>
          </a:xfrm>
          <a:prstGeom prst="rect">
            <a:avLst/>
          </a:prstGeom>
        </p:spPr>
      </p:pic>
      <p:grpSp>
        <p:nvGrpSpPr>
          <p:cNvPr id="240" name="Grupo 239">
            <a:extLst>
              <a:ext uri="{FF2B5EF4-FFF2-40B4-BE49-F238E27FC236}">
                <a16:creationId xmlns:a16="http://schemas.microsoft.com/office/drawing/2014/main" id="{3162F7AB-1532-B446-B87D-C0F800619AAD}"/>
              </a:ext>
            </a:extLst>
          </p:cNvPr>
          <p:cNvGrpSpPr/>
          <p:nvPr/>
        </p:nvGrpSpPr>
        <p:grpSpPr>
          <a:xfrm>
            <a:off x="2025544" y="4821128"/>
            <a:ext cx="1218994" cy="830384"/>
            <a:chOff x="4608492" y="5028787"/>
            <a:chExt cx="1218994" cy="830384"/>
          </a:xfrm>
        </p:grpSpPr>
        <p:grpSp>
          <p:nvGrpSpPr>
            <p:cNvPr id="241" name="Grupo 240">
              <a:extLst>
                <a:ext uri="{FF2B5EF4-FFF2-40B4-BE49-F238E27FC236}">
                  <a16:creationId xmlns:a16="http://schemas.microsoft.com/office/drawing/2014/main" id="{B8BFEEF3-5BF0-634E-A7DA-5690129AA036}"/>
                </a:ext>
              </a:extLst>
            </p:cNvPr>
            <p:cNvGrpSpPr/>
            <p:nvPr/>
          </p:nvGrpSpPr>
          <p:grpSpPr>
            <a:xfrm>
              <a:off x="4608492" y="5205121"/>
              <a:ext cx="1218994" cy="654050"/>
              <a:chOff x="584746" y="2476291"/>
              <a:chExt cx="1218994" cy="654050"/>
            </a:xfrm>
          </p:grpSpPr>
          <p:grpSp>
            <p:nvGrpSpPr>
              <p:cNvPr id="243" name="Grupo 242">
                <a:extLst>
                  <a:ext uri="{FF2B5EF4-FFF2-40B4-BE49-F238E27FC236}">
                    <a16:creationId xmlns:a16="http://schemas.microsoft.com/office/drawing/2014/main" id="{506A5960-DB8D-5749-A017-7C39D56ECF45}"/>
                  </a:ext>
                </a:extLst>
              </p:cNvPr>
              <p:cNvGrpSpPr/>
              <p:nvPr/>
            </p:nvGrpSpPr>
            <p:grpSpPr>
              <a:xfrm>
                <a:off x="584746" y="2476291"/>
                <a:ext cx="1218994" cy="654050"/>
                <a:chOff x="587856" y="5912609"/>
                <a:chExt cx="1218994" cy="654050"/>
              </a:xfrm>
            </p:grpSpPr>
            <p:sp>
              <p:nvSpPr>
                <p:cNvPr id="245" name="Elipse 244">
                  <a:extLst>
                    <a:ext uri="{FF2B5EF4-FFF2-40B4-BE49-F238E27FC236}">
                      <a16:creationId xmlns:a16="http://schemas.microsoft.com/office/drawing/2014/main" id="{E45E5A79-DD4D-654A-AD35-0DA793EB1EFC}"/>
                    </a:ext>
                  </a:extLst>
                </p:cNvPr>
                <p:cNvSpPr/>
                <p:nvPr/>
              </p:nvSpPr>
              <p:spPr>
                <a:xfrm>
                  <a:off x="1356768" y="5912609"/>
                  <a:ext cx="196452" cy="184666"/>
                </a:xfrm>
                <a:prstGeom prst="ellipse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Autofit/>
                </a:bodyPr>
                <a:lstStyle/>
                <a:p>
                  <a:pPr algn="ctr"/>
                  <a:r>
                    <a:rPr lang="es-ES" sz="1400" b="1" dirty="0">
                      <a:solidFill>
                        <a:schemeClr val="tx1"/>
                      </a:solidFill>
                    </a:rPr>
                    <a:t>D</a:t>
                  </a:r>
                </a:p>
              </p:txBody>
            </p:sp>
            <p:sp>
              <p:nvSpPr>
                <p:cNvPr id="246" name="Elipse 245">
                  <a:extLst>
                    <a:ext uri="{FF2B5EF4-FFF2-40B4-BE49-F238E27FC236}">
                      <a16:creationId xmlns:a16="http://schemas.microsoft.com/office/drawing/2014/main" id="{D64DFC98-01AF-1848-A700-21A83ADD5D51}"/>
                    </a:ext>
                  </a:extLst>
                </p:cNvPr>
                <p:cNvSpPr/>
                <p:nvPr/>
              </p:nvSpPr>
              <p:spPr>
                <a:xfrm>
                  <a:off x="693240" y="6021059"/>
                  <a:ext cx="196452" cy="184666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Autofit/>
                </a:bodyPr>
                <a:lstStyle/>
                <a:p>
                  <a:pPr algn="ctr"/>
                  <a:r>
                    <a:rPr lang="es-ES" sz="1100" b="1" dirty="0">
                      <a:solidFill>
                        <a:schemeClr val="tx1"/>
                      </a:solidFill>
                    </a:rPr>
                    <a:t>28</a:t>
                  </a:r>
                </a:p>
              </p:txBody>
            </p:sp>
            <p:sp>
              <p:nvSpPr>
                <p:cNvPr id="247" name="Rectángulo redondeado 10">
                  <a:extLst>
                    <a:ext uri="{FF2B5EF4-FFF2-40B4-BE49-F238E27FC236}">
                      <a16:creationId xmlns:a16="http://schemas.microsoft.com/office/drawing/2014/main" id="{7A054420-2128-E849-B883-D451A7165793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87856" y="6332981"/>
                  <a:ext cx="1218994" cy="233678"/>
                </a:xfrm>
                <a:prstGeom prst="roundRect">
                  <a:avLst/>
                </a:prstGeom>
                <a:solidFill>
                  <a:schemeClr val="tx1"/>
                </a:solidFill>
                <a:ln>
                  <a:noFill/>
                </a:ln>
                <a:effectLst>
                  <a:softEdge rad="63500"/>
                </a:effectLst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>
                  <a:noAutofit/>
                </a:bodyPr>
                <a:lstStyle/>
                <a:p>
                  <a:pPr algn="ctr"/>
                  <a:r>
                    <a:rPr lang="es-ES" sz="900" b="1" dirty="0">
                      <a:solidFill>
                        <a:schemeClr val="bg1"/>
                      </a:solidFill>
                    </a:rPr>
                    <a:t>13. ZARCO</a:t>
                  </a:r>
                </a:p>
              </p:txBody>
            </p:sp>
          </p:grpSp>
          <p:pic>
            <p:nvPicPr>
              <p:cNvPr id="244" name="Imagen 243">
                <a:extLst>
                  <a:ext uri="{FF2B5EF4-FFF2-40B4-BE49-F238E27FC236}">
                    <a16:creationId xmlns:a16="http://schemas.microsoft.com/office/drawing/2014/main" id="{5AC8F505-0470-6949-ABC6-DCEECAC349A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46858" y="2798167"/>
                <a:ext cx="190500" cy="127000"/>
              </a:xfrm>
              <a:prstGeom prst="rect">
                <a:avLst/>
              </a:prstGeom>
            </p:spPr>
          </p:pic>
        </p:grpSp>
        <p:pic>
          <p:nvPicPr>
            <p:cNvPr id="242" name="Imagen 241">
              <a:extLst>
                <a:ext uri="{FF2B5EF4-FFF2-40B4-BE49-F238E27FC236}">
                  <a16:creationId xmlns:a16="http://schemas.microsoft.com/office/drawing/2014/main" id="{0193FDE7-FE25-394F-921D-EC951875356D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4813198" y="5028787"/>
              <a:ext cx="711200" cy="685800"/>
            </a:xfrm>
            <a:prstGeom prst="rect">
              <a:avLst/>
            </a:prstGeom>
          </p:spPr>
        </p:pic>
      </p:grpSp>
      <p:grpSp>
        <p:nvGrpSpPr>
          <p:cNvPr id="248" name="Grupo 247">
            <a:extLst>
              <a:ext uri="{FF2B5EF4-FFF2-40B4-BE49-F238E27FC236}">
                <a16:creationId xmlns:a16="http://schemas.microsoft.com/office/drawing/2014/main" id="{55DFCB42-658B-FB4C-81DF-B55E7A0636BA}"/>
              </a:ext>
            </a:extLst>
          </p:cNvPr>
          <p:cNvGrpSpPr/>
          <p:nvPr/>
        </p:nvGrpSpPr>
        <p:grpSpPr>
          <a:xfrm>
            <a:off x="345172" y="3607612"/>
            <a:ext cx="1135109" cy="826158"/>
            <a:chOff x="2084116" y="5081825"/>
            <a:chExt cx="1135109" cy="826158"/>
          </a:xfrm>
        </p:grpSpPr>
        <p:pic>
          <p:nvPicPr>
            <p:cNvPr id="249" name="Imagen 248">
              <a:extLst>
                <a:ext uri="{FF2B5EF4-FFF2-40B4-BE49-F238E27FC236}">
                  <a16:creationId xmlns:a16="http://schemas.microsoft.com/office/drawing/2014/main" id="{F72F7B83-0B17-574A-BE86-370194090F0C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2217548" y="5081825"/>
              <a:ext cx="711200" cy="685800"/>
            </a:xfrm>
            <a:prstGeom prst="rect">
              <a:avLst/>
            </a:prstGeom>
          </p:spPr>
        </p:pic>
        <p:grpSp>
          <p:nvGrpSpPr>
            <p:cNvPr id="250" name="Grupo 249">
              <a:extLst>
                <a:ext uri="{FF2B5EF4-FFF2-40B4-BE49-F238E27FC236}">
                  <a16:creationId xmlns:a16="http://schemas.microsoft.com/office/drawing/2014/main" id="{C8FC781D-CB49-9C4C-B06F-0DE2D919C6F6}"/>
                </a:ext>
              </a:extLst>
            </p:cNvPr>
            <p:cNvGrpSpPr/>
            <p:nvPr/>
          </p:nvGrpSpPr>
          <p:grpSpPr>
            <a:xfrm>
              <a:off x="2084116" y="5270014"/>
              <a:ext cx="1135109" cy="637969"/>
              <a:chOff x="584746" y="2476291"/>
              <a:chExt cx="1135109" cy="637969"/>
            </a:xfrm>
          </p:grpSpPr>
          <p:grpSp>
            <p:nvGrpSpPr>
              <p:cNvPr id="251" name="Grupo 250">
                <a:extLst>
                  <a:ext uri="{FF2B5EF4-FFF2-40B4-BE49-F238E27FC236}">
                    <a16:creationId xmlns:a16="http://schemas.microsoft.com/office/drawing/2014/main" id="{1B4236ED-2165-7B4B-80C2-D68F84332B3C}"/>
                  </a:ext>
                </a:extLst>
              </p:cNvPr>
              <p:cNvGrpSpPr/>
              <p:nvPr/>
            </p:nvGrpSpPr>
            <p:grpSpPr>
              <a:xfrm>
                <a:off x="584746" y="2476291"/>
                <a:ext cx="1135109" cy="637969"/>
                <a:chOff x="587856" y="5912609"/>
                <a:chExt cx="1135109" cy="637969"/>
              </a:xfrm>
            </p:grpSpPr>
            <p:sp>
              <p:nvSpPr>
                <p:cNvPr id="253" name="Elipse 252">
                  <a:extLst>
                    <a:ext uri="{FF2B5EF4-FFF2-40B4-BE49-F238E27FC236}">
                      <a16:creationId xmlns:a16="http://schemas.microsoft.com/office/drawing/2014/main" id="{656E1C07-A94D-6749-ADCA-55B22D946F88}"/>
                    </a:ext>
                  </a:extLst>
                </p:cNvPr>
                <p:cNvSpPr/>
                <p:nvPr/>
              </p:nvSpPr>
              <p:spPr>
                <a:xfrm>
                  <a:off x="1356768" y="5912609"/>
                  <a:ext cx="196452" cy="184666"/>
                </a:xfrm>
                <a:prstGeom prst="ellipse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Autofit/>
                </a:bodyPr>
                <a:lstStyle/>
                <a:p>
                  <a:pPr algn="ctr"/>
                  <a:r>
                    <a:rPr lang="es-ES" sz="1400" b="1" dirty="0">
                      <a:solidFill>
                        <a:schemeClr val="tx1"/>
                      </a:solidFill>
                    </a:rPr>
                    <a:t>Z</a:t>
                  </a:r>
                </a:p>
              </p:txBody>
            </p:sp>
            <p:sp>
              <p:nvSpPr>
                <p:cNvPr id="254" name="Elipse 253">
                  <a:extLst>
                    <a:ext uri="{FF2B5EF4-FFF2-40B4-BE49-F238E27FC236}">
                      <a16:creationId xmlns:a16="http://schemas.microsoft.com/office/drawing/2014/main" id="{F6E348AF-B354-1045-BB99-B402BBD19057}"/>
                    </a:ext>
                  </a:extLst>
                </p:cNvPr>
                <p:cNvSpPr/>
                <p:nvPr/>
              </p:nvSpPr>
              <p:spPr>
                <a:xfrm>
                  <a:off x="693240" y="6021059"/>
                  <a:ext cx="196452" cy="184666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Autofit/>
                </a:bodyPr>
                <a:lstStyle/>
                <a:p>
                  <a:pPr algn="ctr"/>
                  <a:r>
                    <a:rPr lang="es-ES" sz="1100" b="1" dirty="0">
                      <a:solidFill>
                        <a:schemeClr val="tx1"/>
                      </a:solidFill>
                    </a:rPr>
                    <a:t>27</a:t>
                  </a:r>
                </a:p>
              </p:txBody>
            </p:sp>
            <p:sp>
              <p:nvSpPr>
                <p:cNvPr id="255" name="Rectángulo redondeado 10">
                  <a:extLst>
                    <a:ext uri="{FF2B5EF4-FFF2-40B4-BE49-F238E27FC236}">
                      <a16:creationId xmlns:a16="http://schemas.microsoft.com/office/drawing/2014/main" id="{46303E30-9862-B24C-9BA7-E92C772EB681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87856" y="6332981"/>
                  <a:ext cx="1135109" cy="217597"/>
                </a:xfrm>
                <a:prstGeom prst="roundRect">
                  <a:avLst/>
                </a:prstGeom>
                <a:solidFill>
                  <a:schemeClr val="tx1"/>
                </a:solidFill>
                <a:ln>
                  <a:noFill/>
                </a:ln>
                <a:effectLst>
                  <a:softEdge rad="63500"/>
                </a:effectLst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>
                  <a:noAutofit/>
                </a:bodyPr>
                <a:lstStyle/>
                <a:p>
                  <a:pPr algn="ctr"/>
                  <a:r>
                    <a:rPr lang="es-ES" sz="900" b="1" dirty="0">
                      <a:solidFill>
                        <a:schemeClr val="bg1"/>
                      </a:solidFill>
                    </a:rPr>
                    <a:t>3. JOSERRA</a:t>
                  </a:r>
                </a:p>
              </p:txBody>
            </p:sp>
          </p:grpSp>
          <p:pic>
            <p:nvPicPr>
              <p:cNvPr id="252" name="Imagen 251">
                <a:extLst>
                  <a:ext uri="{FF2B5EF4-FFF2-40B4-BE49-F238E27FC236}">
                    <a16:creationId xmlns:a16="http://schemas.microsoft.com/office/drawing/2014/main" id="{6CCFBA4A-F7E1-4B46-87BC-F3E7754A733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46858" y="2798167"/>
                <a:ext cx="190500" cy="127000"/>
              </a:xfrm>
              <a:prstGeom prst="rect">
                <a:avLst/>
              </a:prstGeom>
            </p:spPr>
          </p:pic>
        </p:grpSp>
      </p:grpSp>
      <p:grpSp>
        <p:nvGrpSpPr>
          <p:cNvPr id="256" name="Grupo 255">
            <a:extLst>
              <a:ext uri="{FF2B5EF4-FFF2-40B4-BE49-F238E27FC236}">
                <a16:creationId xmlns:a16="http://schemas.microsoft.com/office/drawing/2014/main" id="{2BDC3E80-AB99-1342-BFC4-297451C369AF}"/>
              </a:ext>
            </a:extLst>
          </p:cNvPr>
          <p:cNvGrpSpPr/>
          <p:nvPr/>
        </p:nvGrpSpPr>
        <p:grpSpPr>
          <a:xfrm>
            <a:off x="1292768" y="4098160"/>
            <a:ext cx="1135109" cy="810869"/>
            <a:chOff x="3391600" y="3107269"/>
            <a:chExt cx="1135109" cy="810869"/>
          </a:xfrm>
        </p:grpSpPr>
        <p:grpSp>
          <p:nvGrpSpPr>
            <p:cNvPr id="257" name="Grupo 256">
              <a:extLst>
                <a:ext uri="{FF2B5EF4-FFF2-40B4-BE49-F238E27FC236}">
                  <a16:creationId xmlns:a16="http://schemas.microsoft.com/office/drawing/2014/main" id="{2DC9CB63-D153-814C-AD62-9F73E1838EB5}"/>
                </a:ext>
              </a:extLst>
            </p:cNvPr>
            <p:cNvGrpSpPr/>
            <p:nvPr/>
          </p:nvGrpSpPr>
          <p:grpSpPr>
            <a:xfrm>
              <a:off x="3391600" y="3280169"/>
              <a:ext cx="1135109" cy="637969"/>
              <a:chOff x="584746" y="2476291"/>
              <a:chExt cx="1135109" cy="637969"/>
            </a:xfrm>
          </p:grpSpPr>
          <p:grpSp>
            <p:nvGrpSpPr>
              <p:cNvPr id="259" name="Grupo 258">
                <a:extLst>
                  <a:ext uri="{FF2B5EF4-FFF2-40B4-BE49-F238E27FC236}">
                    <a16:creationId xmlns:a16="http://schemas.microsoft.com/office/drawing/2014/main" id="{A96582D0-B3D8-6D47-9D1D-3B946DABFF20}"/>
                  </a:ext>
                </a:extLst>
              </p:cNvPr>
              <p:cNvGrpSpPr/>
              <p:nvPr/>
            </p:nvGrpSpPr>
            <p:grpSpPr>
              <a:xfrm>
                <a:off x="584746" y="2476291"/>
                <a:ext cx="1135109" cy="637969"/>
                <a:chOff x="587856" y="5912609"/>
                <a:chExt cx="1135109" cy="637969"/>
              </a:xfrm>
            </p:grpSpPr>
            <p:sp>
              <p:nvSpPr>
                <p:cNvPr id="261" name="Elipse 260">
                  <a:extLst>
                    <a:ext uri="{FF2B5EF4-FFF2-40B4-BE49-F238E27FC236}">
                      <a16:creationId xmlns:a16="http://schemas.microsoft.com/office/drawing/2014/main" id="{5186BDDC-55F6-D84F-888B-A2258D4B910A}"/>
                    </a:ext>
                  </a:extLst>
                </p:cNvPr>
                <p:cNvSpPr/>
                <p:nvPr/>
              </p:nvSpPr>
              <p:spPr>
                <a:xfrm>
                  <a:off x="1356768" y="5912609"/>
                  <a:ext cx="196452" cy="184666"/>
                </a:xfrm>
                <a:prstGeom prst="ellipse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Autofit/>
                </a:bodyPr>
                <a:lstStyle/>
                <a:p>
                  <a:pPr algn="ctr"/>
                  <a:r>
                    <a:rPr lang="es-ES" sz="1400" b="1" dirty="0">
                      <a:solidFill>
                        <a:schemeClr val="tx1"/>
                      </a:solidFill>
                    </a:rPr>
                    <a:t>Z</a:t>
                  </a:r>
                </a:p>
              </p:txBody>
            </p:sp>
            <p:sp>
              <p:nvSpPr>
                <p:cNvPr id="262" name="Elipse 261">
                  <a:extLst>
                    <a:ext uri="{FF2B5EF4-FFF2-40B4-BE49-F238E27FC236}">
                      <a16:creationId xmlns:a16="http://schemas.microsoft.com/office/drawing/2014/main" id="{1AB28A15-CE9D-0044-A426-E8D00A25B10F}"/>
                    </a:ext>
                  </a:extLst>
                </p:cNvPr>
                <p:cNvSpPr/>
                <p:nvPr/>
              </p:nvSpPr>
              <p:spPr>
                <a:xfrm>
                  <a:off x="693240" y="6021059"/>
                  <a:ext cx="196452" cy="184666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Autofit/>
                </a:bodyPr>
                <a:lstStyle/>
                <a:p>
                  <a:pPr algn="ctr"/>
                  <a:r>
                    <a:rPr lang="es-ES" sz="1100" b="1" dirty="0">
                      <a:solidFill>
                        <a:schemeClr val="tx1"/>
                      </a:solidFill>
                    </a:rPr>
                    <a:t>25</a:t>
                  </a:r>
                </a:p>
              </p:txBody>
            </p:sp>
            <p:sp>
              <p:nvSpPr>
                <p:cNvPr id="263" name="Rectángulo redondeado 10">
                  <a:extLst>
                    <a:ext uri="{FF2B5EF4-FFF2-40B4-BE49-F238E27FC236}">
                      <a16:creationId xmlns:a16="http://schemas.microsoft.com/office/drawing/2014/main" id="{65F99FEA-9360-4A43-88E1-9A2643F77F2C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87856" y="6332981"/>
                  <a:ext cx="1135109" cy="217597"/>
                </a:xfrm>
                <a:prstGeom prst="roundRect">
                  <a:avLst/>
                </a:prstGeom>
                <a:solidFill>
                  <a:schemeClr val="tx1"/>
                </a:solidFill>
                <a:ln>
                  <a:noFill/>
                </a:ln>
                <a:effectLst>
                  <a:softEdge rad="63500"/>
                </a:effectLst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>
                  <a:noAutofit/>
                </a:bodyPr>
                <a:lstStyle/>
                <a:p>
                  <a:pPr algn="ctr"/>
                  <a:r>
                    <a:rPr lang="es-ES" sz="900" b="1" dirty="0">
                      <a:solidFill>
                        <a:schemeClr val="bg1"/>
                      </a:solidFill>
                    </a:rPr>
                    <a:t>6. NATHAN</a:t>
                  </a:r>
                </a:p>
              </p:txBody>
            </p:sp>
          </p:grpSp>
          <p:pic>
            <p:nvPicPr>
              <p:cNvPr id="260" name="Imagen 259">
                <a:extLst>
                  <a:ext uri="{FF2B5EF4-FFF2-40B4-BE49-F238E27FC236}">
                    <a16:creationId xmlns:a16="http://schemas.microsoft.com/office/drawing/2014/main" id="{F244EDE1-6CA3-A14F-BF24-5E4F766AE8D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46858" y="2798167"/>
                <a:ext cx="190500" cy="127000"/>
              </a:xfrm>
              <a:prstGeom prst="rect">
                <a:avLst/>
              </a:prstGeom>
            </p:spPr>
          </p:pic>
        </p:grpSp>
        <p:pic>
          <p:nvPicPr>
            <p:cNvPr id="258" name="Imagen 257">
              <a:extLst>
                <a:ext uri="{FF2B5EF4-FFF2-40B4-BE49-F238E27FC236}">
                  <a16:creationId xmlns:a16="http://schemas.microsoft.com/office/drawing/2014/main" id="{B8B2FCE6-FE6E-2448-B239-9DD0B7FED87D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3599467" y="3107269"/>
              <a:ext cx="711200" cy="685800"/>
            </a:xfrm>
            <a:prstGeom prst="rect">
              <a:avLst/>
            </a:prstGeom>
          </p:spPr>
        </p:pic>
      </p:grpSp>
      <p:grpSp>
        <p:nvGrpSpPr>
          <p:cNvPr id="264" name="Grupo 263">
            <a:extLst>
              <a:ext uri="{FF2B5EF4-FFF2-40B4-BE49-F238E27FC236}">
                <a16:creationId xmlns:a16="http://schemas.microsoft.com/office/drawing/2014/main" id="{585D245A-6CD1-044D-8E38-D072BAD7A73F}"/>
              </a:ext>
            </a:extLst>
          </p:cNvPr>
          <p:cNvGrpSpPr/>
          <p:nvPr/>
        </p:nvGrpSpPr>
        <p:grpSpPr>
          <a:xfrm>
            <a:off x="2857158" y="4050592"/>
            <a:ext cx="1135109" cy="829229"/>
            <a:chOff x="3342701" y="4048454"/>
            <a:chExt cx="1135109" cy="829229"/>
          </a:xfrm>
        </p:grpSpPr>
        <p:grpSp>
          <p:nvGrpSpPr>
            <p:cNvPr id="265" name="Grupo 264">
              <a:extLst>
                <a:ext uri="{FF2B5EF4-FFF2-40B4-BE49-F238E27FC236}">
                  <a16:creationId xmlns:a16="http://schemas.microsoft.com/office/drawing/2014/main" id="{66310F41-530C-314A-A06F-BD7A4A936A8A}"/>
                </a:ext>
              </a:extLst>
            </p:cNvPr>
            <p:cNvGrpSpPr/>
            <p:nvPr/>
          </p:nvGrpSpPr>
          <p:grpSpPr>
            <a:xfrm>
              <a:off x="3342701" y="4239714"/>
              <a:ext cx="1135109" cy="637969"/>
              <a:chOff x="584746" y="2476291"/>
              <a:chExt cx="1135109" cy="637969"/>
            </a:xfrm>
          </p:grpSpPr>
          <p:grpSp>
            <p:nvGrpSpPr>
              <p:cNvPr id="267" name="Grupo 266">
                <a:extLst>
                  <a:ext uri="{FF2B5EF4-FFF2-40B4-BE49-F238E27FC236}">
                    <a16:creationId xmlns:a16="http://schemas.microsoft.com/office/drawing/2014/main" id="{6D513EF2-9265-9241-9386-B105E889A449}"/>
                  </a:ext>
                </a:extLst>
              </p:cNvPr>
              <p:cNvGrpSpPr/>
              <p:nvPr/>
            </p:nvGrpSpPr>
            <p:grpSpPr>
              <a:xfrm>
                <a:off x="584746" y="2476291"/>
                <a:ext cx="1135109" cy="637969"/>
                <a:chOff x="587856" y="5912609"/>
                <a:chExt cx="1135109" cy="637969"/>
              </a:xfrm>
            </p:grpSpPr>
            <p:sp>
              <p:nvSpPr>
                <p:cNvPr id="269" name="Elipse 268">
                  <a:extLst>
                    <a:ext uri="{FF2B5EF4-FFF2-40B4-BE49-F238E27FC236}">
                      <a16:creationId xmlns:a16="http://schemas.microsoft.com/office/drawing/2014/main" id="{D0D811AC-3EC5-C04F-B21A-D4B37B314F5D}"/>
                    </a:ext>
                  </a:extLst>
                </p:cNvPr>
                <p:cNvSpPr/>
                <p:nvPr/>
              </p:nvSpPr>
              <p:spPr>
                <a:xfrm>
                  <a:off x="1356768" y="5912609"/>
                  <a:ext cx="196452" cy="184666"/>
                </a:xfrm>
                <a:prstGeom prst="ellipse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Autofit/>
                </a:bodyPr>
                <a:lstStyle/>
                <a:p>
                  <a:pPr algn="ctr"/>
                  <a:r>
                    <a:rPr lang="es-ES" sz="1400" b="1" dirty="0">
                      <a:solidFill>
                        <a:schemeClr val="tx1"/>
                      </a:solidFill>
                    </a:rPr>
                    <a:t>D</a:t>
                  </a:r>
                </a:p>
              </p:txBody>
            </p:sp>
            <p:sp>
              <p:nvSpPr>
                <p:cNvPr id="270" name="Elipse 269">
                  <a:extLst>
                    <a:ext uri="{FF2B5EF4-FFF2-40B4-BE49-F238E27FC236}">
                      <a16:creationId xmlns:a16="http://schemas.microsoft.com/office/drawing/2014/main" id="{B40C56D7-1B74-4D43-BAB6-3021D90EA24D}"/>
                    </a:ext>
                  </a:extLst>
                </p:cNvPr>
                <p:cNvSpPr/>
                <p:nvPr/>
              </p:nvSpPr>
              <p:spPr>
                <a:xfrm>
                  <a:off x="693240" y="6021059"/>
                  <a:ext cx="196452" cy="184666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Autofit/>
                </a:bodyPr>
                <a:lstStyle/>
                <a:p>
                  <a:pPr algn="ctr"/>
                  <a:r>
                    <a:rPr lang="es-ES" sz="1100" b="1" dirty="0">
                      <a:solidFill>
                        <a:schemeClr val="tx1"/>
                      </a:solidFill>
                    </a:rPr>
                    <a:t>21</a:t>
                  </a:r>
                </a:p>
              </p:txBody>
            </p:sp>
            <p:sp>
              <p:nvSpPr>
                <p:cNvPr id="271" name="Rectángulo redondeado 10">
                  <a:extLst>
                    <a:ext uri="{FF2B5EF4-FFF2-40B4-BE49-F238E27FC236}">
                      <a16:creationId xmlns:a16="http://schemas.microsoft.com/office/drawing/2014/main" id="{2D36FDAD-07C1-7640-A813-611B0106179B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87856" y="6332981"/>
                  <a:ext cx="1135109" cy="217597"/>
                </a:xfrm>
                <a:prstGeom prst="roundRect">
                  <a:avLst/>
                </a:prstGeom>
                <a:solidFill>
                  <a:schemeClr val="tx1"/>
                </a:solidFill>
                <a:ln>
                  <a:noFill/>
                </a:ln>
                <a:effectLst>
                  <a:softEdge rad="63500"/>
                </a:effectLst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>
                  <a:noAutofit/>
                </a:bodyPr>
                <a:lstStyle/>
                <a:p>
                  <a:pPr algn="ctr"/>
                  <a:r>
                    <a:rPr lang="es-ES" sz="900" b="1" dirty="0">
                      <a:solidFill>
                        <a:schemeClr val="bg1"/>
                      </a:solidFill>
                    </a:rPr>
                    <a:t>4. PABLO FELIPE</a:t>
                  </a:r>
                </a:p>
              </p:txBody>
            </p:sp>
          </p:grpSp>
          <p:pic>
            <p:nvPicPr>
              <p:cNvPr id="268" name="Imagen 267">
                <a:extLst>
                  <a:ext uri="{FF2B5EF4-FFF2-40B4-BE49-F238E27FC236}">
                    <a16:creationId xmlns:a16="http://schemas.microsoft.com/office/drawing/2014/main" id="{14852C74-13E9-4B42-B073-2E864711215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46858" y="2798167"/>
                <a:ext cx="190500" cy="127000"/>
              </a:xfrm>
              <a:prstGeom prst="rect">
                <a:avLst/>
              </a:prstGeom>
            </p:spPr>
          </p:pic>
        </p:grpSp>
        <p:pic>
          <p:nvPicPr>
            <p:cNvPr id="266" name="Imagen 265">
              <a:extLst>
                <a:ext uri="{FF2B5EF4-FFF2-40B4-BE49-F238E27FC236}">
                  <a16:creationId xmlns:a16="http://schemas.microsoft.com/office/drawing/2014/main" id="{4F1AFA2B-B6F0-9C40-8BE2-1461FD86CACA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3526333" y="4048454"/>
              <a:ext cx="711200" cy="685800"/>
            </a:xfrm>
            <a:prstGeom prst="rect">
              <a:avLst/>
            </a:prstGeom>
          </p:spPr>
        </p:pic>
      </p:grpSp>
      <p:grpSp>
        <p:nvGrpSpPr>
          <p:cNvPr id="272" name="Grupo 271">
            <a:extLst>
              <a:ext uri="{FF2B5EF4-FFF2-40B4-BE49-F238E27FC236}">
                <a16:creationId xmlns:a16="http://schemas.microsoft.com/office/drawing/2014/main" id="{E8E5BE25-6FB5-2F46-B865-17EB0F5805ED}"/>
              </a:ext>
            </a:extLst>
          </p:cNvPr>
          <p:cNvGrpSpPr/>
          <p:nvPr/>
        </p:nvGrpSpPr>
        <p:grpSpPr>
          <a:xfrm>
            <a:off x="3884906" y="3687163"/>
            <a:ext cx="1135109" cy="817089"/>
            <a:chOff x="640133" y="4433072"/>
            <a:chExt cx="1135109" cy="817089"/>
          </a:xfrm>
        </p:grpSpPr>
        <p:grpSp>
          <p:nvGrpSpPr>
            <p:cNvPr id="273" name="Grupo 272">
              <a:extLst>
                <a:ext uri="{FF2B5EF4-FFF2-40B4-BE49-F238E27FC236}">
                  <a16:creationId xmlns:a16="http://schemas.microsoft.com/office/drawing/2014/main" id="{79A8D108-2519-144E-98A0-36BCBAAF42F1}"/>
                </a:ext>
              </a:extLst>
            </p:cNvPr>
            <p:cNvGrpSpPr/>
            <p:nvPr/>
          </p:nvGrpSpPr>
          <p:grpSpPr>
            <a:xfrm>
              <a:off x="640133" y="4612192"/>
              <a:ext cx="1135109" cy="637969"/>
              <a:chOff x="584746" y="2476291"/>
              <a:chExt cx="1135109" cy="637969"/>
            </a:xfrm>
          </p:grpSpPr>
          <p:grpSp>
            <p:nvGrpSpPr>
              <p:cNvPr id="275" name="Grupo 274">
                <a:extLst>
                  <a:ext uri="{FF2B5EF4-FFF2-40B4-BE49-F238E27FC236}">
                    <a16:creationId xmlns:a16="http://schemas.microsoft.com/office/drawing/2014/main" id="{FEB4D0D4-6CB0-F848-AC7A-8A6D42C5684B}"/>
                  </a:ext>
                </a:extLst>
              </p:cNvPr>
              <p:cNvGrpSpPr/>
              <p:nvPr/>
            </p:nvGrpSpPr>
            <p:grpSpPr>
              <a:xfrm>
                <a:off x="584746" y="2476291"/>
                <a:ext cx="1135109" cy="637969"/>
                <a:chOff x="587856" y="5912609"/>
                <a:chExt cx="1135109" cy="637969"/>
              </a:xfrm>
            </p:grpSpPr>
            <p:sp>
              <p:nvSpPr>
                <p:cNvPr id="277" name="Elipse 276">
                  <a:extLst>
                    <a:ext uri="{FF2B5EF4-FFF2-40B4-BE49-F238E27FC236}">
                      <a16:creationId xmlns:a16="http://schemas.microsoft.com/office/drawing/2014/main" id="{8F718461-59C8-2845-A790-BB76F1897880}"/>
                    </a:ext>
                  </a:extLst>
                </p:cNvPr>
                <p:cNvSpPr/>
                <p:nvPr/>
              </p:nvSpPr>
              <p:spPr>
                <a:xfrm>
                  <a:off x="1356768" y="5912609"/>
                  <a:ext cx="196452" cy="184666"/>
                </a:xfrm>
                <a:prstGeom prst="ellipse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Autofit/>
                </a:bodyPr>
                <a:lstStyle/>
                <a:p>
                  <a:pPr algn="ctr"/>
                  <a:r>
                    <a:rPr lang="es-ES" sz="1400" b="1" dirty="0">
                      <a:solidFill>
                        <a:schemeClr val="tx1"/>
                      </a:solidFill>
                    </a:rPr>
                    <a:t>D</a:t>
                  </a:r>
                </a:p>
              </p:txBody>
            </p:sp>
            <p:sp>
              <p:nvSpPr>
                <p:cNvPr id="278" name="Elipse 277">
                  <a:extLst>
                    <a:ext uri="{FF2B5EF4-FFF2-40B4-BE49-F238E27FC236}">
                      <a16:creationId xmlns:a16="http://schemas.microsoft.com/office/drawing/2014/main" id="{4EE0BCF0-4F76-2E4C-8371-03B0DBE9DD4B}"/>
                    </a:ext>
                  </a:extLst>
                </p:cNvPr>
                <p:cNvSpPr/>
                <p:nvPr/>
              </p:nvSpPr>
              <p:spPr>
                <a:xfrm>
                  <a:off x="693240" y="6021059"/>
                  <a:ext cx="196452" cy="184666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Autofit/>
                </a:bodyPr>
                <a:lstStyle/>
                <a:p>
                  <a:pPr algn="ctr"/>
                  <a:r>
                    <a:rPr lang="es-ES" sz="1100" b="1" dirty="0">
                      <a:solidFill>
                        <a:schemeClr val="tx1"/>
                      </a:solidFill>
                    </a:rPr>
                    <a:t>24</a:t>
                  </a:r>
                </a:p>
              </p:txBody>
            </p:sp>
            <p:sp>
              <p:nvSpPr>
                <p:cNvPr id="279" name="Rectángulo redondeado 10">
                  <a:extLst>
                    <a:ext uri="{FF2B5EF4-FFF2-40B4-BE49-F238E27FC236}">
                      <a16:creationId xmlns:a16="http://schemas.microsoft.com/office/drawing/2014/main" id="{A5FF4F40-D31A-BB4D-933F-49668EA97C56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87856" y="6332981"/>
                  <a:ext cx="1135109" cy="217597"/>
                </a:xfrm>
                <a:prstGeom prst="roundRect">
                  <a:avLst/>
                </a:prstGeom>
                <a:solidFill>
                  <a:schemeClr val="tx1"/>
                </a:solidFill>
                <a:ln>
                  <a:noFill/>
                </a:ln>
                <a:effectLst>
                  <a:softEdge rad="63500"/>
                </a:effectLst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>
                  <a:noAutofit/>
                </a:bodyPr>
                <a:lstStyle/>
                <a:p>
                  <a:pPr algn="ctr"/>
                  <a:r>
                    <a:rPr lang="es-ES" sz="900" b="1" dirty="0">
                      <a:solidFill>
                        <a:schemeClr val="bg1"/>
                      </a:solidFill>
                    </a:rPr>
                    <a:t>2. BORGE</a:t>
                  </a:r>
                </a:p>
              </p:txBody>
            </p:sp>
          </p:grpSp>
          <p:pic>
            <p:nvPicPr>
              <p:cNvPr id="276" name="Imagen 275">
                <a:extLst>
                  <a:ext uri="{FF2B5EF4-FFF2-40B4-BE49-F238E27FC236}">
                    <a16:creationId xmlns:a16="http://schemas.microsoft.com/office/drawing/2014/main" id="{A4991246-F9A2-F641-B5D4-E743A3298F5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46858" y="2798167"/>
                <a:ext cx="190500" cy="127000"/>
              </a:xfrm>
              <a:prstGeom prst="rect">
                <a:avLst/>
              </a:prstGeom>
            </p:spPr>
          </p:pic>
        </p:grpSp>
        <p:pic>
          <p:nvPicPr>
            <p:cNvPr id="274" name="Imagen 273">
              <a:extLst>
                <a:ext uri="{FF2B5EF4-FFF2-40B4-BE49-F238E27FC236}">
                  <a16:creationId xmlns:a16="http://schemas.microsoft.com/office/drawing/2014/main" id="{CA59E218-24C1-634A-8337-FD7FF5FC6513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832509" y="4433072"/>
              <a:ext cx="711200" cy="685800"/>
            </a:xfrm>
            <a:prstGeom prst="rect">
              <a:avLst/>
            </a:prstGeom>
          </p:spPr>
        </p:pic>
      </p:grpSp>
      <p:grpSp>
        <p:nvGrpSpPr>
          <p:cNvPr id="280" name="Grupo 279">
            <a:extLst>
              <a:ext uri="{FF2B5EF4-FFF2-40B4-BE49-F238E27FC236}">
                <a16:creationId xmlns:a16="http://schemas.microsoft.com/office/drawing/2014/main" id="{7B99DB69-77EF-AE48-862F-2ACC8D3305E0}"/>
              </a:ext>
            </a:extLst>
          </p:cNvPr>
          <p:cNvGrpSpPr/>
          <p:nvPr/>
        </p:nvGrpSpPr>
        <p:grpSpPr>
          <a:xfrm>
            <a:off x="2607615" y="2916457"/>
            <a:ext cx="1027679" cy="810382"/>
            <a:chOff x="603811" y="1206552"/>
            <a:chExt cx="1027679" cy="810382"/>
          </a:xfrm>
        </p:grpSpPr>
        <p:grpSp>
          <p:nvGrpSpPr>
            <p:cNvPr id="281" name="Grupo 280">
              <a:extLst>
                <a:ext uri="{FF2B5EF4-FFF2-40B4-BE49-F238E27FC236}">
                  <a16:creationId xmlns:a16="http://schemas.microsoft.com/office/drawing/2014/main" id="{A9DFE875-DB31-0145-956A-4EDD3B422F33}"/>
                </a:ext>
              </a:extLst>
            </p:cNvPr>
            <p:cNvGrpSpPr/>
            <p:nvPr/>
          </p:nvGrpSpPr>
          <p:grpSpPr>
            <a:xfrm>
              <a:off x="603811" y="1399559"/>
              <a:ext cx="1027679" cy="617375"/>
              <a:chOff x="584746" y="2476291"/>
              <a:chExt cx="1027679" cy="617375"/>
            </a:xfrm>
          </p:grpSpPr>
          <p:grpSp>
            <p:nvGrpSpPr>
              <p:cNvPr id="283" name="Grupo 282">
                <a:extLst>
                  <a:ext uri="{FF2B5EF4-FFF2-40B4-BE49-F238E27FC236}">
                    <a16:creationId xmlns:a16="http://schemas.microsoft.com/office/drawing/2014/main" id="{3FFCBF37-3ACF-724D-A147-C6B662075271}"/>
                  </a:ext>
                </a:extLst>
              </p:cNvPr>
              <p:cNvGrpSpPr/>
              <p:nvPr/>
            </p:nvGrpSpPr>
            <p:grpSpPr>
              <a:xfrm>
                <a:off x="584746" y="2476291"/>
                <a:ext cx="1027679" cy="617375"/>
                <a:chOff x="587856" y="5912609"/>
                <a:chExt cx="1027679" cy="617375"/>
              </a:xfrm>
            </p:grpSpPr>
            <p:sp>
              <p:nvSpPr>
                <p:cNvPr id="285" name="Elipse 284">
                  <a:extLst>
                    <a:ext uri="{FF2B5EF4-FFF2-40B4-BE49-F238E27FC236}">
                      <a16:creationId xmlns:a16="http://schemas.microsoft.com/office/drawing/2014/main" id="{A6012938-D2F2-B843-99D4-F74A9B9D9E93}"/>
                    </a:ext>
                  </a:extLst>
                </p:cNvPr>
                <p:cNvSpPr/>
                <p:nvPr/>
              </p:nvSpPr>
              <p:spPr>
                <a:xfrm>
                  <a:off x="1356768" y="5912609"/>
                  <a:ext cx="196452" cy="184666"/>
                </a:xfrm>
                <a:prstGeom prst="ellipse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Autofit/>
                </a:bodyPr>
                <a:lstStyle/>
                <a:p>
                  <a:pPr algn="ctr"/>
                  <a:r>
                    <a:rPr lang="es-ES" sz="1400" b="1" dirty="0">
                      <a:solidFill>
                        <a:schemeClr val="tx1"/>
                      </a:solidFill>
                    </a:rPr>
                    <a:t>D</a:t>
                  </a:r>
                </a:p>
              </p:txBody>
            </p:sp>
            <p:sp>
              <p:nvSpPr>
                <p:cNvPr id="286" name="Elipse 285">
                  <a:extLst>
                    <a:ext uri="{FF2B5EF4-FFF2-40B4-BE49-F238E27FC236}">
                      <a16:creationId xmlns:a16="http://schemas.microsoft.com/office/drawing/2014/main" id="{C011105C-03BB-2C42-B5F7-3BC9D164A50F}"/>
                    </a:ext>
                  </a:extLst>
                </p:cNvPr>
                <p:cNvSpPr/>
                <p:nvPr/>
              </p:nvSpPr>
              <p:spPr>
                <a:xfrm>
                  <a:off x="693240" y="6021059"/>
                  <a:ext cx="196452" cy="184666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Autofit/>
                </a:bodyPr>
                <a:lstStyle/>
                <a:p>
                  <a:pPr algn="ctr"/>
                  <a:r>
                    <a:rPr lang="es-ES" sz="1100" b="1" dirty="0">
                      <a:solidFill>
                        <a:schemeClr val="tx1"/>
                      </a:solidFill>
                    </a:rPr>
                    <a:t>33</a:t>
                  </a:r>
                </a:p>
              </p:txBody>
            </p:sp>
            <p:sp>
              <p:nvSpPr>
                <p:cNvPr id="287" name="Rectángulo redondeado 10">
                  <a:extLst>
                    <a:ext uri="{FF2B5EF4-FFF2-40B4-BE49-F238E27FC236}">
                      <a16:creationId xmlns:a16="http://schemas.microsoft.com/office/drawing/2014/main" id="{9A9E2584-1944-B941-93C1-A3CFEEE10BA6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87856" y="6332981"/>
                  <a:ext cx="1027679" cy="197003"/>
                </a:xfrm>
                <a:prstGeom prst="roundRect">
                  <a:avLst/>
                </a:prstGeom>
                <a:solidFill>
                  <a:schemeClr val="tx1"/>
                </a:solidFill>
                <a:ln>
                  <a:noFill/>
                </a:ln>
                <a:effectLst>
                  <a:softEdge rad="63500"/>
                </a:effectLst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>
                  <a:noAutofit/>
                </a:bodyPr>
                <a:lstStyle/>
                <a:p>
                  <a:pPr algn="ctr"/>
                  <a:r>
                    <a:rPr lang="es-ES" sz="900" b="1" dirty="0">
                      <a:solidFill>
                        <a:schemeClr val="bg1"/>
                      </a:solidFill>
                    </a:rPr>
                    <a:t>26. ALBISUA</a:t>
                  </a:r>
                </a:p>
              </p:txBody>
            </p:sp>
          </p:grpSp>
          <p:pic>
            <p:nvPicPr>
              <p:cNvPr id="284" name="Imagen 283">
                <a:extLst>
                  <a:ext uri="{FF2B5EF4-FFF2-40B4-BE49-F238E27FC236}">
                    <a16:creationId xmlns:a16="http://schemas.microsoft.com/office/drawing/2014/main" id="{6C799214-4578-454F-9E2E-B8EBA4BCDAD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46858" y="2798167"/>
                <a:ext cx="190500" cy="127000"/>
              </a:xfrm>
              <a:prstGeom prst="rect">
                <a:avLst/>
              </a:prstGeom>
            </p:spPr>
          </p:pic>
        </p:grpSp>
        <p:pic>
          <p:nvPicPr>
            <p:cNvPr id="282" name="Imagen 281">
              <a:extLst>
                <a:ext uri="{FF2B5EF4-FFF2-40B4-BE49-F238E27FC236}">
                  <a16:creationId xmlns:a16="http://schemas.microsoft.com/office/drawing/2014/main" id="{53E636D9-AD5C-5741-96E4-531164541A16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766397" y="1206552"/>
              <a:ext cx="711200" cy="685800"/>
            </a:xfrm>
            <a:prstGeom prst="rect">
              <a:avLst/>
            </a:prstGeom>
          </p:spPr>
        </p:pic>
      </p:grpSp>
      <p:grpSp>
        <p:nvGrpSpPr>
          <p:cNvPr id="288" name="Grupo 287">
            <a:extLst>
              <a:ext uri="{FF2B5EF4-FFF2-40B4-BE49-F238E27FC236}">
                <a16:creationId xmlns:a16="http://schemas.microsoft.com/office/drawing/2014/main" id="{36B897C5-48DB-5548-A841-5D5C9752CF39}"/>
              </a:ext>
            </a:extLst>
          </p:cNvPr>
          <p:cNvGrpSpPr/>
          <p:nvPr/>
        </p:nvGrpSpPr>
        <p:grpSpPr>
          <a:xfrm>
            <a:off x="1474787" y="2963588"/>
            <a:ext cx="1135109" cy="807656"/>
            <a:chOff x="2084117" y="4156136"/>
            <a:chExt cx="1135109" cy="807656"/>
          </a:xfrm>
        </p:grpSpPr>
        <p:grpSp>
          <p:nvGrpSpPr>
            <p:cNvPr id="289" name="Grupo 288">
              <a:extLst>
                <a:ext uri="{FF2B5EF4-FFF2-40B4-BE49-F238E27FC236}">
                  <a16:creationId xmlns:a16="http://schemas.microsoft.com/office/drawing/2014/main" id="{C05F1482-7592-3544-B0D3-32EA9520762A}"/>
                </a:ext>
              </a:extLst>
            </p:cNvPr>
            <p:cNvGrpSpPr/>
            <p:nvPr/>
          </p:nvGrpSpPr>
          <p:grpSpPr>
            <a:xfrm>
              <a:off x="2084117" y="4325823"/>
              <a:ext cx="1135109" cy="637969"/>
              <a:chOff x="584746" y="2476291"/>
              <a:chExt cx="1135109" cy="637969"/>
            </a:xfrm>
          </p:grpSpPr>
          <p:grpSp>
            <p:nvGrpSpPr>
              <p:cNvPr id="291" name="Grupo 290">
                <a:extLst>
                  <a:ext uri="{FF2B5EF4-FFF2-40B4-BE49-F238E27FC236}">
                    <a16:creationId xmlns:a16="http://schemas.microsoft.com/office/drawing/2014/main" id="{39A74628-CAFA-4B4C-8EDC-830BF4A926A1}"/>
                  </a:ext>
                </a:extLst>
              </p:cNvPr>
              <p:cNvGrpSpPr/>
              <p:nvPr/>
            </p:nvGrpSpPr>
            <p:grpSpPr>
              <a:xfrm>
                <a:off x="584746" y="2476291"/>
                <a:ext cx="1135109" cy="637969"/>
                <a:chOff x="587856" y="5912609"/>
                <a:chExt cx="1135109" cy="637969"/>
              </a:xfrm>
            </p:grpSpPr>
            <p:sp>
              <p:nvSpPr>
                <p:cNvPr id="293" name="Elipse 292">
                  <a:extLst>
                    <a:ext uri="{FF2B5EF4-FFF2-40B4-BE49-F238E27FC236}">
                      <a16:creationId xmlns:a16="http://schemas.microsoft.com/office/drawing/2014/main" id="{4570DB3F-2406-6F42-BAFF-4635CE6B623C}"/>
                    </a:ext>
                  </a:extLst>
                </p:cNvPr>
                <p:cNvSpPr/>
                <p:nvPr/>
              </p:nvSpPr>
              <p:spPr>
                <a:xfrm>
                  <a:off x="1356768" y="5912609"/>
                  <a:ext cx="196452" cy="184666"/>
                </a:xfrm>
                <a:prstGeom prst="ellipse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Autofit/>
                </a:bodyPr>
                <a:lstStyle/>
                <a:p>
                  <a:pPr algn="ctr"/>
                  <a:r>
                    <a:rPr lang="es-ES" sz="1400" b="1" dirty="0">
                      <a:solidFill>
                        <a:schemeClr val="tx1"/>
                      </a:solidFill>
                    </a:rPr>
                    <a:t>D</a:t>
                  </a:r>
                </a:p>
              </p:txBody>
            </p:sp>
            <p:sp>
              <p:nvSpPr>
                <p:cNvPr id="294" name="Elipse 293">
                  <a:extLst>
                    <a:ext uri="{FF2B5EF4-FFF2-40B4-BE49-F238E27FC236}">
                      <a16:creationId xmlns:a16="http://schemas.microsoft.com/office/drawing/2014/main" id="{B75EDC9C-7898-8F44-AA98-D2702485E0C5}"/>
                    </a:ext>
                  </a:extLst>
                </p:cNvPr>
                <p:cNvSpPr/>
                <p:nvPr/>
              </p:nvSpPr>
              <p:spPr>
                <a:xfrm>
                  <a:off x="693240" y="6021059"/>
                  <a:ext cx="196452" cy="184666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Autofit/>
                </a:bodyPr>
                <a:lstStyle/>
                <a:p>
                  <a:pPr algn="ctr"/>
                  <a:r>
                    <a:rPr lang="es-ES" sz="1100" b="1" dirty="0">
                      <a:solidFill>
                        <a:schemeClr val="tx1"/>
                      </a:solidFill>
                    </a:rPr>
                    <a:t>23</a:t>
                  </a:r>
                </a:p>
              </p:txBody>
            </p:sp>
            <p:sp>
              <p:nvSpPr>
                <p:cNvPr id="295" name="Rectángulo redondeado 10">
                  <a:extLst>
                    <a:ext uri="{FF2B5EF4-FFF2-40B4-BE49-F238E27FC236}">
                      <a16:creationId xmlns:a16="http://schemas.microsoft.com/office/drawing/2014/main" id="{BAB0AEB3-6274-494E-ACA7-7F655D9D15F3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87856" y="6332981"/>
                  <a:ext cx="1135109" cy="217597"/>
                </a:xfrm>
                <a:prstGeom prst="roundRect">
                  <a:avLst/>
                </a:prstGeom>
                <a:solidFill>
                  <a:schemeClr val="tx1"/>
                </a:solidFill>
                <a:ln>
                  <a:noFill/>
                </a:ln>
                <a:effectLst>
                  <a:softEdge rad="63500"/>
                </a:effectLst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>
                  <a:noAutofit/>
                </a:bodyPr>
                <a:lstStyle/>
                <a:p>
                  <a:pPr algn="ctr"/>
                  <a:r>
                    <a:rPr lang="es-ES" sz="900" b="1" dirty="0">
                      <a:solidFill>
                        <a:schemeClr val="bg1"/>
                      </a:solidFill>
                    </a:rPr>
                    <a:t>10. HUGO REDON</a:t>
                  </a:r>
                </a:p>
              </p:txBody>
            </p:sp>
          </p:grpSp>
          <p:pic>
            <p:nvPicPr>
              <p:cNvPr id="292" name="Imagen 291">
                <a:extLst>
                  <a:ext uri="{FF2B5EF4-FFF2-40B4-BE49-F238E27FC236}">
                    <a16:creationId xmlns:a16="http://schemas.microsoft.com/office/drawing/2014/main" id="{4F2246AC-9885-BB48-985D-83744C4A7D1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46858" y="2798167"/>
                <a:ext cx="190500" cy="127000"/>
              </a:xfrm>
              <a:prstGeom prst="rect">
                <a:avLst/>
              </a:prstGeom>
            </p:spPr>
          </p:pic>
        </p:grpSp>
        <p:pic>
          <p:nvPicPr>
            <p:cNvPr id="290" name="Imagen 289">
              <a:extLst>
                <a:ext uri="{FF2B5EF4-FFF2-40B4-BE49-F238E27FC236}">
                  <a16:creationId xmlns:a16="http://schemas.microsoft.com/office/drawing/2014/main" id="{8E9FDD8F-03BD-1444-A1CA-21CDA8B4F55C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2254450" y="4156136"/>
              <a:ext cx="711200" cy="685800"/>
            </a:xfrm>
            <a:prstGeom prst="rect">
              <a:avLst/>
            </a:prstGeom>
          </p:spPr>
        </p:pic>
      </p:grpSp>
      <p:grpSp>
        <p:nvGrpSpPr>
          <p:cNvPr id="296" name="Grupo 295">
            <a:extLst>
              <a:ext uri="{FF2B5EF4-FFF2-40B4-BE49-F238E27FC236}">
                <a16:creationId xmlns:a16="http://schemas.microsoft.com/office/drawing/2014/main" id="{2973DAC6-B24C-C34D-BC79-FD7711B14A38}"/>
              </a:ext>
            </a:extLst>
          </p:cNvPr>
          <p:cNvGrpSpPr/>
          <p:nvPr/>
        </p:nvGrpSpPr>
        <p:grpSpPr>
          <a:xfrm>
            <a:off x="388431" y="1539892"/>
            <a:ext cx="1135109" cy="807029"/>
            <a:chOff x="3374703" y="2139282"/>
            <a:chExt cx="1135109" cy="807029"/>
          </a:xfrm>
        </p:grpSpPr>
        <p:grpSp>
          <p:nvGrpSpPr>
            <p:cNvPr id="297" name="Grupo 296">
              <a:extLst>
                <a:ext uri="{FF2B5EF4-FFF2-40B4-BE49-F238E27FC236}">
                  <a16:creationId xmlns:a16="http://schemas.microsoft.com/office/drawing/2014/main" id="{5D04DF9B-1DAB-AF42-B380-8F48CE8EC080}"/>
                </a:ext>
              </a:extLst>
            </p:cNvPr>
            <p:cNvGrpSpPr/>
            <p:nvPr/>
          </p:nvGrpSpPr>
          <p:grpSpPr>
            <a:xfrm>
              <a:off x="3374703" y="2308342"/>
              <a:ext cx="1135109" cy="637969"/>
              <a:chOff x="584746" y="2476291"/>
              <a:chExt cx="1135109" cy="637969"/>
            </a:xfrm>
          </p:grpSpPr>
          <p:grpSp>
            <p:nvGrpSpPr>
              <p:cNvPr id="299" name="Grupo 298">
                <a:extLst>
                  <a:ext uri="{FF2B5EF4-FFF2-40B4-BE49-F238E27FC236}">
                    <a16:creationId xmlns:a16="http://schemas.microsoft.com/office/drawing/2014/main" id="{7414CC7A-ED9F-B94F-9BD5-0F94708F40DA}"/>
                  </a:ext>
                </a:extLst>
              </p:cNvPr>
              <p:cNvGrpSpPr/>
              <p:nvPr/>
            </p:nvGrpSpPr>
            <p:grpSpPr>
              <a:xfrm>
                <a:off x="584746" y="2476291"/>
                <a:ext cx="1135109" cy="637969"/>
                <a:chOff x="587856" y="5912609"/>
                <a:chExt cx="1135109" cy="637969"/>
              </a:xfrm>
            </p:grpSpPr>
            <p:sp>
              <p:nvSpPr>
                <p:cNvPr id="301" name="Elipse 300">
                  <a:extLst>
                    <a:ext uri="{FF2B5EF4-FFF2-40B4-BE49-F238E27FC236}">
                      <a16:creationId xmlns:a16="http://schemas.microsoft.com/office/drawing/2014/main" id="{37A5D879-7B29-9145-AFC2-6F568F01322F}"/>
                    </a:ext>
                  </a:extLst>
                </p:cNvPr>
                <p:cNvSpPr/>
                <p:nvPr/>
              </p:nvSpPr>
              <p:spPr>
                <a:xfrm>
                  <a:off x="1356768" y="5912609"/>
                  <a:ext cx="196452" cy="184666"/>
                </a:xfrm>
                <a:prstGeom prst="ellipse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Autofit/>
                </a:bodyPr>
                <a:lstStyle/>
                <a:p>
                  <a:pPr algn="ctr"/>
                  <a:r>
                    <a:rPr lang="es-ES" sz="1400" b="1" dirty="0">
                      <a:solidFill>
                        <a:schemeClr val="tx1"/>
                      </a:solidFill>
                    </a:rPr>
                    <a:t>D</a:t>
                  </a:r>
                </a:p>
              </p:txBody>
            </p:sp>
            <p:sp>
              <p:nvSpPr>
                <p:cNvPr id="302" name="Elipse 301">
                  <a:extLst>
                    <a:ext uri="{FF2B5EF4-FFF2-40B4-BE49-F238E27FC236}">
                      <a16:creationId xmlns:a16="http://schemas.microsoft.com/office/drawing/2014/main" id="{63D46977-0CB4-FE4A-A05E-1E818854D545}"/>
                    </a:ext>
                  </a:extLst>
                </p:cNvPr>
                <p:cNvSpPr/>
                <p:nvPr/>
              </p:nvSpPr>
              <p:spPr>
                <a:xfrm>
                  <a:off x="693240" y="6021059"/>
                  <a:ext cx="196452" cy="184666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Autofit/>
                </a:bodyPr>
                <a:lstStyle/>
                <a:p>
                  <a:pPr algn="ctr"/>
                  <a:r>
                    <a:rPr lang="es-ES" sz="1100" b="1" dirty="0">
                      <a:solidFill>
                        <a:schemeClr val="tx1"/>
                      </a:solidFill>
                    </a:rPr>
                    <a:t>23</a:t>
                  </a:r>
                </a:p>
              </p:txBody>
            </p:sp>
            <p:sp>
              <p:nvSpPr>
                <p:cNvPr id="303" name="Rectángulo redondeado 10">
                  <a:extLst>
                    <a:ext uri="{FF2B5EF4-FFF2-40B4-BE49-F238E27FC236}">
                      <a16:creationId xmlns:a16="http://schemas.microsoft.com/office/drawing/2014/main" id="{366C8CF5-3C1F-F64E-B7F0-DEC20E26D023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87856" y="6332981"/>
                  <a:ext cx="1135109" cy="217597"/>
                </a:xfrm>
                <a:prstGeom prst="roundRect">
                  <a:avLst/>
                </a:prstGeom>
                <a:solidFill>
                  <a:schemeClr val="tx1"/>
                </a:solidFill>
                <a:ln>
                  <a:noFill/>
                </a:ln>
                <a:effectLst>
                  <a:softEdge rad="63500"/>
                </a:effectLst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>
                  <a:noAutofit/>
                </a:bodyPr>
                <a:lstStyle/>
                <a:p>
                  <a:pPr algn="ctr"/>
                  <a:r>
                    <a:rPr lang="es-ES" sz="900" b="1" dirty="0">
                      <a:solidFill>
                        <a:schemeClr val="bg1"/>
                      </a:solidFill>
                    </a:rPr>
                    <a:t>21. MARIO SESE</a:t>
                  </a:r>
                </a:p>
              </p:txBody>
            </p:sp>
          </p:grpSp>
          <p:pic>
            <p:nvPicPr>
              <p:cNvPr id="300" name="Imagen 299">
                <a:extLst>
                  <a:ext uri="{FF2B5EF4-FFF2-40B4-BE49-F238E27FC236}">
                    <a16:creationId xmlns:a16="http://schemas.microsoft.com/office/drawing/2014/main" id="{018DDD56-95AB-1A49-A80F-EDDF4200949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46858" y="2798167"/>
                <a:ext cx="190500" cy="127000"/>
              </a:xfrm>
              <a:prstGeom prst="rect">
                <a:avLst/>
              </a:prstGeom>
            </p:spPr>
          </p:pic>
        </p:grpSp>
        <p:pic>
          <p:nvPicPr>
            <p:cNvPr id="298" name="Imagen 297">
              <a:extLst>
                <a:ext uri="{FF2B5EF4-FFF2-40B4-BE49-F238E27FC236}">
                  <a16:creationId xmlns:a16="http://schemas.microsoft.com/office/drawing/2014/main" id="{8D6120DC-08CA-3047-81A9-AA026361BCB7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3574980" y="2139282"/>
              <a:ext cx="711200" cy="685800"/>
            </a:xfrm>
            <a:prstGeom prst="rect">
              <a:avLst/>
            </a:prstGeom>
          </p:spPr>
        </p:pic>
      </p:grpSp>
      <p:grpSp>
        <p:nvGrpSpPr>
          <p:cNvPr id="304" name="Grupo 303">
            <a:extLst>
              <a:ext uri="{FF2B5EF4-FFF2-40B4-BE49-F238E27FC236}">
                <a16:creationId xmlns:a16="http://schemas.microsoft.com/office/drawing/2014/main" id="{2D2F207D-A48B-FF43-AB3C-A482AC505B88}"/>
              </a:ext>
            </a:extLst>
          </p:cNvPr>
          <p:cNvGrpSpPr/>
          <p:nvPr/>
        </p:nvGrpSpPr>
        <p:grpSpPr>
          <a:xfrm>
            <a:off x="2127667" y="1845831"/>
            <a:ext cx="1135109" cy="824344"/>
            <a:chOff x="4638971" y="2104002"/>
            <a:chExt cx="1135109" cy="824344"/>
          </a:xfrm>
        </p:grpSpPr>
        <p:pic>
          <p:nvPicPr>
            <p:cNvPr id="305" name="Imagen 304">
              <a:extLst>
                <a:ext uri="{FF2B5EF4-FFF2-40B4-BE49-F238E27FC236}">
                  <a16:creationId xmlns:a16="http://schemas.microsoft.com/office/drawing/2014/main" id="{798E5B8B-5FFF-CC4B-9E10-C52D9E7AE2C2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4846229" y="2104002"/>
              <a:ext cx="711200" cy="685800"/>
            </a:xfrm>
            <a:prstGeom prst="rect">
              <a:avLst/>
            </a:prstGeom>
          </p:spPr>
        </p:pic>
        <p:grpSp>
          <p:nvGrpSpPr>
            <p:cNvPr id="306" name="Grupo 305">
              <a:extLst>
                <a:ext uri="{FF2B5EF4-FFF2-40B4-BE49-F238E27FC236}">
                  <a16:creationId xmlns:a16="http://schemas.microsoft.com/office/drawing/2014/main" id="{E88C1711-036B-B54C-B3D4-6B492F043B2D}"/>
                </a:ext>
              </a:extLst>
            </p:cNvPr>
            <p:cNvGrpSpPr/>
            <p:nvPr/>
          </p:nvGrpSpPr>
          <p:grpSpPr>
            <a:xfrm>
              <a:off x="4638971" y="2290377"/>
              <a:ext cx="1135109" cy="637969"/>
              <a:chOff x="584746" y="2476291"/>
              <a:chExt cx="1135109" cy="637969"/>
            </a:xfrm>
          </p:grpSpPr>
          <p:grpSp>
            <p:nvGrpSpPr>
              <p:cNvPr id="307" name="Grupo 306">
                <a:extLst>
                  <a:ext uri="{FF2B5EF4-FFF2-40B4-BE49-F238E27FC236}">
                    <a16:creationId xmlns:a16="http://schemas.microsoft.com/office/drawing/2014/main" id="{E3456978-A2CD-BD4A-903B-9CFA2285604A}"/>
                  </a:ext>
                </a:extLst>
              </p:cNvPr>
              <p:cNvGrpSpPr/>
              <p:nvPr/>
            </p:nvGrpSpPr>
            <p:grpSpPr>
              <a:xfrm>
                <a:off x="584746" y="2476291"/>
                <a:ext cx="1135109" cy="637969"/>
                <a:chOff x="587856" y="5912609"/>
                <a:chExt cx="1135109" cy="637969"/>
              </a:xfrm>
            </p:grpSpPr>
            <p:sp>
              <p:nvSpPr>
                <p:cNvPr id="309" name="Elipse 308">
                  <a:extLst>
                    <a:ext uri="{FF2B5EF4-FFF2-40B4-BE49-F238E27FC236}">
                      <a16:creationId xmlns:a16="http://schemas.microsoft.com/office/drawing/2014/main" id="{C318441E-6989-3442-9BA2-8B867602C5F4}"/>
                    </a:ext>
                  </a:extLst>
                </p:cNvPr>
                <p:cNvSpPr/>
                <p:nvPr/>
              </p:nvSpPr>
              <p:spPr>
                <a:xfrm>
                  <a:off x="1356768" y="5912609"/>
                  <a:ext cx="196452" cy="184666"/>
                </a:xfrm>
                <a:prstGeom prst="ellipse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Autofit/>
                </a:bodyPr>
                <a:lstStyle/>
                <a:p>
                  <a:pPr algn="ctr"/>
                  <a:r>
                    <a:rPr lang="es-ES" sz="1400" b="1" dirty="0">
                      <a:solidFill>
                        <a:schemeClr val="tx1"/>
                      </a:solidFill>
                    </a:rPr>
                    <a:t>Z</a:t>
                  </a:r>
                </a:p>
              </p:txBody>
            </p:sp>
            <p:sp>
              <p:nvSpPr>
                <p:cNvPr id="310" name="Elipse 309">
                  <a:extLst>
                    <a:ext uri="{FF2B5EF4-FFF2-40B4-BE49-F238E27FC236}">
                      <a16:creationId xmlns:a16="http://schemas.microsoft.com/office/drawing/2014/main" id="{033A43C6-D338-C444-AD93-F32489C01BEB}"/>
                    </a:ext>
                  </a:extLst>
                </p:cNvPr>
                <p:cNvSpPr/>
                <p:nvPr/>
              </p:nvSpPr>
              <p:spPr>
                <a:xfrm>
                  <a:off x="693240" y="6021059"/>
                  <a:ext cx="196452" cy="184666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Autofit/>
                </a:bodyPr>
                <a:lstStyle/>
                <a:p>
                  <a:pPr algn="ctr"/>
                  <a:r>
                    <a:rPr lang="es-ES" sz="1100" b="1" dirty="0">
                      <a:solidFill>
                        <a:schemeClr val="tx1"/>
                      </a:solidFill>
                    </a:rPr>
                    <a:t>24</a:t>
                  </a:r>
                </a:p>
              </p:txBody>
            </p:sp>
            <p:sp>
              <p:nvSpPr>
                <p:cNvPr id="311" name="Rectángulo redondeado 10">
                  <a:extLst>
                    <a:ext uri="{FF2B5EF4-FFF2-40B4-BE49-F238E27FC236}">
                      <a16:creationId xmlns:a16="http://schemas.microsoft.com/office/drawing/2014/main" id="{1DA676AF-41E6-4748-8866-AA872B426D4C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87856" y="6332981"/>
                  <a:ext cx="1135109" cy="217597"/>
                </a:xfrm>
                <a:prstGeom prst="roundRect">
                  <a:avLst/>
                </a:prstGeom>
                <a:solidFill>
                  <a:schemeClr val="tx1"/>
                </a:solidFill>
                <a:ln>
                  <a:noFill/>
                </a:ln>
                <a:effectLst>
                  <a:softEdge rad="63500"/>
                </a:effectLst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>
                  <a:noAutofit/>
                </a:bodyPr>
                <a:lstStyle/>
                <a:p>
                  <a:pPr algn="ctr"/>
                  <a:r>
                    <a:rPr lang="es-ES" sz="900" b="1" dirty="0">
                      <a:solidFill>
                        <a:schemeClr val="bg1"/>
                      </a:solidFill>
                    </a:rPr>
                    <a:t>8. ROMERA</a:t>
                  </a:r>
                </a:p>
              </p:txBody>
            </p:sp>
          </p:grpSp>
          <p:pic>
            <p:nvPicPr>
              <p:cNvPr id="308" name="Imagen 307">
                <a:extLst>
                  <a:ext uri="{FF2B5EF4-FFF2-40B4-BE49-F238E27FC236}">
                    <a16:creationId xmlns:a16="http://schemas.microsoft.com/office/drawing/2014/main" id="{8E39DDA5-1233-6D41-AF1D-57CA43390FF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46858" y="2798167"/>
                <a:ext cx="190500" cy="127000"/>
              </a:xfrm>
              <a:prstGeom prst="rect">
                <a:avLst/>
              </a:prstGeom>
            </p:spPr>
          </p:pic>
        </p:grpSp>
      </p:grpSp>
      <p:grpSp>
        <p:nvGrpSpPr>
          <p:cNvPr id="312" name="Grupo 311">
            <a:extLst>
              <a:ext uri="{FF2B5EF4-FFF2-40B4-BE49-F238E27FC236}">
                <a16:creationId xmlns:a16="http://schemas.microsoft.com/office/drawing/2014/main" id="{1C1734E1-1177-B749-AE52-9E7EFAB65751}"/>
              </a:ext>
            </a:extLst>
          </p:cNvPr>
          <p:cNvGrpSpPr/>
          <p:nvPr/>
        </p:nvGrpSpPr>
        <p:grpSpPr>
          <a:xfrm>
            <a:off x="2101401" y="774166"/>
            <a:ext cx="1218994" cy="837933"/>
            <a:chOff x="4617104" y="4065616"/>
            <a:chExt cx="1218994" cy="837933"/>
          </a:xfrm>
        </p:grpSpPr>
        <p:grpSp>
          <p:nvGrpSpPr>
            <p:cNvPr id="313" name="Grupo 312">
              <a:extLst>
                <a:ext uri="{FF2B5EF4-FFF2-40B4-BE49-F238E27FC236}">
                  <a16:creationId xmlns:a16="http://schemas.microsoft.com/office/drawing/2014/main" id="{EAC2C388-4672-7A49-A27F-AFAFB498B0F7}"/>
                </a:ext>
              </a:extLst>
            </p:cNvPr>
            <p:cNvGrpSpPr/>
            <p:nvPr/>
          </p:nvGrpSpPr>
          <p:grpSpPr>
            <a:xfrm>
              <a:off x="4617104" y="4249499"/>
              <a:ext cx="1218994" cy="654050"/>
              <a:chOff x="584746" y="2476291"/>
              <a:chExt cx="1218994" cy="654050"/>
            </a:xfrm>
          </p:grpSpPr>
          <p:grpSp>
            <p:nvGrpSpPr>
              <p:cNvPr id="315" name="Grupo 314">
                <a:extLst>
                  <a:ext uri="{FF2B5EF4-FFF2-40B4-BE49-F238E27FC236}">
                    <a16:creationId xmlns:a16="http://schemas.microsoft.com/office/drawing/2014/main" id="{8A45662F-8E5F-4746-88BC-814E12E1D92B}"/>
                  </a:ext>
                </a:extLst>
              </p:cNvPr>
              <p:cNvGrpSpPr/>
              <p:nvPr/>
            </p:nvGrpSpPr>
            <p:grpSpPr>
              <a:xfrm>
                <a:off x="584746" y="2476291"/>
                <a:ext cx="1218994" cy="654050"/>
                <a:chOff x="587856" y="5912609"/>
                <a:chExt cx="1218994" cy="654050"/>
              </a:xfrm>
            </p:grpSpPr>
            <p:sp>
              <p:nvSpPr>
                <p:cNvPr id="317" name="Elipse 316">
                  <a:extLst>
                    <a:ext uri="{FF2B5EF4-FFF2-40B4-BE49-F238E27FC236}">
                      <a16:creationId xmlns:a16="http://schemas.microsoft.com/office/drawing/2014/main" id="{26E5B129-B837-A44E-A9E8-A74998AAD071}"/>
                    </a:ext>
                  </a:extLst>
                </p:cNvPr>
                <p:cNvSpPr/>
                <p:nvPr/>
              </p:nvSpPr>
              <p:spPr>
                <a:xfrm>
                  <a:off x="1356768" y="5912609"/>
                  <a:ext cx="196452" cy="184666"/>
                </a:xfrm>
                <a:prstGeom prst="ellipse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Autofit/>
                </a:bodyPr>
                <a:lstStyle/>
                <a:p>
                  <a:pPr algn="ctr"/>
                  <a:r>
                    <a:rPr lang="es-ES" sz="1400" b="1" dirty="0">
                      <a:solidFill>
                        <a:schemeClr val="tx1"/>
                      </a:solidFill>
                    </a:rPr>
                    <a:t>D</a:t>
                  </a:r>
                </a:p>
              </p:txBody>
            </p:sp>
            <p:sp>
              <p:nvSpPr>
                <p:cNvPr id="318" name="Elipse 317">
                  <a:extLst>
                    <a:ext uri="{FF2B5EF4-FFF2-40B4-BE49-F238E27FC236}">
                      <a16:creationId xmlns:a16="http://schemas.microsoft.com/office/drawing/2014/main" id="{E0CA5A9F-2D5A-D44A-AABF-F894C5005EAB}"/>
                    </a:ext>
                  </a:extLst>
                </p:cNvPr>
                <p:cNvSpPr/>
                <p:nvPr/>
              </p:nvSpPr>
              <p:spPr>
                <a:xfrm>
                  <a:off x="693240" y="6021059"/>
                  <a:ext cx="196452" cy="184666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Autofit/>
                </a:bodyPr>
                <a:lstStyle/>
                <a:p>
                  <a:pPr algn="ctr"/>
                  <a:r>
                    <a:rPr lang="es-ES" sz="1100" b="1" dirty="0">
                      <a:solidFill>
                        <a:schemeClr val="tx1"/>
                      </a:solidFill>
                    </a:rPr>
                    <a:t>27</a:t>
                  </a:r>
                </a:p>
              </p:txBody>
            </p:sp>
            <p:sp>
              <p:nvSpPr>
                <p:cNvPr id="319" name="Rectángulo redondeado 10">
                  <a:extLst>
                    <a:ext uri="{FF2B5EF4-FFF2-40B4-BE49-F238E27FC236}">
                      <a16:creationId xmlns:a16="http://schemas.microsoft.com/office/drawing/2014/main" id="{5FA144C5-461C-9146-8451-03ADF0EE518E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87856" y="6332981"/>
                  <a:ext cx="1218994" cy="233678"/>
                </a:xfrm>
                <a:prstGeom prst="roundRect">
                  <a:avLst/>
                </a:prstGeom>
                <a:solidFill>
                  <a:schemeClr val="tx1"/>
                </a:solidFill>
                <a:ln>
                  <a:noFill/>
                </a:ln>
                <a:effectLst>
                  <a:softEdge rad="63500"/>
                </a:effectLst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>
                  <a:noAutofit/>
                </a:bodyPr>
                <a:lstStyle/>
                <a:p>
                  <a:pPr algn="ctr"/>
                  <a:r>
                    <a:rPr lang="es-ES" sz="900" b="1" dirty="0">
                      <a:solidFill>
                        <a:schemeClr val="bg1"/>
                      </a:solidFill>
                    </a:rPr>
                    <a:t>7. SERGIO MORENO</a:t>
                  </a:r>
                </a:p>
              </p:txBody>
            </p:sp>
          </p:grpSp>
          <p:pic>
            <p:nvPicPr>
              <p:cNvPr id="316" name="Imagen 315">
                <a:extLst>
                  <a:ext uri="{FF2B5EF4-FFF2-40B4-BE49-F238E27FC236}">
                    <a16:creationId xmlns:a16="http://schemas.microsoft.com/office/drawing/2014/main" id="{BEABC27A-6298-6D45-98AA-01CB31E685A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46858" y="2798167"/>
                <a:ext cx="190500" cy="127000"/>
              </a:xfrm>
              <a:prstGeom prst="rect">
                <a:avLst/>
              </a:prstGeom>
            </p:spPr>
          </p:pic>
        </p:grpSp>
        <p:pic>
          <p:nvPicPr>
            <p:cNvPr id="314" name="Imagen 313">
              <a:extLst>
                <a:ext uri="{FF2B5EF4-FFF2-40B4-BE49-F238E27FC236}">
                  <a16:creationId xmlns:a16="http://schemas.microsoft.com/office/drawing/2014/main" id="{8C7A4723-188B-904E-8D71-E99F9B7AA98B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4791155" y="4065616"/>
              <a:ext cx="711200" cy="685800"/>
            </a:xfrm>
            <a:prstGeom prst="rect">
              <a:avLst/>
            </a:prstGeom>
          </p:spPr>
        </p:pic>
      </p:grpSp>
      <p:grpSp>
        <p:nvGrpSpPr>
          <p:cNvPr id="321" name="Grupo 320">
            <a:extLst>
              <a:ext uri="{FF2B5EF4-FFF2-40B4-BE49-F238E27FC236}">
                <a16:creationId xmlns:a16="http://schemas.microsoft.com/office/drawing/2014/main" id="{51C6437C-6E94-7F49-BE62-0D3EA23424A8}"/>
              </a:ext>
            </a:extLst>
          </p:cNvPr>
          <p:cNvGrpSpPr/>
          <p:nvPr/>
        </p:nvGrpSpPr>
        <p:grpSpPr>
          <a:xfrm>
            <a:off x="3705375" y="1505758"/>
            <a:ext cx="1135109" cy="821269"/>
            <a:chOff x="2084118" y="2154934"/>
            <a:chExt cx="1135109" cy="821269"/>
          </a:xfrm>
        </p:grpSpPr>
        <p:grpSp>
          <p:nvGrpSpPr>
            <p:cNvPr id="322" name="Grupo 321">
              <a:extLst>
                <a:ext uri="{FF2B5EF4-FFF2-40B4-BE49-F238E27FC236}">
                  <a16:creationId xmlns:a16="http://schemas.microsoft.com/office/drawing/2014/main" id="{305DDC03-75A4-434F-9A32-DB44DE9B2493}"/>
                </a:ext>
              </a:extLst>
            </p:cNvPr>
            <p:cNvGrpSpPr/>
            <p:nvPr/>
          </p:nvGrpSpPr>
          <p:grpSpPr>
            <a:xfrm>
              <a:off x="2084118" y="2338234"/>
              <a:ext cx="1135109" cy="637969"/>
              <a:chOff x="584746" y="2476291"/>
              <a:chExt cx="1135109" cy="637969"/>
            </a:xfrm>
          </p:grpSpPr>
          <p:grpSp>
            <p:nvGrpSpPr>
              <p:cNvPr id="324" name="Grupo 323">
                <a:extLst>
                  <a:ext uri="{FF2B5EF4-FFF2-40B4-BE49-F238E27FC236}">
                    <a16:creationId xmlns:a16="http://schemas.microsoft.com/office/drawing/2014/main" id="{0BDCF4F8-F444-5145-99E2-477CF1860927}"/>
                  </a:ext>
                </a:extLst>
              </p:cNvPr>
              <p:cNvGrpSpPr/>
              <p:nvPr/>
            </p:nvGrpSpPr>
            <p:grpSpPr>
              <a:xfrm>
                <a:off x="584746" y="2476291"/>
                <a:ext cx="1135109" cy="637969"/>
                <a:chOff x="587856" y="5912609"/>
                <a:chExt cx="1135109" cy="637969"/>
              </a:xfrm>
            </p:grpSpPr>
            <p:sp>
              <p:nvSpPr>
                <p:cNvPr id="332" name="Elipse 331">
                  <a:extLst>
                    <a:ext uri="{FF2B5EF4-FFF2-40B4-BE49-F238E27FC236}">
                      <a16:creationId xmlns:a16="http://schemas.microsoft.com/office/drawing/2014/main" id="{DBE95818-E346-C847-91AF-D163A90F2C5B}"/>
                    </a:ext>
                  </a:extLst>
                </p:cNvPr>
                <p:cNvSpPr/>
                <p:nvPr/>
              </p:nvSpPr>
              <p:spPr>
                <a:xfrm>
                  <a:off x="1356768" y="5912609"/>
                  <a:ext cx="196452" cy="184666"/>
                </a:xfrm>
                <a:prstGeom prst="ellipse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Autofit/>
                </a:bodyPr>
                <a:lstStyle/>
                <a:p>
                  <a:pPr algn="ctr"/>
                  <a:r>
                    <a:rPr lang="es-ES" sz="1400" b="1" dirty="0">
                      <a:solidFill>
                        <a:schemeClr val="tx1"/>
                      </a:solidFill>
                    </a:rPr>
                    <a:t>D</a:t>
                  </a:r>
                </a:p>
              </p:txBody>
            </p:sp>
            <p:sp>
              <p:nvSpPr>
                <p:cNvPr id="333" name="Elipse 332">
                  <a:extLst>
                    <a:ext uri="{FF2B5EF4-FFF2-40B4-BE49-F238E27FC236}">
                      <a16:creationId xmlns:a16="http://schemas.microsoft.com/office/drawing/2014/main" id="{A396B59C-F186-1E40-9645-093A64BD4823}"/>
                    </a:ext>
                  </a:extLst>
                </p:cNvPr>
                <p:cNvSpPr/>
                <p:nvPr/>
              </p:nvSpPr>
              <p:spPr>
                <a:xfrm>
                  <a:off x="693240" y="6021059"/>
                  <a:ext cx="196452" cy="184666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Autofit/>
                </a:bodyPr>
                <a:lstStyle/>
                <a:p>
                  <a:pPr algn="ctr"/>
                  <a:r>
                    <a:rPr lang="es-ES" sz="1100" b="1" dirty="0">
                      <a:solidFill>
                        <a:schemeClr val="tx1"/>
                      </a:solidFill>
                    </a:rPr>
                    <a:t>26</a:t>
                  </a:r>
                </a:p>
              </p:txBody>
            </p:sp>
            <p:sp>
              <p:nvSpPr>
                <p:cNvPr id="334" name="Rectángulo redondeado 10">
                  <a:extLst>
                    <a:ext uri="{FF2B5EF4-FFF2-40B4-BE49-F238E27FC236}">
                      <a16:creationId xmlns:a16="http://schemas.microsoft.com/office/drawing/2014/main" id="{554B6196-D25C-0B4C-BCA8-4DF413510CC4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87856" y="6332981"/>
                  <a:ext cx="1135109" cy="217597"/>
                </a:xfrm>
                <a:prstGeom prst="roundRect">
                  <a:avLst/>
                </a:prstGeom>
                <a:solidFill>
                  <a:schemeClr val="tx1"/>
                </a:solidFill>
                <a:ln>
                  <a:noFill/>
                </a:ln>
                <a:effectLst>
                  <a:softEdge rad="63500"/>
                </a:effectLst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>
                  <a:noAutofit/>
                </a:bodyPr>
                <a:lstStyle/>
                <a:p>
                  <a:pPr algn="ctr"/>
                  <a:r>
                    <a:rPr lang="es-ES" sz="900" b="1" dirty="0">
                      <a:solidFill>
                        <a:schemeClr val="bg1"/>
                      </a:solidFill>
                    </a:rPr>
                    <a:t>11. EDU GALLARDO</a:t>
                  </a:r>
                </a:p>
              </p:txBody>
            </p:sp>
          </p:grpSp>
          <p:pic>
            <p:nvPicPr>
              <p:cNvPr id="331" name="Imagen 330">
                <a:extLst>
                  <a:ext uri="{FF2B5EF4-FFF2-40B4-BE49-F238E27FC236}">
                    <a16:creationId xmlns:a16="http://schemas.microsoft.com/office/drawing/2014/main" id="{F04F7ECC-BD0A-8E4B-A60A-B775AB989A5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46858" y="2798167"/>
                <a:ext cx="190500" cy="127000"/>
              </a:xfrm>
              <a:prstGeom prst="rect">
                <a:avLst/>
              </a:prstGeom>
            </p:spPr>
          </p:pic>
        </p:grpSp>
        <p:pic>
          <p:nvPicPr>
            <p:cNvPr id="323" name="Imagen 322">
              <a:extLst>
                <a:ext uri="{FF2B5EF4-FFF2-40B4-BE49-F238E27FC236}">
                  <a16:creationId xmlns:a16="http://schemas.microsoft.com/office/drawing/2014/main" id="{5D35B909-4F1D-9C48-AB7E-877298F31AE8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>
              <a:off x="2280103" y="2154934"/>
              <a:ext cx="711200" cy="685800"/>
            </a:xfrm>
            <a:prstGeom prst="rect">
              <a:avLst/>
            </a:prstGeom>
          </p:spPr>
        </p:pic>
      </p:grpSp>
      <p:grpSp>
        <p:nvGrpSpPr>
          <p:cNvPr id="343" name="Grupo 342">
            <a:extLst>
              <a:ext uri="{FF2B5EF4-FFF2-40B4-BE49-F238E27FC236}">
                <a16:creationId xmlns:a16="http://schemas.microsoft.com/office/drawing/2014/main" id="{21123BBE-AF14-0147-B20E-5526F450AD6F}"/>
              </a:ext>
            </a:extLst>
          </p:cNvPr>
          <p:cNvGrpSpPr/>
          <p:nvPr/>
        </p:nvGrpSpPr>
        <p:grpSpPr>
          <a:xfrm>
            <a:off x="7882540" y="4808102"/>
            <a:ext cx="1218994" cy="830384"/>
            <a:chOff x="4608492" y="5028787"/>
            <a:chExt cx="1218994" cy="830384"/>
          </a:xfrm>
        </p:grpSpPr>
        <p:grpSp>
          <p:nvGrpSpPr>
            <p:cNvPr id="344" name="Grupo 343">
              <a:extLst>
                <a:ext uri="{FF2B5EF4-FFF2-40B4-BE49-F238E27FC236}">
                  <a16:creationId xmlns:a16="http://schemas.microsoft.com/office/drawing/2014/main" id="{DFD34885-CD50-BC4A-9A46-AA193E6605AE}"/>
                </a:ext>
              </a:extLst>
            </p:cNvPr>
            <p:cNvGrpSpPr/>
            <p:nvPr/>
          </p:nvGrpSpPr>
          <p:grpSpPr>
            <a:xfrm>
              <a:off x="4608492" y="5205121"/>
              <a:ext cx="1218994" cy="654050"/>
              <a:chOff x="584746" y="2476291"/>
              <a:chExt cx="1218994" cy="654050"/>
            </a:xfrm>
          </p:grpSpPr>
          <p:grpSp>
            <p:nvGrpSpPr>
              <p:cNvPr id="347" name="Grupo 346">
                <a:extLst>
                  <a:ext uri="{FF2B5EF4-FFF2-40B4-BE49-F238E27FC236}">
                    <a16:creationId xmlns:a16="http://schemas.microsoft.com/office/drawing/2014/main" id="{2CECA981-5280-4B47-8757-358B06EEE4EF}"/>
                  </a:ext>
                </a:extLst>
              </p:cNvPr>
              <p:cNvGrpSpPr/>
              <p:nvPr/>
            </p:nvGrpSpPr>
            <p:grpSpPr>
              <a:xfrm>
                <a:off x="584746" y="2476291"/>
                <a:ext cx="1218994" cy="654050"/>
                <a:chOff x="587856" y="5912609"/>
                <a:chExt cx="1218994" cy="654050"/>
              </a:xfrm>
            </p:grpSpPr>
            <p:sp>
              <p:nvSpPr>
                <p:cNvPr id="355" name="Elipse 354">
                  <a:extLst>
                    <a:ext uri="{FF2B5EF4-FFF2-40B4-BE49-F238E27FC236}">
                      <a16:creationId xmlns:a16="http://schemas.microsoft.com/office/drawing/2014/main" id="{F69F7A6F-15B9-F34A-AC50-C7E13A318258}"/>
                    </a:ext>
                  </a:extLst>
                </p:cNvPr>
                <p:cNvSpPr/>
                <p:nvPr/>
              </p:nvSpPr>
              <p:spPr>
                <a:xfrm>
                  <a:off x="1356768" y="5912609"/>
                  <a:ext cx="196452" cy="184666"/>
                </a:xfrm>
                <a:prstGeom prst="ellipse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Autofit/>
                </a:bodyPr>
                <a:lstStyle/>
                <a:p>
                  <a:pPr algn="ctr"/>
                  <a:r>
                    <a:rPr lang="es-ES" sz="1400" b="1" dirty="0">
                      <a:solidFill>
                        <a:schemeClr val="tx1"/>
                      </a:solidFill>
                    </a:rPr>
                    <a:t>D</a:t>
                  </a:r>
                </a:p>
              </p:txBody>
            </p:sp>
            <p:sp>
              <p:nvSpPr>
                <p:cNvPr id="356" name="Elipse 355">
                  <a:extLst>
                    <a:ext uri="{FF2B5EF4-FFF2-40B4-BE49-F238E27FC236}">
                      <a16:creationId xmlns:a16="http://schemas.microsoft.com/office/drawing/2014/main" id="{BE4740E7-D973-1442-94C7-0B4E5CF2D281}"/>
                    </a:ext>
                  </a:extLst>
                </p:cNvPr>
                <p:cNvSpPr/>
                <p:nvPr/>
              </p:nvSpPr>
              <p:spPr>
                <a:xfrm>
                  <a:off x="693240" y="6021059"/>
                  <a:ext cx="196452" cy="184666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Autofit/>
                </a:bodyPr>
                <a:lstStyle/>
                <a:p>
                  <a:pPr algn="ctr"/>
                  <a:r>
                    <a:rPr lang="es-ES" sz="1100" b="1" dirty="0">
                      <a:solidFill>
                        <a:schemeClr val="tx1"/>
                      </a:solidFill>
                    </a:rPr>
                    <a:t>28</a:t>
                  </a:r>
                </a:p>
              </p:txBody>
            </p:sp>
            <p:sp>
              <p:nvSpPr>
                <p:cNvPr id="357" name="Rectángulo redondeado 10">
                  <a:extLst>
                    <a:ext uri="{FF2B5EF4-FFF2-40B4-BE49-F238E27FC236}">
                      <a16:creationId xmlns:a16="http://schemas.microsoft.com/office/drawing/2014/main" id="{7F3C8201-3A67-2B4E-B033-E6D3FD1398D5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87856" y="6332981"/>
                  <a:ext cx="1218994" cy="233678"/>
                </a:xfrm>
                <a:prstGeom prst="roundRect">
                  <a:avLst/>
                </a:prstGeom>
                <a:solidFill>
                  <a:schemeClr val="tx1"/>
                </a:solidFill>
                <a:ln>
                  <a:noFill/>
                </a:ln>
                <a:effectLst>
                  <a:softEdge rad="63500"/>
                </a:effectLst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>
                  <a:noAutofit/>
                </a:bodyPr>
                <a:lstStyle/>
                <a:p>
                  <a:pPr algn="ctr"/>
                  <a:r>
                    <a:rPr lang="es-ES" sz="900" b="1" dirty="0">
                      <a:solidFill>
                        <a:schemeClr val="bg1"/>
                      </a:solidFill>
                    </a:rPr>
                    <a:t>13. ZARCO</a:t>
                  </a:r>
                </a:p>
              </p:txBody>
            </p:sp>
          </p:grpSp>
          <p:pic>
            <p:nvPicPr>
              <p:cNvPr id="354" name="Imagen 353">
                <a:extLst>
                  <a:ext uri="{FF2B5EF4-FFF2-40B4-BE49-F238E27FC236}">
                    <a16:creationId xmlns:a16="http://schemas.microsoft.com/office/drawing/2014/main" id="{0150D422-AB34-0C45-8080-B9F07128BC9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46858" y="2798167"/>
                <a:ext cx="190500" cy="127000"/>
              </a:xfrm>
              <a:prstGeom prst="rect">
                <a:avLst/>
              </a:prstGeom>
            </p:spPr>
          </p:pic>
        </p:grpSp>
        <p:pic>
          <p:nvPicPr>
            <p:cNvPr id="345" name="Imagen 344">
              <a:extLst>
                <a:ext uri="{FF2B5EF4-FFF2-40B4-BE49-F238E27FC236}">
                  <a16:creationId xmlns:a16="http://schemas.microsoft.com/office/drawing/2014/main" id="{FF86EE33-DBAD-5F48-9032-86367C3705CD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4813198" y="5028787"/>
              <a:ext cx="711200" cy="685800"/>
            </a:xfrm>
            <a:prstGeom prst="rect">
              <a:avLst/>
            </a:prstGeom>
          </p:spPr>
        </p:pic>
      </p:grpSp>
      <p:grpSp>
        <p:nvGrpSpPr>
          <p:cNvPr id="360" name="Grupo 359">
            <a:extLst>
              <a:ext uri="{FF2B5EF4-FFF2-40B4-BE49-F238E27FC236}">
                <a16:creationId xmlns:a16="http://schemas.microsoft.com/office/drawing/2014/main" id="{8FE21016-072A-A147-958C-4A02397B44E8}"/>
              </a:ext>
            </a:extLst>
          </p:cNvPr>
          <p:cNvGrpSpPr/>
          <p:nvPr/>
        </p:nvGrpSpPr>
        <p:grpSpPr>
          <a:xfrm>
            <a:off x="6217622" y="3524908"/>
            <a:ext cx="1135109" cy="829469"/>
            <a:chOff x="3420121" y="1121926"/>
            <a:chExt cx="1135109" cy="829469"/>
          </a:xfrm>
        </p:grpSpPr>
        <p:grpSp>
          <p:nvGrpSpPr>
            <p:cNvPr id="361" name="Grupo 360">
              <a:extLst>
                <a:ext uri="{FF2B5EF4-FFF2-40B4-BE49-F238E27FC236}">
                  <a16:creationId xmlns:a16="http://schemas.microsoft.com/office/drawing/2014/main" id="{61CFB671-4DAD-6E4F-B5CB-296106C0F070}"/>
                </a:ext>
              </a:extLst>
            </p:cNvPr>
            <p:cNvGrpSpPr/>
            <p:nvPr/>
          </p:nvGrpSpPr>
          <p:grpSpPr>
            <a:xfrm>
              <a:off x="3420121" y="1313426"/>
              <a:ext cx="1135109" cy="637969"/>
              <a:chOff x="584746" y="2476291"/>
              <a:chExt cx="1135109" cy="637969"/>
            </a:xfrm>
          </p:grpSpPr>
          <p:grpSp>
            <p:nvGrpSpPr>
              <p:cNvPr id="363" name="Grupo 362">
                <a:extLst>
                  <a:ext uri="{FF2B5EF4-FFF2-40B4-BE49-F238E27FC236}">
                    <a16:creationId xmlns:a16="http://schemas.microsoft.com/office/drawing/2014/main" id="{96A073C4-E911-4444-9DFC-5A592D359172}"/>
                  </a:ext>
                </a:extLst>
              </p:cNvPr>
              <p:cNvGrpSpPr/>
              <p:nvPr/>
            </p:nvGrpSpPr>
            <p:grpSpPr>
              <a:xfrm>
                <a:off x="584746" y="2476291"/>
                <a:ext cx="1135109" cy="637969"/>
                <a:chOff x="587856" y="5912609"/>
                <a:chExt cx="1135109" cy="637969"/>
              </a:xfrm>
            </p:grpSpPr>
            <p:sp>
              <p:nvSpPr>
                <p:cNvPr id="365" name="Elipse 364">
                  <a:extLst>
                    <a:ext uri="{FF2B5EF4-FFF2-40B4-BE49-F238E27FC236}">
                      <a16:creationId xmlns:a16="http://schemas.microsoft.com/office/drawing/2014/main" id="{A462B182-9CFC-3847-9B4E-1358F6A8B2B9}"/>
                    </a:ext>
                  </a:extLst>
                </p:cNvPr>
                <p:cNvSpPr/>
                <p:nvPr/>
              </p:nvSpPr>
              <p:spPr>
                <a:xfrm>
                  <a:off x="1356768" y="5912609"/>
                  <a:ext cx="196452" cy="184666"/>
                </a:xfrm>
                <a:prstGeom prst="ellipse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Autofit/>
                </a:bodyPr>
                <a:lstStyle/>
                <a:p>
                  <a:pPr algn="ctr"/>
                  <a:r>
                    <a:rPr lang="es-ES" sz="1400" b="1" dirty="0">
                      <a:solidFill>
                        <a:schemeClr val="tx1"/>
                      </a:solidFill>
                    </a:rPr>
                    <a:t>Z</a:t>
                  </a:r>
                </a:p>
              </p:txBody>
            </p:sp>
            <p:sp>
              <p:nvSpPr>
                <p:cNvPr id="366" name="Elipse 365">
                  <a:extLst>
                    <a:ext uri="{FF2B5EF4-FFF2-40B4-BE49-F238E27FC236}">
                      <a16:creationId xmlns:a16="http://schemas.microsoft.com/office/drawing/2014/main" id="{72558F21-2C6A-274C-B592-B45468F7855D}"/>
                    </a:ext>
                  </a:extLst>
                </p:cNvPr>
                <p:cNvSpPr/>
                <p:nvPr/>
              </p:nvSpPr>
              <p:spPr>
                <a:xfrm>
                  <a:off x="693240" y="6021059"/>
                  <a:ext cx="196452" cy="184666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Autofit/>
                </a:bodyPr>
                <a:lstStyle/>
                <a:p>
                  <a:pPr algn="ctr"/>
                  <a:r>
                    <a:rPr lang="es-ES" sz="1100" b="1" dirty="0">
                      <a:solidFill>
                        <a:schemeClr val="tx1"/>
                      </a:solidFill>
                    </a:rPr>
                    <a:t>26</a:t>
                  </a:r>
                </a:p>
              </p:txBody>
            </p:sp>
            <p:sp>
              <p:nvSpPr>
                <p:cNvPr id="367" name="Rectángulo redondeado 10">
                  <a:extLst>
                    <a:ext uri="{FF2B5EF4-FFF2-40B4-BE49-F238E27FC236}">
                      <a16:creationId xmlns:a16="http://schemas.microsoft.com/office/drawing/2014/main" id="{4CFC73F1-ACCA-9B4B-935B-A64C6634D7BC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87856" y="6332981"/>
                  <a:ext cx="1135109" cy="217597"/>
                </a:xfrm>
                <a:prstGeom prst="roundRect">
                  <a:avLst/>
                </a:prstGeom>
                <a:solidFill>
                  <a:schemeClr val="tx1"/>
                </a:solidFill>
                <a:ln>
                  <a:noFill/>
                </a:ln>
                <a:effectLst>
                  <a:softEdge rad="63500"/>
                </a:effectLst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>
                  <a:noAutofit/>
                </a:bodyPr>
                <a:lstStyle/>
                <a:p>
                  <a:pPr algn="ctr"/>
                  <a:r>
                    <a:rPr lang="es-ES" sz="900" b="1" dirty="0">
                      <a:solidFill>
                        <a:schemeClr val="bg1"/>
                      </a:solidFill>
                    </a:rPr>
                    <a:t>22. LLUIS LLACER</a:t>
                  </a:r>
                </a:p>
              </p:txBody>
            </p:sp>
          </p:grpSp>
          <p:pic>
            <p:nvPicPr>
              <p:cNvPr id="364" name="Imagen 363">
                <a:extLst>
                  <a:ext uri="{FF2B5EF4-FFF2-40B4-BE49-F238E27FC236}">
                    <a16:creationId xmlns:a16="http://schemas.microsoft.com/office/drawing/2014/main" id="{A2A5F553-3BC3-B54C-B1C0-ECB94848C14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46858" y="2798167"/>
                <a:ext cx="190500" cy="127000"/>
              </a:xfrm>
              <a:prstGeom prst="rect">
                <a:avLst/>
              </a:prstGeom>
            </p:spPr>
          </p:pic>
        </p:grpSp>
        <p:pic>
          <p:nvPicPr>
            <p:cNvPr id="362" name="Imagen 361">
              <a:extLst>
                <a:ext uri="{FF2B5EF4-FFF2-40B4-BE49-F238E27FC236}">
                  <a16:creationId xmlns:a16="http://schemas.microsoft.com/office/drawing/2014/main" id="{B5B01F44-0202-1A40-B9E7-0353769C02AE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/>
            <a:stretch>
              <a:fillRect/>
            </a:stretch>
          </p:blipFill>
          <p:spPr>
            <a:xfrm>
              <a:off x="3600044" y="1121926"/>
              <a:ext cx="711200" cy="685800"/>
            </a:xfrm>
            <a:prstGeom prst="rect">
              <a:avLst/>
            </a:prstGeom>
          </p:spPr>
        </p:pic>
      </p:grpSp>
      <p:grpSp>
        <p:nvGrpSpPr>
          <p:cNvPr id="368" name="Grupo 367">
            <a:extLst>
              <a:ext uri="{FF2B5EF4-FFF2-40B4-BE49-F238E27FC236}">
                <a16:creationId xmlns:a16="http://schemas.microsoft.com/office/drawing/2014/main" id="{A6B5E7E2-B370-BA48-876F-3F3EE7DD4B2B}"/>
              </a:ext>
            </a:extLst>
          </p:cNvPr>
          <p:cNvGrpSpPr/>
          <p:nvPr/>
        </p:nvGrpSpPr>
        <p:grpSpPr>
          <a:xfrm>
            <a:off x="8694369" y="4064446"/>
            <a:ext cx="1135109" cy="809014"/>
            <a:chOff x="570401" y="2399517"/>
            <a:chExt cx="1135109" cy="809014"/>
          </a:xfrm>
        </p:grpSpPr>
        <p:grpSp>
          <p:nvGrpSpPr>
            <p:cNvPr id="369" name="Grupo 368">
              <a:extLst>
                <a:ext uri="{FF2B5EF4-FFF2-40B4-BE49-F238E27FC236}">
                  <a16:creationId xmlns:a16="http://schemas.microsoft.com/office/drawing/2014/main" id="{9ABFC8D7-A305-4B47-9D03-4EAC1D28F2AC}"/>
                </a:ext>
              </a:extLst>
            </p:cNvPr>
            <p:cNvGrpSpPr/>
            <p:nvPr/>
          </p:nvGrpSpPr>
          <p:grpSpPr>
            <a:xfrm>
              <a:off x="570401" y="2570562"/>
              <a:ext cx="1135109" cy="637969"/>
              <a:chOff x="584746" y="2476291"/>
              <a:chExt cx="1135109" cy="637969"/>
            </a:xfrm>
          </p:grpSpPr>
          <p:grpSp>
            <p:nvGrpSpPr>
              <p:cNvPr id="371" name="Grupo 370">
                <a:extLst>
                  <a:ext uri="{FF2B5EF4-FFF2-40B4-BE49-F238E27FC236}">
                    <a16:creationId xmlns:a16="http://schemas.microsoft.com/office/drawing/2014/main" id="{4C111FD4-D9DD-3A41-B42C-CC216020462F}"/>
                  </a:ext>
                </a:extLst>
              </p:cNvPr>
              <p:cNvGrpSpPr/>
              <p:nvPr/>
            </p:nvGrpSpPr>
            <p:grpSpPr>
              <a:xfrm>
                <a:off x="584746" y="2476291"/>
                <a:ext cx="1135109" cy="637969"/>
                <a:chOff x="587856" y="5912609"/>
                <a:chExt cx="1135109" cy="637969"/>
              </a:xfrm>
            </p:grpSpPr>
            <p:sp>
              <p:nvSpPr>
                <p:cNvPr id="373" name="Elipse 372">
                  <a:extLst>
                    <a:ext uri="{FF2B5EF4-FFF2-40B4-BE49-F238E27FC236}">
                      <a16:creationId xmlns:a16="http://schemas.microsoft.com/office/drawing/2014/main" id="{E62552FD-C82A-6348-A4ED-A96DC1E6398A}"/>
                    </a:ext>
                  </a:extLst>
                </p:cNvPr>
                <p:cNvSpPr/>
                <p:nvPr/>
              </p:nvSpPr>
              <p:spPr>
                <a:xfrm>
                  <a:off x="1356768" y="5912609"/>
                  <a:ext cx="196452" cy="184666"/>
                </a:xfrm>
                <a:prstGeom prst="ellipse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Autofit/>
                </a:bodyPr>
                <a:lstStyle/>
                <a:p>
                  <a:pPr algn="ctr"/>
                  <a:r>
                    <a:rPr lang="es-ES" sz="1400" b="1" dirty="0">
                      <a:solidFill>
                        <a:schemeClr val="tx1"/>
                      </a:solidFill>
                    </a:rPr>
                    <a:t>D</a:t>
                  </a:r>
                </a:p>
              </p:txBody>
            </p:sp>
            <p:sp>
              <p:nvSpPr>
                <p:cNvPr id="374" name="Elipse 373">
                  <a:extLst>
                    <a:ext uri="{FF2B5EF4-FFF2-40B4-BE49-F238E27FC236}">
                      <a16:creationId xmlns:a16="http://schemas.microsoft.com/office/drawing/2014/main" id="{F56F6F59-5D71-0C42-AB4C-89698EF950A0}"/>
                    </a:ext>
                  </a:extLst>
                </p:cNvPr>
                <p:cNvSpPr/>
                <p:nvPr/>
              </p:nvSpPr>
              <p:spPr>
                <a:xfrm>
                  <a:off x="693240" y="6021059"/>
                  <a:ext cx="196452" cy="184666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Autofit/>
                </a:bodyPr>
                <a:lstStyle/>
                <a:p>
                  <a:pPr algn="ctr"/>
                  <a:r>
                    <a:rPr lang="es-ES" sz="1100" b="1" dirty="0">
                      <a:solidFill>
                        <a:schemeClr val="tx1"/>
                      </a:solidFill>
                    </a:rPr>
                    <a:t>27</a:t>
                  </a:r>
                </a:p>
              </p:txBody>
            </p:sp>
            <p:sp>
              <p:nvSpPr>
                <p:cNvPr id="375" name="Rectángulo redondeado 10">
                  <a:extLst>
                    <a:ext uri="{FF2B5EF4-FFF2-40B4-BE49-F238E27FC236}">
                      <a16:creationId xmlns:a16="http://schemas.microsoft.com/office/drawing/2014/main" id="{CA32585B-8435-9848-9C27-D6ECA7F08468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87856" y="6332981"/>
                  <a:ext cx="1135109" cy="217597"/>
                </a:xfrm>
                <a:prstGeom prst="roundRect">
                  <a:avLst/>
                </a:prstGeom>
                <a:solidFill>
                  <a:schemeClr val="tx1"/>
                </a:solidFill>
                <a:ln>
                  <a:noFill/>
                </a:ln>
                <a:effectLst>
                  <a:softEdge rad="63500"/>
                </a:effectLst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>
                  <a:noAutofit/>
                </a:bodyPr>
                <a:lstStyle/>
                <a:p>
                  <a:pPr algn="ctr"/>
                  <a:r>
                    <a:rPr lang="es-ES" sz="900" b="1" dirty="0">
                      <a:solidFill>
                        <a:schemeClr val="bg1"/>
                      </a:solidFill>
                    </a:rPr>
                    <a:t>15. ALVARO LOPEZ</a:t>
                  </a:r>
                </a:p>
              </p:txBody>
            </p:sp>
          </p:grpSp>
          <p:pic>
            <p:nvPicPr>
              <p:cNvPr id="372" name="Imagen 371">
                <a:extLst>
                  <a:ext uri="{FF2B5EF4-FFF2-40B4-BE49-F238E27FC236}">
                    <a16:creationId xmlns:a16="http://schemas.microsoft.com/office/drawing/2014/main" id="{AEA33FFE-97E2-3040-A517-78F452AFA3F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46858" y="2798167"/>
                <a:ext cx="190500" cy="127000"/>
              </a:xfrm>
              <a:prstGeom prst="rect">
                <a:avLst/>
              </a:prstGeom>
            </p:spPr>
          </p:pic>
        </p:grpSp>
        <p:pic>
          <p:nvPicPr>
            <p:cNvPr id="370" name="Imagen 369">
              <a:extLst>
                <a:ext uri="{FF2B5EF4-FFF2-40B4-BE49-F238E27FC236}">
                  <a16:creationId xmlns:a16="http://schemas.microsoft.com/office/drawing/2014/main" id="{63EEA89E-F8F0-6144-BDFA-298A57BAAFE8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/>
            <a:stretch>
              <a:fillRect/>
            </a:stretch>
          </p:blipFill>
          <p:spPr>
            <a:xfrm>
              <a:off x="745462" y="2399517"/>
              <a:ext cx="711200" cy="685800"/>
            </a:xfrm>
            <a:prstGeom prst="rect">
              <a:avLst/>
            </a:prstGeom>
          </p:spPr>
        </p:pic>
      </p:grpSp>
      <p:grpSp>
        <p:nvGrpSpPr>
          <p:cNvPr id="376" name="Grupo 375">
            <a:extLst>
              <a:ext uri="{FF2B5EF4-FFF2-40B4-BE49-F238E27FC236}">
                <a16:creationId xmlns:a16="http://schemas.microsoft.com/office/drawing/2014/main" id="{92EE77B3-8396-EF43-AA6A-BF2110FC2110}"/>
              </a:ext>
            </a:extLst>
          </p:cNvPr>
          <p:cNvGrpSpPr/>
          <p:nvPr/>
        </p:nvGrpSpPr>
        <p:grpSpPr>
          <a:xfrm>
            <a:off x="7113628" y="4074295"/>
            <a:ext cx="1135109" cy="812370"/>
            <a:chOff x="4666189" y="1153909"/>
            <a:chExt cx="1135109" cy="812370"/>
          </a:xfrm>
        </p:grpSpPr>
        <p:pic>
          <p:nvPicPr>
            <p:cNvPr id="377" name="Imagen 376">
              <a:extLst>
                <a:ext uri="{FF2B5EF4-FFF2-40B4-BE49-F238E27FC236}">
                  <a16:creationId xmlns:a16="http://schemas.microsoft.com/office/drawing/2014/main" id="{284A3295-9FF8-7447-8458-FABCE1E6F0FB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/>
            <a:stretch>
              <a:fillRect/>
            </a:stretch>
          </p:blipFill>
          <p:spPr>
            <a:xfrm>
              <a:off x="4888130" y="1153909"/>
              <a:ext cx="711200" cy="685800"/>
            </a:xfrm>
            <a:prstGeom prst="rect">
              <a:avLst/>
            </a:prstGeom>
          </p:spPr>
        </p:pic>
        <p:grpSp>
          <p:nvGrpSpPr>
            <p:cNvPr id="378" name="Grupo 377">
              <a:extLst>
                <a:ext uri="{FF2B5EF4-FFF2-40B4-BE49-F238E27FC236}">
                  <a16:creationId xmlns:a16="http://schemas.microsoft.com/office/drawing/2014/main" id="{4D48AF6D-147E-0C46-A6D9-2D64667DE1EF}"/>
                </a:ext>
              </a:extLst>
            </p:cNvPr>
            <p:cNvGrpSpPr/>
            <p:nvPr/>
          </p:nvGrpSpPr>
          <p:grpSpPr>
            <a:xfrm>
              <a:off x="4666189" y="1328310"/>
              <a:ext cx="1135109" cy="637969"/>
              <a:chOff x="584746" y="2476291"/>
              <a:chExt cx="1135109" cy="637969"/>
            </a:xfrm>
          </p:grpSpPr>
          <p:grpSp>
            <p:nvGrpSpPr>
              <p:cNvPr id="379" name="Grupo 378">
                <a:extLst>
                  <a:ext uri="{FF2B5EF4-FFF2-40B4-BE49-F238E27FC236}">
                    <a16:creationId xmlns:a16="http://schemas.microsoft.com/office/drawing/2014/main" id="{738CA0AE-E846-6D41-BFCE-BF55F996DCBD}"/>
                  </a:ext>
                </a:extLst>
              </p:cNvPr>
              <p:cNvGrpSpPr/>
              <p:nvPr/>
            </p:nvGrpSpPr>
            <p:grpSpPr>
              <a:xfrm>
                <a:off x="584746" y="2476291"/>
                <a:ext cx="1135109" cy="637969"/>
                <a:chOff x="587856" y="5912609"/>
                <a:chExt cx="1135109" cy="637969"/>
              </a:xfrm>
            </p:grpSpPr>
            <p:sp>
              <p:nvSpPr>
                <p:cNvPr id="381" name="Elipse 380">
                  <a:extLst>
                    <a:ext uri="{FF2B5EF4-FFF2-40B4-BE49-F238E27FC236}">
                      <a16:creationId xmlns:a16="http://schemas.microsoft.com/office/drawing/2014/main" id="{18591FB6-1A69-AC48-BD89-FBB0C447486E}"/>
                    </a:ext>
                  </a:extLst>
                </p:cNvPr>
                <p:cNvSpPr/>
                <p:nvPr/>
              </p:nvSpPr>
              <p:spPr>
                <a:xfrm>
                  <a:off x="1356768" y="5912609"/>
                  <a:ext cx="196452" cy="184666"/>
                </a:xfrm>
                <a:prstGeom prst="ellipse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Autofit/>
                </a:bodyPr>
                <a:lstStyle/>
                <a:p>
                  <a:pPr algn="ctr"/>
                  <a:r>
                    <a:rPr lang="es-ES" sz="1400" b="1" dirty="0">
                      <a:solidFill>
                        <a:schemeClr val="tx1"/>
                      </a:solidFill>
                    </a:rPr>
                    <a:t>Z</a:t>
                  </a:r>
                </a:p>
              </p:txBody>
            </p:sp>
            <p:sp>
              <p:nvSpPr>
                <p:cNvPr id="382" name="Elipse 381">
                  <a:extLst>
                    <a:ext uri="{FF2B5EF4-FFF2-40B4-BE49-F238E27FC236}">
                      <a16:creationId xmlns:a16="http://schemas.microsoft.com/office/drawing/2014/main" id="{49F50D72-D95A-F049-BB63-14AA88B4686F}"/>
                    </a:ext>
                  </a:extLst>
                </p:cNvPr>
                <p:cNvSpPr/>
                <p:nvPr/>
              </p:nvSpPr>
              <p:spPr>
                <a:xfrm>
                  <a:off x="693240" y="6021059"/>
                  <a:ext cx="196452" cy="184666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Autofit/>
                </a:bodyPr>
                <a:lstStyle/>
                <a:p>
                  <a:pPr algn="ctr"/>
                  <a:r>
                    <a:rPr lang="es-ES" sz="1100" b="1" dirty="0">
                      <a:solidFill>
                        <a:schemeClr val="tx1"/>
                      </a:solidFill>
                    </a:rPr>
                    <a:t>28</a:t>
                  </a:r>
                </a:p>
              </p:txBody>
            </p:sp>
            <p:sp>
              <p:nvSpPr>
                <p:cNvPr id="383" name="Rectángulo redondeado 10">
                  <a:extLst>
                    <a:ext uri="{FF2B5EF4-FFF2-40B4-BE49-F238E27FC236}">
                      <a16:creationId xmlns:a16="http://schemas.microsoft.com/office/drawing/2014/main" id="{8B04943E-85F5-5549-AA1C-0CF8BFA6C7B7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87856" y="6332981"/>
                  <a:ext cx="1135109" cy="217597"/>
                </a:xfrm>
                <a:prstGeom prst="roundRect">
                  <a:avLst/>
                </a:prstGeom>
                <a:solidFill>
                  <a:schemeClr val="tx1"/>
                </a:solidFill>
                <a:ln>
                  <a:noFill/>
                </a:ln>
                <a:effectLst>
                  <a:softEdge rad="63500"/>
                </a:effectLst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>
                  <a:noAutofit/>
                </a:bodyPr>
                <a:lstStyle/>
                <a:p>
                  <a:pPr algn="ctr"/>
                  <a:r>
                    <a:rPr lang="es-ES" sz="900" b="1" dirty="0">
                      <a:solidFill>
                        <a:schemeClr val="bg1"/>
                      </a:solidFill>
                    </a:rPr>
                    <a:t>14. RELU</a:t>
                  </a:r>
                </a:p>
              </p:txBody>
            </p:sp>
          </p:grpSp>
          <p:pic>
            <p:nvPicPr>
              <p:cNvPr id="380" name="Imagen 379">
                <a:extLst>
                  <a:ext uri="{FF2B5EF4-FFF2-40B4-BE49-F238E27FC236}">
                    <a16:creationId xmlns:a16="http://schemas.microsoft.com/office/drawing/2014/main" id="{BD20649B-1190-EC4D-A5DC-4C75B3FC4DC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46858" y="2798167"/>
                <a:ext cx="190500" cy="127000"/>
              </a:xfrm>
              <a:prstGeom prst="rect">
                <a:avLst/>
              </a:prstGeom>
            </p:spPr>
          </p:pic>
        </p:grpSp>
      </p:grpSp>
      <p:grpSp>
        <p:nvGrpSpPr>
          <p:cNvPr id="384" name="Grupo 383">
            <a:extLst>
              <a:ext uri="{FF2B5EF4-FFF2-40B4-BE49-F238E27FC236}">
                <a16:creationId xmlns:a16="http://schemas.microsoft.com/office/drawing/2014/main" id="{E7B78E20-643D-8D4D-A89C-BEE684C3DBBB}"/>
              </a:ext>
            </a:extLst>
          </p:cNvPr>
          <p:cNvGrpSpPr/>
          <p:nvPr/>
        </p:nvGrpSpPr>
        <p:grpSpPr>
          <a:xfrm>
            <a:off x="9636595" y="3557649"/>
            <a:ext cx="1135109" cy="799497"/>
            <a:chOff x="639866" y="5414537"/>
            <a:chExt cx="1135109" cy="799497"/>
          </a:xfrm>
        </p:grpSpPr>
        <p:grpSp>
          <p:nvGrpSpPr>
            <p:cNvPr id="385" name="Grupo 384">
              <a:extLst>
                <a:ext uri="{FF2B5EF4-FFF2-40B4-BE49-F238E27FC236}">
                  <a16:creationId xmlns:a16="http://schemas.microsoft.com/office/drawing/2014/main" id="{75AE74F1-5EAC-5E46-8DD3-C0B1B6AC3B44}"/>
                </a:ext>
              </a:extLst>
            </p:cNvPr>
            <p:cNvGrpSpPr/>
            <p:nvPr/>
          </p:nvGrpSpPr>
          <p:grpSpPr>
            <a:xfrm>
              <a:off x="639866" y="5576065"/>
              <a:ext cx="1135109" cy="637969"/>
              <a:chOff x="584746" y="2476291"/>
              <a:chExt cx="1135109" cy="637969"/>
            </a:xfrm>
          </p:grpSpPr>
          <p:grpSp>
            <p:nvGrpSpPr>
              <p:cNvPr id="387" name="Grupo 386">
                <a:extLst>
                  <a:ext uri="{FF2B5EF4-FFF2-40B4-BE49-F238E27FC236}">
                    <a16:creationId xmlns:a16="http://schemas.microsoft.com/office/drawing/2014/main" id="{830240EC-ABF2-B147-A625-60B04E85403D}"/>
                  </a:ext>
                </a:extLst>
              </p:cNvPr>
              <p:cNvGrpSpPr/>
              <p:nvPr/>
            </p:nvGrpSpPr>
            <p:grpSpPr>
              <a:xfrm>
                <a:off x="584746" y="2476291"/>
                <a:ext cx="1135109" cy="637969"/>
                <a:chOff x="587856" y="5912609"/>
                <a:chExt cx="1135109" cy="637969"/>
              </a:xfrm>
            </p:grpSpPr>
            <p:sp>
              <p:nvSpPr>
                <p:cNvPr id="389" name="Elipse 388">
                  <a:extLst>
                    <a:ext uri="{FF2B5EF4-FFF2-40B4-BE49-F238E27FC236}">
                      <a16:creationId xmlns:a16="http://schemas.microsoft.com/office/drawing/2014/main" id="{5DB50927-154C-1441-B043-EA248E5F6F8E}"/>
                    </a:ext>
                  </a:extLst>
                </p:cNvPr>
                <p:cNvSpPr/>
                <p:nvPr/>
              </p:nvSpPr>
              <p:spPr>
                <a:xfrm>
                  <a:off x="1356768" y="5912609"/>
                  <a:ext cx="196452" cy="184666"/>
                </a:xfrm>
                <a:prstGeom prst="ellipse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Autofit/>
                </a:bodyPr>
                <a:lstStyle/>
                <a:p>
                  <a:pPr algn="ctr"/>
                  <a:r>
                    <a:rPr lang="es-ES" sz="1400" b="1" dirty="0">
                      <a:solidFill>
                        <a:schemeClr val="tx1"/>
                      </a:solidFill>
                    </a:rPr>
                    <a:t>D</a:t>
                  </a:r>
                </a:p>
              </p:txBody>
            </p:sp>
            <p:sp>
              <p:nvSpPr>
                <p:cNvPr id="390" name="Elipse 389">
                  <a:extLst>
                    <a:ext uri="{FF2B5EF4-FFF2-40B4-BE49-F238E27FC236}">
                      <a16:creationId xmlns:a16="http://schemas.microsoft.com/office/drawing/2014/main" id="{0C744767-2B3E-E142-8224-34064481C393}"/>
                    </a:ext>
                  </a:extLst>
                </p:cNvPr>
                <p:cNvSpPr/>
                <p:nvPr/>
              </p:nvSpPr>
              <p:spPr>
                <a:xfrm>
                  <a:off x="693240" y="6021059"/>
                  <a:ext cx="196452" cy="184666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Autofit/>
                </a:bodyPr>
                <a:lstStyle/>
                <a:p>
                  <a:pPr algn="ctr"/>
                  <a:r>
                    <a:rPr lang="es-ES" sz="1100" b="1" dirty="0">
                      <a:solidFill>
                        <a:schemeClr val="tx1"/>
                      </a:solidFill>
                    </a:rPr>
                    <a:t>23</a:t>
                  </a:r>
                </a:p>
              </p:txBody>
            </p:sp>
            <p:sp>
              <p:nvSpPr>
                <p:cNvPr id="391" name="Rectángulo redondeado 10">
                  <a:extLst>
                    <a:ext uri="{FF2B5EF4-FFF2-40B4-BE49-F238E27FC236}">
                      <a16:creationId xmlns:a16="http://schemas.microsoft.com/office/drawing/2014/main" id="{9BC28A15-2A85-B14D-93E0-002D6F4C0375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87856" y="6332981"/>
                  <a:ext cx="1135109" cy="217597"/>
                </a:xfrm>
                <a:prstGeom prst="roundRect">
                  <a:avLst/>
                </a:prstGeom>
                <a:solidFill>
                  <a:schemeClr val="tx1"/>
                </a:solidFill>
                <a:ln>
                  <a:noFill/>
                </a:ln>
                <a:effectLst>
                  <a:softEdge rad="63500"/>
                </a:effectLst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>
                  <a:noAutofit/>
                </a:bodyPr>
                <a:lstStyle/>
                <a:p>
                  <a:pPr algn="ctr"/>
                  <a:r>
                    <a:rPr lang="es-ES" sz="900" b="1" dirty="0">
                      <a:solidFill>
                        <a:schemeClr val="bg1"/>
                      </a:solidFill>
                    </a:rPr>
                    <a:t>16. BORIKO</a:t>
                  </a:r>
                </a:p>
              </p:txBody>
            </p:sp>
          </p:grpSp>
          <p:pic>
            <p:nvPicPr>
              <p:cNvPr id="388" name="Imagen 387">
                <a:extLst>
                  <a:ext uri="{FF2B5EF4-FFF2-40B4-BE49-F238E27FC236}">
                    <a16:creationId xmlns:a16="http://schemas.microsoft.com/office/drawing/2014/main" id="{65672FC3-63C1-BB41-A76F-CB88CEF766B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46858" y="2798167"/>
                <a:ext cx="190500" cy="127000"/>
              </a:xfrm>
              <a:prstGeom prst="rect">
                <a:avLst/>
              </a:prstGeom>
            </p:spPr>
          </p:pic>
        </p:grpSp>
        <p:pic>
          <p:nvPicPr>
            <p:cNvPr id="386" name="Imagen 385">
              <a:extLst>
                <a:ext uri="{FF2B5EF4-FFF2-40B4-BE49-F238E27FC236}">
                  <a16:creationId xmlns:a16="http://schemas.microsoft.com/office/drawing/2014/main" id="{83FD7B01-6E77-0641-B1A3-0F9FF9EB7C2E}"/>
                </a:ext>
              </a:extLst>
            </p:cNvPr>
            <p:cNvPicPr>
              <a:picLocks noChangeAspect="1"/>
            </p:cNvPicPr>
            <p:nvPr/>
          </p:nvPicPr>
          <p:blipFill>
            <a:blip r:embed="rId30"/>
            <a:stretch>
              <a:fillRect/>
            </a:stretch>
          </p:blipFill>
          <p:spPr>
            <a:xfrm>
              <a:off x="832999" y="5414537"/>
              <a:ext cx="711200" cy="685800"/>
            </a:xfrm>
            <a:prstGeom prst="rect">
              <a:avLst/>
            </a:prstGeom>
          </p:spPr>
        </p:pic>
      </p:grpSp>
      <p:grpSp>
        <p:nvGrpSpPr>
          <p:cNvPr id="392" name="Grupo 391">
            <a:extLst>
              <a:ext uri="{FF2B5EF4-FFF2-40B4-BE49-F238E27FC236}">
                <a16:creationId xmlns:a16="http://schemas.microsoft.com/office/drawing/2014/main" id="{D206AAA5-7DE3-9440-B670-56997170A19A}"/>
              </a:ext>
            </a:extLst>
          </p:cNvPr>
          <p:cNvGrpSpPr/>
          <p:nvPr/>
        </p:nvGrpSpPr>
        <p:grpSpPr>
          <a:xfrm>
            <a:off x="8546106" y="2897994"/>
            <a:ext cx="1027679" cy="810382"/>
            <a:chOff x="603811" y="1206552"/>
            <a:chExt cx="1027679" cy="810382"/>
          </a:xfrm>
        </p:grpSpPr>
        <p:grpSp>
          <p:nvGrpSpPr>
            <p:cNvPr id="393" name="Grupo 392">
              <a:extLst>
                <a:ext uri="{FF2B5EF4-FFF2-40B4-BE49-F238E27FC236}">
                  <a16:creationId xmlns:a16="http://schemas.microsoft.com/office/drawing/2014/main" id="{9BA1E872-1786-1C44-9817-DD27B61FA758}"/>
                </a:ext>
              </a:extLst>
            </p:cNvPr>
            <p:cNvGrpSpPr/>
            <p:nvPr/>
          </p:nvGrpSpPr>
          <p:grpSpPr>
            <a:xfrm>
              <a:off x="603811" y="1399559"/>
              <a:ext cx="1027679" cy="617375"/>
              <a:chOff x="584746" y="2476291"/>
              <a:chExt cx="1027679" cy="617375"/>
            </a:xfrm>
          </p:grpSpPr>
          <p:grpSp>
            <p:nvGrpSpPr>
              <p:cNvPr id="395" name="Grupo 394">
                <a:extLst>
                  <a:ext uri="{FF2B5EF4-FFF2-40B4-BE49-F238E27FC236}">
                    <a16:creationId xmlns:a16="http://schemas.microsoft.com/office/drawing/2014/main" id="{0F7EFD15-62BC-F443-B7E3-77272760244A}"/>
                  </a:ext>
                </a:extLst>
              </p:cNvPr>
              <p:cNvGrpSpPr/>
              <p:nvPr/>
            </p:nvGrpSpPr>
            <p:grpSpPr>
              <a:xfrm>
                <a:off x="584746" y="2476291"/>
                <a:ext cx="1027679" cy="617375"/>
                <a:chOff x="587856" y="5912609"/>
                <a:chExt cx="1027679" cy="617375"/>
              </a:xfrm>
            </p:grpSpPr>
            <p:sp>
              <p:nvSpPr>
                <p:cNvPr id="397" name="Elipse 396">
                  <a:extLst>
                    <a:ext uri="{FF2B5EF4-FFF2-40B4-BE49-F238E27FC236}">
                      <a16:creationId xmlns:a16="http://schemas.microsoft.com/office/drawing/2014/main" id="{0D8FA5E6-EC93-1649-A46E-820840738B97}"/>
                    </a:ext>
                  </a:extLst>
                </p:cNvPr>
                <p:cNvSpPr/>
                <p:nvPr/>
              </p:nvSpPr>
              <p:spPr>
                <a:xfrm>
                  <a:off x="1356768" y="5912609"/>
                  <a:ext cx="196452" cy="184666"/>
                </a:xfrm>
                <a:prstGeom prst="ellipse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Autofit/>
                </a:bodyPr>
                <a:lstStyle/>
                <a:p>
                  <a:pPr algn="ctr"/>
                  <a:r>
                    <a:rPr lang="es-ES" sz="1400" b="1" dirty="0">
                      <a:solidFill>
                        <a:schemeClr val="tx1"/>
                      </a:solidFill>
                    </a:rPr>
                    <a:t>D</a:t>
                  </a:r>
                </a:p>
              </p:txBody>
            </p:sp>
            <p:sp>
              <p:nvSpPr>
                <p:cNvPr id="398" name="Elipse 397">
                  <a:extLst>
                    <a:ext uri="{FF2B5EF4-FFF2-40B4-BE49-F238E27FC236}">
                      <a16:creationId xmlns:a16="http://schemas.microsoft.com/office/drawing/2014/main" id="{BC2E9296-992E-334E-A417-CC97387F6EB2}"/>
                    </a:ext>
                  </a:extLst>
                </p:cNvPr>
                <p:cNvSpPr/>
                <p:nvPr/>
              </p:nvSpPr>
              <p:spPr>
                <a:xfrm>
                  <a:off x="693240" y="6021059"/>
                  <a:ext cx="196452" cy="184666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Autofit/>
                </a:bodyPr>
                <a:lstStyle/>
                <a:p>
                  <a:pPr algn="ctr"/>
                  <a:r>
                    <a:rPr lang="es-ES" sz="1100" b="1" dirty="0">
                      <a:solidFill>
                        <a:schemeClr val="tx1"/>
                      </a:solidFill>
                    </a:rPr>
                    <a:t>33</a:t>
                  </a:r>
                </a:p>
              </p:txBody>
            </p:sp>
            <p:sp>
              <p:nvSpPr>
                <p:cNvPr id="399" name="Rectángulo redondeado 10">
                  <a:extLst>
                    <a:ext uri="{FF2B5EF4-FFF2-40B4-BE49-F238E27FC236}">
                      <a16:creationId xmlns:a16="http://schemas.microsoft.com/office/drawing/2014/main" id="{B8B502E3-08FF-C74B-8510-E4312F4AA1A9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87856" y="6332981"/>
                  <a:ext cx="1027679" cy="197003"/>
                </a:xfrm>
                <a:prstGeom prst="roundRect">
                  <a:avLst/>
                </a:prstGeom>
                <a:solidFill>
                  <a:schemeClr val="tx1"/>
                </a:solidFill>
                <a:ln>
                  <a:noFill/>
                </a:ln>
                <a:effectLst>
                  <a:softEdge rad="63500"/>
                </a:effectLst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>
                  <a:noAutofit/>
                </a:bodyPr>
                <a:lstStyle/>
                <a:p>
                  <a:pPr algn="ctr"/>
                  <a:r>
                    <a:rPr lang="es-ES" sz="900" b="1" dirty="0">
                      <a:solidFill>
                        <a:schemeClr val="bg1"/>
                      </a:solidFill>
                    </a:rPr>
                    <a:t>26. ALBISUA</a:t>
                  </a:r>
                </a:p>
              </p:txBody>
            </p:sp>
          </p:grpSp>
          <p:pic>
            <p:nvPicPr>
              <p:cNvPr id="396" name="Imagen 395">
                <a:extLst>
                  <a:ext uri="{FF2B5EF4-FFF2-40B4-BE49-F238E27FC236}">
                    <a16:creationId xmlns:a16="http://schemas.microsoft.com/office/drawing/2014/main" id="{05C243BF-A13B-0F4B-86CA-8FD8094DBB8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46858" y="2798167"/>
                <a:ext cx="190500" cy="127000"/>
              </a:xfrm>
              <a:prstGeom prst="rect">
                <a:avLst/>
              </a:prstGeom>
            </p:spPr>
          </p:pic>
        </p:grpSp>
        <p:pic>
          <p:nvPicPr>
            <p:cNvPr id="394" name="Imagen 393">
              <a:extLst>
                <a:ext uri="{FF2B5EF4-FFF2-40B4-BE49-F238E27FC236}">
                  <a16:creationId xmlns:a16="http://schemas.microsoft.com/office/drawing/2014/main" id="{7718BD2F-47BB-1D40-9BA5-079FEDDB8222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766397" y="1206552"/>
              <a:ext cx="711200" cy="685800"/>
            </a:xfrm>
            <a:prstGeom prst="rect">
              <a:avLst/>
            </a:prstGeom>
          </p:spPr>
        </p:pic>
      </p:grpSp>
      <p:grpSp>
        <p:nvGrpSpPr>
          <p:cNvPr id="400" name="Grupo 399">
            <a:extLst>
              <a:ext uri="{FF2B5EF4-FFF2-40B4-BE49-F238E27FC236}">
                <a16:creationId xmlns:a16="http://schemas.microsoft.com/office/drawing/2014/main" id="{59A5C5D3-3C57-AD4A-B092-C2D9438BFC2B}"/>
              </a:ext>
            </a:extLst>
          </p:cNvPr>
          <p:cNvGrpSpPr/>
          <p:nvPr/>
        </p:nvGrpSpPr>
        <p:grpSpPr>
          <a:xfrm>
            <a:off x="7255593" y="2819547"/>
            <a:ext cx="1135109" cy="807656"/>
            <a:chOff x="2084117" y="4156136"/>
            <a:chExt cx="1135109" cy="807656"/>
          </a:xfrm>
        </p:grpSpPr>
        <p:grpSp>
          <p:nvGrpSpPr>
            <p:cNvPr id="401" name="Grupo 400">
              <a:extLst>
                <a:ext uri="{FF2B5EF4-FFF2-40B4-BE49-F238E27FC236}">
                  <a16:creationId xmlns:a16="http://schemas.microsoft.com/office/drawing/2014/main" id="{E4644383-36C3-4340-877D-C2BE8D8B2D5A}"/>
                </a:ext>
              </a:extLst>
            </p:cNvPr>
            <p:cNvGrpSpPr/>
            <p:nvPr/>
          </p:nvGrpSpPr>
          <p:grpSpPr>
            <a:xfrm>
              <a:off x="2084117" y="4325823"/>
              <a:ext cx="1135109" cy="637969"/>
              <a:chOff x="584746" y="2476291"/>
              <a:chExt cx="1135109" cy="637969"/>
            </a:xfrm>
          </p:grpSpPr>
          <p:grpSp>
            <p:nvGrpSpPr>
              <p:cNvPr id="403" name="Grupo 402">
                <a:extLst>
                  <a:ext uri="{FF2B5EF4-FFF2-40B4-BE49-F238E27FC236}">
                    <a16:creationId xmlns:a16="http://schemas.microsoft.com/office/drawing/2014/main" id="{43415098-547E-D240-98BF-687164EA2318}"/>
                  </a:ext>
                </a:extLst>
              </p:cNvPr>
              <p:cNvGrpSpPr/>
              <p:nvPr/>
            </p:nvGrpSpPr>
            <p:grpSpPr>
              <a:xfrm>
                <a:off x="584746" y="2476291"/>
                <a:ext cx="1135109" cy="637969"/>
                <a:chOff x="587856" y="5912609"/>
                <a:chExt cx="1135109" cy="637969"/>
              </a:xfrm>
            </p:grpSpPr>
            <p:sp>
              <p:nvSpPr>
                <p:cNvPr id="405" name="Elipse 404">
                  <a:extLst>
                    <a:ext uri="{FF2B5EF4-FFF2-40B4-BE49-F238E27FC236}">
                      <a16:creationId xmlns:a16="http://schemas.microsoft.com/office/drawing/2014/main" id="{1BA0B00C-7011-804C-9522-430066ABD162}"/>
                    </a:ext>
                  </a:extLst>
                </p:cNvPr>
                <p:cNvSpPr/>
                <p:nvPr/>
              </p:nvSpPr>
              <p:spPr>
                <a:xfrm>
                  <a:off x="1356768" y="5912609"/>
                  <a:ext cx="196452" cy="184666"/>
                </a:xfrm>
                <a:prstGeom prst="ellipse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Autofit/>
                </a:bodyPr>
                <a:lstStyle/>
                <a:p>
                  <a:pPr algn="ctr"/>
                  <a:r>
                    <a:rPr lang="es-ES" sz="1400" b="1" dirty="0">
                      <a:solidFill>
                        <a:schemeClr val="tx1"/>
                      </a:solidFill>
                    </a:rPr>
                    <a:t>D</a:t>
                  </a:r>
                </a:p>
              </p:txBody>
            </p:sp>
            <p:sp>
              <p:nvSpPr>
                <p:cNvPr id="406" name="Elipse 405">
                  <a:extLst>
                    <a:ext uri="{FF2B5EF4-FFF2-40B4-BE49-F238E27FC236}">
                      <a16:creationId xmlns:a16="http://schemas.microsoft.com/office/drawing/2014/main" id="{A837D7A1-78A7-5544-85CE-A3F632B9A56C}"/>
                    </a:ext>
                  </a:extLst>
                </p:cNvPr>
                <p:cNvSpPr/>
                <p:nvPr/>
              </p:nvSpPr>
              <p:spPr>
                <a:xfrm>
                  <a:off x="693240" y="6021059"/>
                  <a:ext cx="196452" cy="184666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Autofit/>
                </a:bodyPr>
                <a:lstStyle/>
                <a:p>
                  <a:pPr algn="ctr"/>
                  <a:r>
                    <a:rPr lang="es-ES" sz="1100" b="1" dirty="0">
                      <a:solidFill>
                        <a:schemeClr val="tx1"/>
                      </a:solidFill>
                    </a:rPr>
                    <a:t>23</a:t>
                  </a:r>
                </a:p>
              </p:txBody>
            </p:sp>
            <p:sp>
              <p:nvSpPr>
                <p:cNvPr id="407" name="Rectángulo redondeado 10">
                  <a:extLst>
                    <a:ext uri="{FF2B5EF4-FFF2-40B4-BE49-F238E27FC236}">
                      <a16:creationId xmlns:a16="http://schemas.microsoft.com/office/drawing/2014/main" id="{7277CBE2-7832-FA46-A02D-B20FDD120662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87856" y="6332981"/>
                  <a:ext cx="1135109" cy="217597"/>
                </a:xfrm>
                <a:prstGeom prst="roundRect">
                  <a:avLst/>
                </a:prstGeom>
                <a:solidFill>
                  <a:schemeClr val="tx1"/>
                </a:solidFill>
                <a:ln>
                  <a:noFill/>
                </a:ln>
                <a:effectLst>
                  <a:softEdge rad="63500"/>
                </a:effectLst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>
                  <a:noAutofit/>
                </a:bodyPr>
                <a:lstStyle/>
                <a:p>
                  <a:pPr algn="ctr"/>
                  <a:r>
                    <a:rPr lang="es-ES" sz="900" b="1" dirty="0">
                      <a:solidFill>
                        <a:schemeClr val="bg1"/>
                      </a:solidFill>
                    </a:rPr>
                    <a:t>10. HUGO REDON</a:t>
                  </a:r>
                </a:p>
              </p:txBody>
            </p:sp>
          </p:grpSp>
          <p:pic>
            <p:nvPicPr>
              <p:cNvPr id="404" name="Imagen 403">
                <a:extLst>
                  <a:ext uri="{FF2B5EF4-FFF2-40B4-BE49-F238E27FC236}">
                    <a16:creationId xmlns:a16="http://schemas.microsoft.com/office/drawing/2014/main" id="{8016FAB1-9239-EA4A-AE99-2138188ECF9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46858" y="2798167"/>
                <a:ext cx="190500" cy="127000"/>
              </a:xfrm>
              <a:prstGeom prst="rect">
                <a:avLst/>
              </a:prstGeom>
            </p:spPr>
          </p:pic>
        </p:grpSp>
        <p:pic>
          <p:nvPicPr>
            <p:cNvPr id="402" name="Imagen 401">
              <a:extLst>
                <a:ext uri="{FF2B5EF4-FFF2-40B4-BE49-F238E27FC236}">
                  <a16:creationId xmlns:a16="http://schemas.microsoft.com/office/drawing/2014/main" id="{068767D1-F49A-3346-AAAF-36181837D8EE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2254450" y="4156136"/>
              <a:ext cx="711200" cy="685800"/>
            </a:xfrm>
            <a:prstGeom prst="rect">
              <a:avLst/>
            </a:prstGeom>
          </p:spPr>
        </p:pic>
      </p:grpSp>
      <p:grpSp>
        <p:nvGrpSpPr>
          <p:cNvPr id="408" name="Grupo 407">
            <a:extLst>
              <a:ext uri="{FF2B5EF4-FFF2-40B4-BE49-F238E27FC236}">
                <a16:creationId xmlns:a16="http://schemas.microsoft.com/office/drawing/2014/main" id="{D9DA40B2-88F9-EA47-8EB4-34B96F53D107}"/>
              </a:ext>
            </a:extLst>
          </p:cNvPr>
          <p:cNvGrpSpPr/>
          <p:nvPr/>
        </p:nvGrpSpPr>
        <p:grpSpPr>
          <a:xfrm>
            <a:off x="6287732" y="1392484"/>
            <a:ext cx="1135109" cy="807029"/>
            <a:chOff x="3374703" y="2139282"/>
            <a:chExt cx="1135109" cy="807029"/>
          </a:xfrm>
        </p:grpSpPr>
        <p:grpSp>
          <p:nvGrpSpPr>
            <p:cNvPr id="409" name="Grupo 408">
              <a:extLst>
                <a:ext uri="{FF2B5EF4-FFF2-40B4-BE49-F238E27FC236}">
                  <a16:creationId xmlns:a16="http://schemas.microsoft.com/office/drawing/2014/main" id="{B486CF71-FD4F-A94C-AD0E-DC980FE9E0F4}"/>
                </a:ext>
              </a:extLst>
            </p:cNvPr>
            <p:cNvGrpSpPr/>
            <p:nvPr/>
          </p:nvGrpSpPr>
          <p:grpSpPr>
            <a:xfrm>
              <a:off x="3374703" y="2308342"/>
              <a:ext cx="1135109" cy="637969"/>
              <a:chOff x="584746" y="2476291"/>
              <a:chExt cx="1135109" cy="637969"/>
            </a:xfrm>
          </p:grpSpPr>
          <p:grpSp>
            <p:nvGrpSpPr>
              <p:cNvPr id="411" name="Grupo 410">
                <a:extLst>
                  <a:ext uri="{FF2B5EF4-FFF2-40B4-BE49-F238E27FC236}">
                    <a16:creationId xmlns:a16="http://schemas.microsoft.com/office/drawing/2014/main" id="{96997FFD-2634-0947-B956-20982F99FE3E}"/>
                  </a:ext>
                </a:extLst>
              </p:cNvPr>
              <p:cNvGrpSpPr/>
              <p:nvPr/>
            </p:nvGrpSpPr>
            <p:grpSpPr>
              <a:xfrm>
                <a:off x="584746" y="2476291"/>
                <a:ext cx="1135109" cy="637969"/>
                <a:chOff x="587856" y="5912609"/>
                <a:chExt cx="1135109" cy="637969"/>
              </a:xfrm>
            </p:grpSpPr>
            <p:sp>
              <p:nvSpPr>
                <p:cNvPr id="413" name="Elipse 412">
                  <a:extLst>
                    <a:ext uri="{FF2B5EF4-FFF2-40B4-BE49-F238E27FC236}">
                      <a16:creationId xmlns:a16="http://schemas.microsoft.com/office/drawing/2014/main" id="{716AF4D2-8AB1-2144-898A-5CE46BFAFA22}"/>
                    </a:ext>
                  </a:extLst>
                </p:cNvPr>
                <p:cNvSpPr/>
                <p:nvPr/>
              </p:nvSpPr>
              <p:spPr>
                <a:xfrm>
                  <a:off x="1356768" y="5912609"/>
                  <a:ext cx="196452" cy="184666"/>
                </a:xfrm>
                <a:prstGeom prst="ellipse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Autofit/>
                </a:bodyPr>
                <a:lstStyle/>
                <a:p>
                  <a:pPr algn="ctr"/>
                  <a:r>
                    <a:rPr lang="es-ES" sz="1400" b="1" dirty="0">
                      <a:solidFill>
                        <a:schemeClr val="tx1"/>
                      </a:solidFill>
                    </a:rPr>
                    <a:t>D</a:t>
                  </a:r>
                </a:p>
              </p:txBody>
            </p:sp>
            <p:sp>
              <p:nvSpPr>
                <p:cNvPr id="414" name="Elipse 413">
                  <a:extLst>
                    <a:ext uri="{FF2B5EF4-FFF2-40B4-BE49-F238E27FC236}">
                      <a16:creationId xmlns:a16="http://schemas.microsoft.com/office/drawing/2014/main" id="{CDA58141-500E-A945-A34A-0DE9B9815E29}"/>
                    </a:ext>
                  </a:extLst>
                </p:cNvPr>
                <p:cNvSpPr/>
                <p:nvPr/>
              </p:nvSpPr>
              <p:spPr>
                <a:xfrm>
                  <a:off x="693240" y="6021059"/>
                  <a:ext cx="196452" cy="184666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Autofit/>
                </a:bodyPr>
                <a:lstStyle/>
                <a:p>
                  <a:pPr algn="ctr"/>
                  <a:r>
                    <a:rPr lang="es-ES" sz="1100" b="1" dirty="0">
                      <a:solidFill>
                        <a:schemeClr val="tx1"/>
                      </a:solidFill>
                    </a:rPr>
                    <a:t>23</a:t>
                  </a:r>
                </a:p>
              </p:txBody>
            </p:sp>
            <p:sp>
              <p:nvSpPr>
                <p:cNvPr id="415" name="Rectángulo redondeado 10">
                  <a:extLst>
                    <a:ext uri="{FF2B5EF4-FFF2-40B4-BE49-F238E27FC236}">
                      <a16:creationId xmlns:a16="http://schemas.microsoft.com/office/drawing/2014/main" id="{CEE746E7-2833-8949-97DE-0348EE0957D2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87856" y="6332981"/>
                  <a:ext cx="1135109" cy="217597"/>
                </a:xfrm>
                <a:prstGeom prst="roundRect">
                  <a:avLst/>
                </a:prstGeom>
                <a:solidFill>
                  <a:schemeClr val="tx1"/>
                </a:solidFill>
                <a:ln>
                  <a:noFill/>
                </a:ln>
                <a:effectLst>
                  <a:softEdge rad="63500"/>
                </a:effectLst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>
                  <a:noAutofit/>
                </a:bodyPr>
                <a:lstStyle/>
                <a:p>
                  <a:pPr algn="ctr"/>
                  <a:r>
                    <a:rPr lang="es-ES" sz="900" b="1" dirty="0">
                      <a:solidFill>
                        <a:schemeClr val="bg1"/>
                      </a:solidFill>
                    </a:rPr>
                    <a:t>21. MARIO SESE</a:t>
                  </a:r>
                </a:p>
              </p:txBody>
            </p:sp>
          </p:grpSp>
          <p:pic>
            <p:nvPicPr>
              <p:cNvPr id="412" name="Imagen 411">
                <a:extLst>
                  <a:ext uri="{FF2B5EF4-FFF2-40B4-BE49-F238E27FC236}">
                    <a16:creationId xmlns:a16="http://schemas.microsoft.com/office/drawing/2014/main" id="{2C1C01B8-0CCE-D444-AED8-4AAABE4AF5C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46858" y="2798167"/>
                <a:ext cx="190500" cy="127000"/>
              </a:xfrm>
              <a:prstGeom prst="rect">
                <a:avLst/>
              </a:prstGeom>
            </p:spPr>
          </p:pic>
        </p:grpSp>
        <p:pic>
          <p:nvPicPr>
            <p:cNvPr id="410" name="Imagen 409">
              <a:extLst>
                <a:ext uri="{FF2B5EF4-FFF2-40B4-BE49-F238E27FC236}">
                  <a16:creationId xmlns:a16="http://schemas.microsoft.com/office/drawing/2014/main" id="{4BB9F31A-3249-AA4C-AE42-59591F83189D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3574980" y="2139282"/>
              <a:ext cx="711200" cy="685800"/>
            </a:xfrm>
            <a:prstGeom prst="rect">
              <a:avLst/>
            </a:prstGeom>
          </p:spPr>
        </p:pic>
      </p:grpSp>
      <p:grpSp>
        <p:nvGrpSpPr>
          <p:cNvPr id="416" name="Grupo 415">
            <a:extLst>
              <a:ext uri="{FF2B5EF4-FFF2-40B4-BE49-F238E27FC236}">
                <a16:creationId xmlns:a16="http://schemas.microsoft.com/office/drawing/2014/main" id="{E6F6ECF8-93A8-E44E-8177-A06746D257C4}"/>
              </a:ext>
            </a:extLst>
          </p:cNvPr>
          <p:cNvGrpSpPr/>
          <p:nvPr/>
        </p:nvGrpSpPr>
        <p:grpSpPr>
          <a:xfrm>
            <a:off x="7938397" y="1602193"/>
            <a:ext cx="1135109" cy="824344"/>
            <a:chOff x="4638971" y="2104002"/>
            <a:chExt cx="1135109" cy="824344"/>
          </a:xfrm>
        </p:grpSpPr>
        <p:pic>
          <p:nvPicPr>
            <p:cNvPr id="417" name="Imagen 416">
              <a:extLst>
                <a:ext uri="{FF2B5EF4-FFF2-40B4-BE49-F238E27FC236}">
                  <a16:creationId xmlns:a16="http://schemas.microsoft.com/office/drawing/2014/main" id="{ACB19AEF-F86B-B445-B61D-4FDDE6D8E98E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4846229" y="2104002"/>
              <a:ext cx="711200" cy="685800"/>
            </a:xfrm>
            <a:prstGeom prst="rect">
              <a:avLst/>
            </a:prstGeom>
          </p:spPr>
        </p:pic>
        <p:grpSp>
          <p:nvGrpSpPr>
            <p:cNvPr id="418" name="Grupo 417">
              <a:extLst>
                <a:ext uri="{FF2B5EF4-FFF2-40B4-BE49-F238E27FC236}">
                  <a16:creationId xmlns:a16="http://schemas.microsoft.com/office/drawing/2014/main" id="{D945E1C5-8168-D54B-A3A8-DB16497BE449}"/>
                </a:ext>
              </a:extLst>
            </p:cNvPr>
            <p:cNvGrpSpPr/>
            <p:nvPr/>
          </p:nvGrpSpPr>
          <p:grpSpPr>
            <a:xfrm>
              <a:off x="4638971" y="2290377"/>
              <a:ext cx="1135109" cy="637969"/>
              <a:chOff x="584746" y="2476291"/>
              <a:chExt cx="1135109" cy="637969"/>
            </a:xfrm>
          </p:grpSpPr>
          <p:grpSp>
            <p:nvGrpSpPr>
              <p:cNvPr id="419" name="Grupo 418">
                <a:extLst>
                  <a:ext uri="{FF2B5EF4-FFF2-40B4-BE49-F238E27FC236}">
                    <a16:creationId xmlns:a16="http://schemas.microsoft.com/office/drawing/2014/main" id="{691E5582-C8F6-8D49-BD87-ADFDF7B2F08D}"/>
                  </a:ext>
                </a:extLst>
              </p:cNvPr>
              <p:cNvGrpSpPr/>
              <p:nvPr/>
            </p:nvGrpSpPr>
            <p:grpSpPr>
              <a:xfrm>
                <a:off x="584746" y="2476291"/>
                <a:ext cx="1135109" cy="637969"/>
                <a:chOff x="587856" y="5912609"/>
                <a:chExt cx="1135109" cy="637969"/>
              </a:xfrm>
            </p:grpSpPr>
            <p:sp>
              <p:nvSpPr>
                <p:cNvPr id="421" name="Elipse 420">
                  <a:extLst>
                    <a:ext uri="{FF2B5EF4-FFF2-40B4-BE49-F238E27FC236}">
                      <a16:creationId xmlns:a16="http://schemas.microsoft.com/office/drawing/2014/main" id="{F938A461-723F-814A-87B4-ADCE1AAE03D5}"/>
                    </a:ext>
                  </a:extLst>
                </p:cNvPr>
                <p:cNvSpPr/>
                <p:nvPr/>
              </p:nvSpPr>
              <p:spPr>
                <a:xfrm>
                  <a:off x="1356768" y="5912609"/>
                  <a:ext cx="196452" cy="184666"/>
                </a:xfrm>
                <a:prstGeom prst="ellipse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Autofit/>
                </a:bodyPr>
                <a:lstStyle/>
                <a:p>
                  <a:pPr algn="ctr"/>
                  <a:r>
                    <a:rPr lang="es-ES" sz="1400" b="1" dirty="0">
                      <a:solidFill>
                        <a:schemeClr val="tx1"/>
                      </a:solidFill>
                    </a:rPr>
                    <a:t>Z</a:t>
                  </a:r>
                </a:p>
              </p:txBody>
            </p:sp>
            <p:sp>
              <p:nvSpPr>
                <p:cNvPr id="422" name="Elipse 421">
                  <a:extLst>
                    <a:ext uri="{FF2B5EF4-FFF2-40B4-BE49-F238E27FC236}">
                      <a16:creationId xmlns:a16="http://schemas.microsoft.com/office/drawing/2014/main" id="{A9FA24B3-EC65-E344-9AB6-77AB7348CCF7}"/>
                    </a:ext>
                  </a:extLst>
                </p:cNvPr>
                <p:cNvSpPr/>
                <p:nvPr/>
              </p:nvSpPr>
              <p:spPr>
                <a:xfrm>
                  <a:off x="693240" y="6021059"/>
                  <a:ext cx="196452" cy="184666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Autofit/>
                </a:bodyPr>
                <a:lstStyle/>
                <a:p>
                  <a:pPr algn="ctr"/>
                  <a:r>
                    <a:rPr lang="es-ES" sz="1100" b="1" dirty="0">
                      <a:solidFill>
                        <a:schemeClr val="tx1"/>
                      </a:solidFill>
                    </a:rPr>
                    <a:t>24</a:t>
                  </a:r>
                </a:p>
              </p:txBody>
            </p:sp>
            <p:sp>
              <p:nvSpPr>
                <p:cNvPr id="423" name="Rectángulo redondeado 10">
                  <a:extLst>
                    <a:ext uri="{FF2B5EF4-FFF2-40B4-BE49-F238E27FC236}">
                      <a16:creationId xmlns:a16="http://schemas.microsoft.com/office/drawing/2014/main" id="{9A252FE7-4B3C-1043-96A0-9C366E1C89E9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87856" y="6332981"/>
                  <a:ext cx="1135109" cy="217597"/>
                </a:xfrm>
                <a:prstGeom prst="roundRect">
                  <a:avLst/>
                </a:prstGeom>
                <a:solidFill>
                  <a:schemeClr val="tx1"/>
                </a:solidFill>
                <a:ln>
                  <a:noFill/>
                </a:ln>
                <a:effectLst>
                  <a:softEdge rad="63500"/>
                </a:effectLst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>
                  <a:noAutofit/>
                </a:bodyPr>
                <a:lstStyle/>
                <a:p>
                  <a:pPr algn="ctr"/>
                  <a:r>
                    <a:rPr lang="es-ES" sz="900" b="1" dirty="0">
                      <a:solidFill>
                        <a:schemeClr val="bg1"/>
                      </a:solidFill>
                    </a:rPr>
                    <a:t>8. ROMERA</a:t>
                  </a:r>
                </a:p>
              </p:txBody>
            </p:sp>
          </p:grpSp>
          <p:pic>
            <p:nvPicPr>
              <p:cNvPr id="420" name="Imagen 419">
                <a:extLst>
                  <a:ext uri="{FF2B5EF4-FFF2-40B4-BE49-F238E27FC236}">
                    <a16:creationId xmlns:a16="http://schemas.microsoft.com/office/drawing/2014/main" id="{81845A44-9B2A-E549-9432-92B3A89868E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46858" y="2798167"/>
                <a:ext cx="190500" cy="127000"/>
              </a:xfrm>
              <a:prstGeom prst="rect">
                <a:avLst/>
              </a:prstGeom>
            </p:spPr>
          </p:pic>
        </p:grpSp>
      </p:grpSp>
      <p:grpSp>
        <p:nvGrpSpPr>
          <p:cNvPr id="424" name="Grupo 423">
            <a:extLst>
              <a:ext uri="{FF2B5EF4-FFF2-40B4-BE49-F238E27FC236}">
                <a16:creationId xmlns:a16="http://schemas.microsoft.com/office/drawing/2014/main" id="{88A33DF7-D350-EF4D-8B9E-F503A6371BEF}"/>
              </a:ext>
            </a:extLst>
          </p:cNvPr>
          <p:cNvGrpSpPr/>
          <p:nvPr/>
        </p:nvGrpSpPr>
        <p:grpSpPr>
          <a:xfrm>
            <a:off x="7921763" y="733403"/>
            <a:ext cx="1218994" cy="837933"/>
            <a:chOff x="4617104" y="4065616"/>
            <a:chExt cx="1218994" cy="837933"/>
          </a:xfrm>
        </p:grpSpPr>
        <p:grpSp>
          <p:nvGrpSpPr>
            <p:cNvPr id="425" name="Grupo 424">
              <a:extLst>
                <a:ext uri="{FF2B5EF4-FFF2-40B4-BE49-F238E27FC236}">
                  <a16:creationId xmlns:a16="http://schemas.microsoft.com/office/drawing/2014/main" id="{818B318C-5CCA-2E4B-93B3-0F12B07C57BF}"/>
                </a:ext>
              </a:extLst>
            </p:cNvPr>
            <p:cNvGrpSpPr/>
            <p:nvPr/>
          </p:nvGrpSpPr>
          <p:grpSpPr>
            <a:xfrm>
              <a:off x="4617104" y="4249499"/>
              <a:ext cx="1218994" cy="654050"/>
              <a:chOff x="584746" y="2476291"/>
              <a:chExt cx="1218994" cy="654050"/>
            </a:xfrm>
          </p:grpSpPr>
          <p:grpSp>
            <p:nvGrpSpPr>
              <p:cNvPr id="427" name="Grupo 426">
                <a:extLst>
                  <a:ext uri="{FF2B5EF4-FFF2-40B4-BE49-F238E27FC236}">
                    <a16:creationId xmlns:a16="http://schemas.microsoft.com/office/drawing/2014/main" id="{301BC886-0F3A-9348-B4C0-84B6B2AABFFE}"/>
                  </a:ext>
                </a:extLst>
              </p:cNvPr>
              <p:cNvGrpSpPr/>
              <p:nvPr/>
            </p:nvGrpSpPr>
            <p:grpSpPr>
              <a:xfrm>
                <a:off x="584746" y="2476291"/>
                <a:ext cx="1218994" cy="654050"/>
                <a:chOff x="587856" y="5912609"/>
                <a:chExt cx="1218994" cy="654050"/>
              </a:xfrm>
            </p:grpSpPr>
            <p:sp>
              <p:nvSpPr>
                <p:cNvPr id="429" name="Elipse 428">
                  <a:extLst>
                    <a:ext uri="{FF2B5EF4-FFF2-40B4-BE49-F238E27FC236}">
                      <a16:creationId xmlns:a16="http://schemas.microsoft.com/office/drawing/2014/main" id="{CC660C19-6A4A-714B-962A-1B42449873B6}"/>
                    </a:ext>
                  </a:extLst>
                </p:cNvPr>
                <p:cNvSpPr/>
                <p:nvPr/>
              </p:nvSpPr>
              <p:spPr>
                <a:xfrm>
                  <a:off x="1356768" y="5912609"/>
                  <a:ext cx="196452" cy="184666"/>
                </a:xfrm>
                <a:prstGeom prst="ellipse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Autofit/>
                </a:bodyPr>
                <a:lstStyle/>
                <a:p>
                  <a:pPr algn="ctr"/>
                  <a:r>
                    <a:rPr lang="es-ES" sz="1400" b="1" dirty="0">
                      <a:solidFill>
                        <a:schemeClr val="tx1"/>
                      </a:solidFill>
                    </a:rPr>
                    <a:t>D</a:t>
                  </a:r>
                </a:p>
              </p:txBody>
            </p:sp>
            <p:sp>
              <p:nvSpPr>
                <p:cNvPr id="430" name="Elipse 429">
                  <a:extLst>
                    <a:ext uri="{FF2B5EF4-FFF2-40B4-BE49-F238E27FC236}">
                      <a16:creationId xmlns:a16="http://schemas.microsoft.com/office/drawing/2014/main" id="{71CC07F0-C2AB-FA4D-80A8-6F237C10BD7E}"/>
                    </a:ext>
                  </a:extLst>
                </p:cNvPr>
                <p:cNvSpPr/>
                <p:nvPr/>
              </p:nvSpPr>
              <p:spPr>
                <a:xfrm>
                  <a:off x="693240" y="6021059"/>
                  <a:ext cx="196452" cy="184666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Autofit/>
                </a:bodyPr>
                <a:lstStyle/>
                <a:p>
                  <a:pPr algn="ctr"/>
                  <a:r>
                    <a:rPr lang="es-ES" sz="1100" b="1" dirty="0">
                      <a:solidFill>
                        <a:schemeClr val="tx1"/>
                      </a:solidFill>
                    </a:rPr>
                    <a:t>27</a:t>
                  </a:r>
                </a:p>
              </p:txBody>
            </p:sp>
            <p:sp>
              <p:nvSpPr>
                <p:cNvPr id="431" name="Rectángulo redondeado 10">
                  <a:extLst>
                    <a:ext uri="{FF2B5EF4-FFF2-40B4-BE49-F238E27FC236}">
                      <a16:creationId xmlns:a16="http://schemas.microsoft.com/office/drawing/2014/main" id="{33FA35BF-B609-4241-B3F9-52CB8BDD4C5E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87856" y="6332981"/>
                  <a:ext cx="1218994" cy="233678"/>
                </a:xfrm>
                <a:prstGeom prst="roundRect">
                  <a:avLst/>
                </a:prstGeom>
                <a:solidFill>
                  <a:schemeClr val="tx1"/>
                </a:solidFill>
                <a:ln>
                  <a:noFill/>
                </a:ln>
                <a:effectLst>
                  <a:softEdge rad="63500"/>
                </a:effectLst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>
                  <a:noAutofit/>
                </a:bodyPr>
                <a:lstStyle/>
                <a:p>
                  <a:pPr algn="ctr"/>
                  <a:r>
                    <a:rPr lang="es-ES" sz="900" b="1" dirty="0">
                      <a:solidFill>
                        <a:schemeClr val="bg1"/>
                      </a:solidFill>
                    </a:rPr>
                    <a:t>7. SERGIO MORENO</a:t>
                  </a:r>
                </a:p>
              </p:txBody>
            </p:sp>
          </p:grpSp>
          <p:pic>
            <p:nvPicPr>
              <p:cNvPr id="428" name="Imagen 427">
                <a:extLst>
                  <a:ext uri="{FF2B5EF4-FFF2-40B4-BE49-F238E27FC236}">
                    <a16:creationId xmlns:a16="http://schemas.microsoft.com/office/drawing/2014/main" id="{34398AE1-14D6-C140-B876-CA87C98E09E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46858" y="2798167"/>
                <a:ext cx="190500" cy="127000"/>
              </a:xfrm>
              <a:prstGeom prst="rect">
                <a:avLst/>
              </a:prstGeom>
            </p:spPr>
          </p:pic>
        </p:grpSp>
        <p:pic>
          <p:nvPicPr>
            <p:cNvPr id="426" name="Imagen 425">
              <a:extLst>
                <a:ext uri="{FF2B5EF4-FFF2-40B4-BE49-F238E27FC236}">
                  <a16:creationId xmlns:a16="http://schemas.microsoft.com/office/drawing/2014/main" id="{BAD6691C-484F-B64A-B04E-C6AD81A13D60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4791155" y="4065616"/>
              <a:ext cx="711200" cy="685800"/>
            </a:xfrm>
            <a:prstGeom prst="rect">
              <a:avLst/>
            </a:prstGeom>
          </p:spPr>
        </p:pic>
      </p:grpSp>
      <p:grpSp>
        <p:nvGrpSpPr>
          <p:cNvPr id="432" name="Grupo 431">
            <a:extLst>
              <a:ext uri="{FF2B5EF4-FFF2-40B4-BE49-F238E27FC236}">
                <a16:creationId xmlns:a16="http://schemas.microsoft.com/office/drawing/2014/main" id="{04EEFD70-BFBE-8142-AEEE-8C642FC57DBE}"/>
              </a:ext>
            </a:extLst>
          </p:cNvPr>
          <p:cNvGrpSpPr/>
          <p:nvPr/>
        </p:nvGrpSpPr>
        <p:grpSpPr>
          <a:xfrm>
            <a:off x="9672116" y="1326433"/>
            <a:ext cx="1135109" cy="821269"/>
            <a:chOff x="2084118" y="2154934"/>
            <a:chExt cx="1135109" cy="821269"/>
          </a:xfrm>
        </p:grpSpPr>
        <p:grpSp>
          <p:nvGrpSpPr>
            <p:cNvPr id="433" name="Grupo 432">
              <a:extLst>
                <a:ext uri="{FF2B5EF4-FFF2-40B4-BE49-F238E27FC236}">
                  <a16:creationId xmlns:a16="http://schemas.microsoft.com/office/drawing/2014/main" id="{7BBEEF7F-ABFD-DB4A-9682-9A21307C3B49}"/>
                </a:ext>
              </a:extLst>
            </p:cNvPr>
            <p:cNvGrpSpPr/>
            <p:nvPr/>
          </p:nvGrpSpPr>
          <p:grpSpPr>
            <a:xfrm>
              <a:off x="2084118" y="2338234"/>
              <a:ext cx="1135109" cy="637969"/>
              <a:chOff x="584746" y="2476291"/>
              <a:chExt cx="1135109" cy="637969"/>
            </a:xfrm>
          </p:grpSpPr>
          <p:grpSp>
            <p:nvGrpSpPr>
              <p:cNvPr id="435" name="Grupo 434">
                <a:extLst>
                  <a:ext uri="{FF2B5EF4-FFF2-40B4-BE49-F238E27FC236}">
                    <a16:creationId xmlns:a16="http://schemas.microsoft.com/office/drawing/2014/main" id="{D5A61F37-4F57-054F-A642-E223B686EABF}"/>
                  </a:ext>
                </a:extLst>
              </p:cNvPr>
              <p:cNvGrpSpPr/>
              <p:nvPr/>
            </p:nvGrpSpPr>
            <p:grpSpPr>
              <a:xfrm>
                <a:off x="584746" y="2476291"/>
                <a:ext cx="1135109" cy="637969"/>
                <a:chOff x="587856" y="5912609"/>
                <a:chExt cx="1135109" cy="637969"/>
              </a:xfrm>
            </p:grpSpPr>
            <p:sp>
              <p:nvSpPr>
                <p:cNvPr id="437" name="Elipse 436">
                  <a:extLst>
                    <a:ext uri="{FF2B5EF4-FFF2-40B4-BE49-F238E27FC236}">
                      <a16:creationId xmlns:a16="http://schemas.microsoft.com/office/drawing/2014/main" id="{D6E580ED-E051-624E-A212-30ED350C3769}"/>
                    </a:ext>
                  </a:extLst>
                </p:cNvPr>
                <p:cNvSpPr/>
                <p:nvPr/>
              </p:nvSpPr>
              <p:spPr>
                <a:xfrm>
                  <a:off x="1356768" y="5912609"/>
                  <a:ext cx="196452" cy="184666"/>
                </a:xfrm>
                <a:prstGeom prst="ellipse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Autofit/>
                </a:bodyPr>
                <a:lstStyle/>
                <a:p>
                  <a:pPr algn="ctr"/>
                  <a:r>
                    <a:rPr lang="es-ES" sz="1400" b="1" dirty="0">
                      <a:solidFill>
                        <a:schemeClr val="tx1"/>
                      </a:solidFill>
                    </a:rPr>
                    <a:t>D</a:t>
                  </a:r>
                </a:p>
              </p:txBody>
            </p:sp>
            <p:sp>
              <p:nvSpPr>
                <p:cNvPr id="438" name="Elipse 437">
                  <a:extLst>
                    <a:ext uri="{FF2B5EF4-FFF2-40B4-BE49-F238E27FC236}">
                      <a16:creationId xmlns:a16="http://schemas.microsoft.com/office/drawing/2014/main" id="{440526B4-DBA5-CA42-AA93-F06D07BC0FE3}"/>
                    </a:ext>
                  </a:extLst>
                </p:cNvPr>
                <p:cNvSpPr/>
                <p:nvPr/>
              </p:nvSpPr>
              <p:spPr>
                <a:xfrm>
                  <a:off x="693240" y="6021059"/>
                  <a:ext cx="196452" cy="184666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Autofit/>
                </a:bodyPr>
                <a:lstStyle/>
                <a:p>
                  <a:pPr algn="ctr"/>
                  <a:r>
                    <a:rPr lang="es-ES" sz="1100" b="1" dirty="0">
                      <a:solidFill>
                        <a:schemeClr val="tx1"/>
                      </a:solidFill>
                    </a:rPr>
                    <a:t>26</a:t>
                  </a:r>
                </a:p>
              </p:txBody>
            </p:sp>
            <p:sp>
              <p:nvSpPr>
                <p:cNvPr id="439" name="Rectángulo redondeado 10">
                  <a:extLst>
                    <a:ext uri="{FF2B5EF4-FFF2-40B4-BE49-F238E27FC236}">
                      <a16:creationId xmlns:a16="http://schemas.microsoft.com/office/drawing/2014/main" id="{83121C7F-BA94-1445-BF0F-3230CD0E476C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87856" y="6332981"/>
                  <a:ext cx="1135109" cy="217597"/>
                </a:xfrm>
                <a:prstGeom prst="roundRect">
                  <a:avLst/>
                </a:prstGeom>
                <a:solidFill>
                  <a:schemeClr val="tx1"/>
                </a:solidFill>
                <a:ln>
                  <a:noFill/>
                </a:ln>
                <a:effectLst>
                  <a:softEdge rad="63500"/>
                </a:effectLst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>
                  <a:noAutofit/>
                </a:bodyPr>
                <a:lstStyle/>
                <a:p>
                  <a:pPr algn="ctr"/>
                  <a:r>
                    <a:rPr lang="es-ES" sz="900" b="1" dirty="0">
                      <a:solidFill>
                        <a:schemeClr val="bg1"/>
                      </a:solidFill>
                    </a:rPr>
                    <a:t>11. EDU GALLARDO</a:t>
                  </a:r>
                </a:p>
              </p:txBody>
            </p:sp>
          </p:grpSp>
          <p:pic>
            <p:nvPicPr>
              <p:cNvPr id="436" name="Imagen 435">
                <a:extLst>
                  <a:ext uri="{FF2B5EF4-FFF2-40B4-BE49-F238E27FC236}">
                    <a16:creationId xmlns:a16="http://schemas.microsoft.com/office/drawing/2014/main" id="{42DD5BDD-9A57-2D40-BCB0-C33BCBED7F3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46858" y="2798167"/>
                <a:ext cx="190500" cy="127000"/>
              </a:xfrm>
              <a:prstGeom prst="rect">
                <a:avLst/>
              </a:prstGeom>
            </p:spPr>
          </p:pic>
        </p:grpSp>
        <p:pic>
          <p:nvPicPr>
            <p:cNvPr id="434" name="Imagen 433">
              <a:extLst>
                <a:ext uri="{FF2B5EF4-FFF2-40B4-BE49-F238E27FC236}">
                  <a16:creationId xmlns:a16="http://schemas.microsoft.com/office/drawing/2014/main" id="{FDF48874-3727-424F-A297-02FB4EE1E726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>
              <a:off x="2280103" y="2154934"/>
              <a:ext cx="711200" cy="6858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251365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Un estadio de fútbol&#10;&#10;El contenido generado por IA puede ser incorrecto.">
            <a:extLst>
              <a:ext uri="{FF2B5EF4-FFF2-40B4-BE49-F238E27FC236}">
                <a16:creationId xmlns:a16="http://schemas.microsoft.com/office/drawing/2014/main" id="{2A8B1E53-94FF-E97B-9B14-ED51928DC581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 t="15633"/>
          <a:stretch>
            <a:fillRect/>
          </a:stretch>
        </p:blipFill>
        <p:spPr>
          <a:xfrm>
            <a:off x="20" y="10"/>
            <a:ext cx="12191980" cy="6865943"/>
          </a:xfrm>
          <a:custGeom>
            <a:avLst/>
            <a:gdLst/>
            <a:ahLst/>
            <a:cxnLst/>
            <a:rect l="l" t="t" r="r" b="b"/>
            <a:pathLst>
              <a:path w="12192000" h="6857681">
                <a:moveTo>
                  <a:pt x="0" y="0"/>
                </a:moveTo>
                <a:lnTo>
                  <a:pt x="6033794" y="0"/>
                </a:lnTo>
                <a:lnTo>
                  <a:pt x="6104632" y="17448"/>
                </a:lnTo>
                <a:cubicBezTo>
                  <a:pt x="6167597" y="23966"/>
                  <a:pt x="6148747" y="27214"/>
                  <a:pt x="6198111" y="26888"/>
                </a:cubicBezTo>
                <a:cubicBezTo>
                  <a:pt x="6203032" y="26525"/>
                  <a:pt x="6212450" y="35708"/>
                  <a:pt x="6231511" y="33431"/>
                </a:cubicBezTo>
                <a:cubicBezTo>
                  <a:pt x="6261681" y="37362"/>
                  <a:pt x="6245025" y="48416"/>
                  <a:pt x="6283668" y="52056"/>
                </a:cubicBezTo>
                <a:cubicBezTo>
                  <a:pt x="6280095" y="55478"/>
                  <a:pt x="6317954" y="53783"/>
                  <a:pt x="6321602" y="65933"/>
                </a:cubicBezTo>
                <a:cubicBezTo>
                  <a:pt x="6338020" y="69803"/>
                  <a:pt x="6363241" y="73066"/>
                  <a:pt x="6382175" y="75274"/>
                </a:cubicBezTo>
                <a:cubicBezTo>
                  <a:pt x="6410543" y="81224"/>
                  <a:pt x="6424665" y="87641"/>
                  <a:pt x="6428857" y="91880"/>
                </a:cubicBezTo>
                <a:cubicBezTo>
                  <a:pt x="6457257" y="98611"/>
                  <a:pt x="6454186" y="99822"/>
                  <a:pt x="6491478" y="114104"/>
                </a:cubicBezTo>
                <a:cubicBezTo>
                  <a:pt x="6513363" y="108974"/>
                  <a:pt x="6532168" y="120070"/>
                  <a:pt x="6541328" y="130204"/>
                </a:cubicBezTo>
                <a:cubicBezTo>
                  <a:pt x="6566101" y="139804"/>
                  <a:pt x="6619910" y="162727"/>
                  <a:pt x="6655300" y="165762"/>
                </a:cubicBezTo>
                <a:cubicBezTo>
                  <a:pt x="6709422" y="165032"/>
                  <a:pt x="6694278" y="176304"/>
                  <a:pt x="6718357" y="184874"/>
                </a:cubicBezTo>
                <a:cubicBezTo>
                  <a:pt x="6737101" y="195527"/>
                  <a:pt x="6734493" y="186329"/>
                  <a:pt x="6754054" y="199796"/>
                </a:cubicBezTo>
                <a:lnTo>
                  <a:pt x="6790284" y="215417"/>
                </a:lnTo>
                <a:lnTo>
                  <a:pt x="6833979" y="239878"/>
                </a:lnTo>
                <a:lnTo>
                  <a:pt x="6843981" y="246602"/>
                </a:lnTo>
                <a:cubicBezTo>
                  <a:pt x="6849111" y="246626"/>
                  <a:pt x="6852366" y="247045"/>
                  <a:pt x="6854445" y="247782"/>
                </a:cubicBezTo>
                <a:cubicBezTo>
                  <a:pt x="6854496" y="247881"/>
                  <a:pt x="6854549" y="247980"/>
                  <a:pt x="6854600" y="248079"/>
                </a:cubicBezTo>
                <a:lnTo>
                  <a:pt x="6869364" y="251040"/>
                </a:lnTo>
                <a:cubicBezTo>
                  <a:pt x="6886479" y="251404"/>
                  <a:pt x="6920818" y="277370"/>
                  <a:pt x="6937072" y="276678"/>
                </a:cubicBezTo>
                <a:cubicBezTo>
                  <a:pt x="6944247" y="293133"/>
                  <a:pt x="6941053" y="265766"/>
                  <a:pt x="6968404" y="280704"/>
                </a:cubicBezTo>
                <a:cubicBezTo>
                  <a:pt x="6980596" y="282696"/>
                  <a:pt x="6985722" y="284716"/>
                  <a:pt x="6995938" y="286247"/>
                </a:cubicBezTo>
                <a:cubicBezTo>
                  <a:pt x="6996079" y="286667"/>
                  <a:pt x="7029560" y="289467"/>
                  <a:pt x="7029701" y="289887"/>
                </a:cubicBezTo>
                <a:lnTo>
                  <a:pt x="7054104" y="293980"/>
                </a:lnTo>
                <a:lnTo>
                  <a:pt x="7059678" y="296051"/>
                </a:lnTo>
                <a:lnTo>
                  <a:pt x="7092167" y="292851"/>
                </a:lnTo>
                <a:lnTo>
                  <a:pt x="7108387" y="292672"/>
                </a:lnTo>
                <a:lnTo>
                  <a:pt x="7114139" y="289579"/>
                </a:lnTo>
                <a:cubicBezTo>
                  <a:pt x="7119705" y="287930"/>
                  <a:pt x="7126840" y="287741"/>
                  <a:pt x="7137488" y="290860"/>
                </a:cubicBezTo>
                <a:lnTo>
                  <a:pt x="7139729" y="292153"/>
                </a:lnTo>
                <a:lnTo>
                  <a:pt x="7172532" y="286561"/>
                </a:lnTo>
                <a:cubicBezTo>
                  <a:pt x="7179544" y="284784"/>
                  <a:pt x="7207552" y="294171"/>
                  <a:pt x="7213458" y="290616"/>
                </a:cubicBezTo>
                <a:cubicBezTo>
                  <a:pt x="7269364" y="295457"/>
                  <a:pt x="7303569" y="278925"/>
                  <a:pt x="7371827" y="290351"/>
                </a:cubicBezTo>
                <a:cubicBezTo>
                  <a:pt x="7417519" y="294938"/>
                  <a:pt x="7443196" y="294841"/>
                  <a:pt x="7472683" y="298450"/>
                </a:cubicBezTo>
                <a:cubicBezTo>
                  <a:pt x="7502170" y="302059"/>
                  <a:pt x="7529752" y="308462"/>
                  <a:pt x="7548749" y="312007"/>
                </a:cubicBezTo>
                <a:cubicBezTo>
                  <a:pt x="7567746" y="315552"/>
                  <a:pt x="7562619" y="317217"/>
                  <a:pt x="7586664" y="319723"/>
                </a:cubicBezTo>
                <a:cubicBezTo>
                  <a:pt x="7610709" y="322229"/>
                  <a:pt x="7669675" y="320322"/>
                  <a:pt x="7693021" y="327043"/>
                </a:cubicBezTo>
                <a:cubicBezTo>
                  <a:pt x="7718238" y="326359"/>
                  <a:pt x="7721537" y="337391"/>
                  <a:pt x="7735314" y="336075"/>
                </a:cubicBezTo>
                <a:cubicBezTo>
                  <a:pt x="7806549" y="352546"/>
                  <a:pt x="7865892" y="349618"/>
                  <a:pt x="7952583" y="346950"/>
                </a:cubicBezTo>
                <a:cubicBezTo>
                  <a:pt x="8009730" y="351831"/>
                  <a:pt x="8008698" y="354607"/>
                  <a:pt x="8033745" y="357420"/>
                </a:cubicBezTo>
                <a:cubicBezTo>
                  <a:pt x="8041390" y="360247"/>
                  <a:pt x="8045181" y="350414"/>
                  <a:pt x="8052068" y="354306"/>
                </a:cubicBezTo>
                <a:lnTo>
                  <a:pt x="8087434" y="359505"/>
                </a:lnTo>
                <a:lnTo>
                  <a:pt x="8113399" y="369645"/>
                </a:lnTo>
                <a:lnTo>
                  <a:pt x="8137804" y="376078"/>
                </a:lnTo>
                <a:lnTo>
                  <a:pt x="8167138" y="378809"/>
                </a:lnTo>
                <a:cubicBezTo>
                  <a:pt x="8176124" y="381225"/>
                  <a:pt x="8176713" y="389019"/>
                  <a:pt x="8188557" y="388892"/>
                </a:cubicBezTo>
                <a:cubicBezTo>
                  <a:pt x="8224517" y="394064"/>
                  <a:pt x="8289287" y="398547"/>
                  <a:pt x="8338182" y="404244"/>
                </a:cubicBezTo>
                <a:cubicBezTo>
                  <a:pt x="8362404" y="400849"/>
                  <a:pt x="8397142" y="407351"/>
                  <a:pt x="8407187" y="417040"/>
                </a:cubicBezTo>
                <a:cubicBezTo>
                  <a:pt x="8419182" y="419735"/>
                  <a:pt x="8448098" y="419784"/>
                  <a:pt x="8459765" y="417876"/>
                </a:cubicBezTo>
                <a:cubicBezTo>
                  <a:pt x="8470121" y="418155"/>
                  <a:pt x="8471999" y="421843"/>
                  <a:pt x="8485759" y="423277"/>
                </a:cubicBezTo>
                <a:cubicBezTo>
                  <a:pt x="8500778" y="426656"/>
                  <a:pt x="8533354" y="442668"/>
                  <a:pt x="8547497" y="447675"/>
                </a:cubicBezTo>
                <a:cubicBezTo>
                  <a:pt x="8561640" y="452682"/>
                  <a:pt x="8547256" y="447497"/>
                  <a:pt x="8570615" y="453317"/>
                </a:cubicBezTo>
                <a:cubicBezTo>
                  <a:pt x="8578949" y="455301"/>
                  <a:pt x="8577204" y="463036"/>
                  <a:pt x="8595122" y="466725"/>
                </a:cubicBezTo>
                <a:cubicBezTo>
                  <a:pt x="8613041" y="470415"/>
                  <a:pt x="8653176" y="474680"/>
                  <a:pt x="8678126" y="475454"/>
                </a:cubicBezTo>
                <a:cubicBezTo>
                  <a:pt x="8706000" y="462935"/>
                  <a:pt x="8696233" y="479979"/>
                  <a:pt x="8747203" y="464224"/>
                </a:cubicBezTo>
                <a:cubicBezTo>
                  <a:pt x="8748514" y="466239"/>
                  <a:pt x="8769343" y="465372"/>
                  <a:pt x="8790692" y="466720"/>
                </a:cubicBezTo>
                <a:cubicBezTo>
                  <a:pt x="8812041" y="468068"/>
                  <a:pt x="8857501" y="479363"/>
                  <a:pt x="8875298" y="472310"/>
                </a:cubicBezTo>
                <a:lnTo>
                  <a:pt x="9032306" y="471571"/>
                </a:lnTo>
                <a:lnTo>
                  <a:pt x="9122435" y="483407"/>
                </a:lnTo>
                <a:cubicBezTo>
                  <a:pt x="9153775" y="485302"/>
                  <a:pt x="9159039" y="493942"/>
                  <a:pt x="9179171" y="490552"/>
                </a:cubicBezTo>
                <a:cubicBezTo>
                  <a:pt x="9213108" y="492737"/>
                  <a:pt x="9191622" y="508779"/>
                  <a:pt x="9230778" y="495862"/>
                </a:cubicBezTo>
                <a:cubicBezTo>
                  <a:pt x="9220076" y="509598"/>
                  <a:pt x="9249178" y="492136"/>
                  <a:pt x="9269314" y="503195"/>
                </a:cubicBezTo>
                <a:cubicBezTo>
                  <a:pt x="9297556" y="495041"/>
                  <a:pt x="9326591" y="505312"/>
                  <a:pt x="9343734" y="506508"/>
                </a:cubicBezTo>
                <a:cubicBezTo>
                  <a:pt x="9360877" y="507704"/>
                  <a:pt x="9347612" y="511465"/>
                  <a:pt x="9372172" y="510372"/>
                </a:cubicBezTo>
                <a:lnTo>
                  <a:pt x="9406856" y="515908"/>
                </a:lnTo>
                <a:cubicBezTo>
                  <a:pt x="9405045" y="511337"/>
                  <a:pt x="9410063" y="512684"/>
                  <a:pt x="9423824" y="513399"/>
                </a:cubicBezTo>
                <a:lnTo>
                  <a:pt x="9460782" y="509325"/>
                </a:lnTo>
                <a:lnTo>
                  <a:pt x="9486144" y="513434"/>
                </a:lnTo>
                <a:cubicBezTo>
                  <a:pt x="9489544" y="513295"/>
                  <a:pt x="9513720" y="508821"/>
                  <a:pt x="9513235" y="505310"/>
                </a:cubicBezTo>
                <a:cubicBezTo>
                  <a:pt x="9539685" y="520038"/>
                  <a:pt x="9542332" y="510786"/>
                  <a:pt x="9569455" y="507032"/>
                </a:cubicBezTo>
                <a:cubicBezTo>
                  <a:pt x="9592710" y="508415"/>
                  <a:pt x="9572665" y="508880"/>
                  <a:pt x="9628861" y="510620"/>
                </a:cubicBezTo>
                <a:cubicBezTo>
                  <a:pt x="9650737" y="526789"/>
                  <a:pt x="9635011" y="498901"/>
                  <a:pt x="9677951" y="521543"/>
                </a:cubicBezTo>
                <a:cubicBezTo>
                  <a:pt x="9680053" y="519778"/>
                  <a:pt x="9706563" y="521397"/>
                  <a:pt x="9720438" y="523172"/>
                </a:cubicBezTo>
                <a:cubicBezTo>
                  <a:pt x="9734313" y="524947"/>
                  <a:pt x="9746849" y="522784"/>
                  <a:pt x="9761204" y="532196"/>
                </a:cubicBezTo>
                <a:cubicBezTo>
                  <a:pt x="9771692" y="535091"/>
                  <a:pt x="9752949" y="530854"/>
                  <a:pt x="9785747" y="535781"/>
                </a:cubicBezTo>
                <a:cubicBezTo>
                  <a:pt x="9818545" y="540708"/>
                  <a:pt x="9925449" y="557390"/>
                  <a:pt x="9957993" y="561756"/>
                </a:cubicBezTo>
                <a:cubicBezTo>
                  <a:pt x="9990537" y="566122"/>
                  <a:pt x="9967648" y="568686"/>
                  <a:pt x="9981009" y="569119"/>
                </a:cubicBezTo>
                <a:cubicBezTo>
                  <a:pt x="9994370" y="569552"/>
                  <a:pt x="10023139" y="562486"/>
                  <a:pt x="10038159" y="564356"/>
                </a:cubicBezTo>
                <a:cubicBezTo>
                  <a:pt x="10057015" y="566262"/>
                  <a:pt x="10059811" y="573563"/>
                  <a:pt x="10071129" y="573194"/>
                </a:cubicBezTo>
                <a:cubicBezTo>
                  <a:pt x="10081593" y="562977"/>
                  <a:pt x="10092704" y="563090"/>
                  <a:pt x="10110830" y="569286"/>
                </a:cubicBezTo>
                <a:cubicBezTo>
                  <a:pt x="10144643" y="572070"/>
                  <a:pt x="10144670" y="561560"/>
                  <a:pt x="10177323" y="563075"/>
                </a:cubicBezTo>
                <a:cubicBezTo>
                  <a:pt x="10191652" y="562496"/>
                  <a:pt x="10199318" y="565790"/>
                  <a:pt x="10223224" y="562516"/>
                </a:cubicBezTo>
                <a:cubicBezTo>
                  <a:pt x="10240245" y="563214"/>
                  <a:pt x="10274444" y="564970"/>
                  <a:pt x="10297489" y="554688"/>
                </a:cubicBezTo>
                <a:cubicBezTo>
                  <a:pt x="10322484" y="553379"/>
                  <a:pt x="10304332" y="552915"/>
                  <a:pt x="10331612" y="555505"/>
                </a:cubicBezTo>
                <a:cubicBezTo>
                  <a:pt x="10364938" y="556023"/>
                  <a:pt x="10378810" y="549792"/>
                  <a:pt x="10398068" y="551274"/>
                </a:cubicBezTo>
                <a:cubicBezTo>
                  <a:pt x="10410608" y="547019"/>
                  <a:pt x="10396406" y="552090"/>
                  <a:pt x="10444604" y="546749"/>
                </a:cubicBezTo>
                <a:cubicBezTo>
                  <a:pt x="10463706" y="556208"/>
                  <a:pt x="10480046" y="543272"/>
                  <a:pt x="10496391" y="545310"/>
                </a:cubicBezTo>
                <a:cubicBezTo>
                  <a:pt x="10522313" y="544276"/>
                  <a:pt x="10586025" y="544389"/>
                  <a:pt x="10609659" y="542925"/>
                </a:cubicBezTo>
                <a:cubicBezTo>
                  <a:pt x="10633293" y="541461"/>
                  <a:pt x="10608137" y="539280"/>
                  <a:pt x="10638198" y="536528"/>
                </a:cubicBezTo>
                <a:cubicBezTo>
                  <a:pt x="10693566" y="548777"/>
                  <a:pt x="10724464" y="526732"/>
                  <a:pt x="10780502" y="524034"/>
                </a:cubicBezTo>
                <a:cubicBezTo>
                  <a:pt x="10814519" y="506962"/>
                  <a:pt x="10838626" y="524696"/>
                  <a:pt x="10875821" y="511631"/>
                </a:cubicBezTo>
                <a:cubicBezTo>
                  <a:pt x="10900992" y="507636"/>
                  <a:pt x="10904648" y="511453"/>
                  <a:pt x="10918825" y="509588"/>
                </a:cubicBezTo>
                <a:cubicBezTo>
                  <a:pt x="10933002" y="507723"/>
                  <a:pt x="10948992" y="503227"/>
                  <a:pt x="10960884" y="500440"/>
                </a:cubicBezTo>
                <a:cubicBezTo>
                  <a:pt x="10967249" y="504078"/>
                  <a:pt x="11016720" y="497668"/>
                  <a:pt x="11015578" y="492864"/>
                </a:cubicBezTo>
                <a:cubicBezTo>
                  <a:pt x="11022928" y="494510"/>
                  <a:pt x="11043247" y="500882"/>
                  <a:pt x="11045541" y="493276"/>
                </a:cubicBezTo>
                <a:cubicBezTo>
                  <a:pt x="11083069" y="493195"/>
                  <a:pt x="11104152" y="492128"/>
                  <a:pt x="11136980" y="502266"/>
                </a:cubicBezTo>
                <a:cubicBezTo>
                  <a:pt x="11160311" y="506043"/>
                  <a:pt x="11144016" y="504016"/>
                  <a:pt x="11158537" y="506413"/>
                </a:cubicBezTo>
                <a:cubicBezTo>
                  <a:pt x="11173058" y="508810"/>
                  <a:pt x="11197248" y="504516"/>
                  <a:pt x="11220930" y="503946"/>
                </a:cubicBezTo>
                <a:cubicBezTo>
                  <a:pt x="11244941" y="504078"/>
                  <a:pt x="11272916" y="508160"/>
                  <a:pt x="11290697" y="509588"/>
                </a:cubicBezTo>
                <a:cubicBezTo>
                  <a:pt x="11308478" y="511016"/>
                  <a:pt x="11312720" y="510673"/>
                  <a:pt x="11327615" y="512515"/>
                </a:cubicBezTo>
                <a:cubicBezTo>
                  <a:pt x="11352471" y="509065"/>
                  <a:pt x="11373358" y="510883"/>
                  <a:pt x="11391973" y="518258"/>
                </a:cubicBezTo>
                <a:cubicBezTo>
                  <a:pt x="11406458" y="520151"/>
                  <a:pt x="11399034" y="524460"/>
                  <a:pt x="11409760" y="526257"/>
                </a:cubicBezTo>
                <a:cubicBezTo>
                  <a:pt x="11420486" y="528054"/>
                  <a:pt x="11427325" y="519930"/>
                  <a:pt x="11456330" y="521896"/>
                </a:cubicBezTo>
                <a:cubicBezTo>
                  <a:pt x="11466649" y="522293"/>
                  <a:pt x="11466304" y="529914"/>
                  <a:pt x="11488341" y="531019"/>
                </a:cubicBezTo>
                <a:cubicBezTo>
                  <a:pt x="11510378" y="532124"/>
                  <a:pt x="11598983" y="536881"/>
                  <a:pt x="11631415" y="538053"/>
                </a:cubicBezTo>
                <a:cubicBezTo>
                  <a:pt x="11663847" y="539225"/>
                  <a:pt x="11650717" y="536007"/>
                  <a:pt x="11666264" y="535672"/>
                </a:cubicBezTo>
                <a:cubicBezTo>
                  <a:pt x="11681811" y="535337"/>
                  <a:pt x="11700204" y="526934"/>
                  <a:pt x="11724698" y="536041"/>
                </a:cubicBezTo>
                <a:cubicBezTo>
                  <a:pt x="11743020" y="531196"/>
                  <a:pt x="11743491" y="542315"/>
                  <a:pt x="11763807" y="545183"/>
                </a:cubicBezTo>
                <a:cubicBezTo>
                  <a:pt x="11775016" y="549241"/>
                  <a:pt x="11789046" y="548064"/>
                  <a:pt x="11798300" y="550863"/>
                </a:cubicBezTo>
                <a:cubicBezTo>
                  <a:pt x="11807554" y="553662"/>
                  <a:pt x="11814870" y="554166"/>
                  <a:pt x="11821716" y="557213"/>
                </a:cubicBezTo>
                <a:cubicBezTo>
                  <a:pt x="11828562" y="560260"/>
                  <a:pt x="11830643" y="566367"/>
                  <a:pt x="11839374" y="569145"/>
                </a:cubicBezTo>
                <a:cubicBezTo>
                  <a:pt x="11848105" y="571923"/>
                  <a:pt x="11861759" y="576813"/>
                  <a:pt x="11871722" y="578644"/>
                </a:cubicBezTo>
                <a:cubicBezTo>
                  <a:pt x="11881685" y="580475"/>
                  <a:pt x="11880173" y="577641"/>
                  <a:pt x="11899154" y="580133"/>
                </a:cubicBezTo>
                <a:cubicBezTo>
                  <a:pt x="11930093" y="585454"/>
                  <a:pt x="11957956" y="589309"/>
                  <a:pt x="11992753" y="588833"/>
                </a:cubicBezTo>
                <a:cubicBezTo>
                  <a:pt x="11999276" y="598540"/>
                  <a:pt x="12009663" y="594134"/>
                  <a:pt x="12023554" y="588997"/>
                </a:cubicBezTo>
                <a:cubicBezTo>
                  <a:pt x="12049522" y="596077"/>
                  <a:pt x="12093380" y="601562"/>
                  <a:pt x="12137802" y="617391"/>
                </a:cubicBezTo>
                <a:cubicBezTo>
                  <a:pt x="12156710" y="627093"/>
                  <a:pt x="12160884" y="628759"/>
                  <a:pt x="12174434" y="631430"/>
                </a:cubicBezTo>
                <a:lnTo>
                  <a:pt x="12192000" y="634770"/>
                </a:lnTo>
                <a:lnTo>
                  <a:pt x="12192000" y="6857681"/>
                </a:lnTo>
                <a:lnTo>
                  <a:pt x="9979612" y="6857681"/>
                </a:lnTo>
                <a:lnTo>
                  <a:pt x="9971269" y="6854457"/>
                </a:lnTo>
                <a:cubicBezTo>
                  <a:pt x="9959912" y="6851181"/>
                  <a:pt x="9949163" y="6849764"/>
                  <a:pt x="9939502" y="6851921"/>
                </a:cubicBezTo>
                <a:cubicBezTo>
                  <a:pt x="9891606" y="6835635"/>
                  <a:pt x="9864404" y="6844006"/>
                  <a:pt x="9834453" y="6832151"/>
                </a:cubicBezTo>
                <a:cubicBezTo>
                  <a:pt x="9804501" y="6820296"/>
                  <a:pt x="9801374" y="6798259"/>
                  <a:pt x="9759795" y="6780787"/>
                </a:cubicBezTo>
                <a:cubicBezTo>
                  <a:pt x="9718217" y="6763314"/>
                  <a:pt x="9629817" y="6740362"/>
                  <a:pt x="9584980" y="6727313"/>
                </a:cubicBezTo>
                <a:cubicBezTo>
                  <a:pt x="9546420" y="6722010"/>
                  <a:pt x="9530408" y="6725469"/>
                  <a:pt x="9490770" y="6702489"/>
                </a:cubicBezTo>
                <a:cubicBezTo>
                  <a:pt x="9443320" y="6701025"/>
                  <a:pt x="9424336" y="6690023"/>
                  <a:pt x="9380405" y="6676541"/>
                </a:cubicBezTo>
                <a:cubicBezTo>
                  <a:pt x="9335978" y="6675243"/>
                  <a:pt x="9297645" y="6680915"/>
                  <a:pt x="9259939" y="6674414"/>
                </a:cubicBezTo>
                <a:cubicBezTo>
                  <a:pt x="9244772" y="6679394"/>
                  <a:pt x="9230416" y="6681084"/>
                  <a:pt x="9216296" y="6672209"/>
                </a:cubicBezTo>
                <a:cubicBezTo>
                  <a:pt x="9174886" y="6673387"/>
                  <a:pt x="9165078" y="6684906"/>
                  <a:pt x="9138624" y="6674601"/>
                </a:cubicBezTo>
                <a:cubicBezTo>
                  <a:pt x="9108454" y="6672027"/>
                  <a:pt x="9060163" y="6657862"/>
                  <a:pt x="9035273" y="6656766"/>
                </a:cubicBezTo>
                <a:cubicBezTo>
                  <a:pt x="9043993" y="6670577"/>
                  <a:pt x="8988276" y="6655711"/>
                  <a:pt x="8989286" y="6668016"/>
                </a:cubicBezTo>
                <a:cubicBezTo>
                  <a:pt x="8965548" y="6651220"/>
                  <a:pt x="8960144" y="6673151"/>
                  <a:pt x="8932387" y="6668707"/>
                </a:cubicBezTo>
                <a:cubicBezTo>
                  <a:pt x="8918435" y="6662528"/>
                  <a:pt x="8909159" y="6661716"/>
                  <a:pt x="8898375" y="6669282"/>
                </a:cubicBezTo>
                <a:cubicBezTo>
                  <a:pt x="8833747" y="6639096"/>
                  <a:pt x="8863155" y="6669089"/>
                  <a:pt x="8806495" y="6658618"/>
                </a:cubicBezTo>
                <a:cubicBezTo>
                  <a:pt x="8757168" y="6647242"/>
                  <a:pt x="8702613" y="6640665"/>
                  <a:pt x="8650927" y="6611139"/>
                </a:cubicBezTo>
                <a:cubicBezTo>
                  <a:pt x="8640770" y="6602610"/>
                  <a:pt x="8619775" y="6599998"/>
                  <a:pt x="8604033" y="6605300"/>
                </a:cubicBezTo>
                <a:cubicBezTo>
                  <a:pt x="8601324" y="6606213"/>
                  <a:pt x="8598878" y="6607331"/>
                  <a:pt x="8596767" y="6608618"/>
                </a:cubicBezTo>
                <a:cubicBezTo>
                  <a:pt x="8565299" y="6587556"/>
                  <a:pt x="8548876" y="6598771"/>
                  <a:pt x="8533762" y="6584302"/>
                </a:cubicBezTo>
                <a:cubicBezTo>
                  <a:pt x="8487059" y="6579247"/>
                  <a:pt x="8451683" y="6594395"/>
                  <a:pt x="8437660" y="6581725"/>
                </a:cubicBezTo>
                <a:cubicBezTo>
                  <a:pt x="8414209" y="6582991"/>
                  <a:pt x="8383722" y="6598678"/>
                  <a:pt x="8364494" y="6585073"/>
                </a:cubicBezTo>
                <a:cubicBezTo>
                  <a:pt x="8363342" y="6596536"/>
                  <a:pt x="8336540" y="6576888"/>
                  <a:pt x="8323751" y="6584665"/>
                </a:cubicBezTo>
                <a:cubicBezTo>
                  <a:pt x="8314841" y="6591411"/>
                  <a:pt x="8304634" y="6587022"/>
                  <a:pt x="8293791" y="6586903"/>
                </a:cubicBezTo>
                <a:cubicBezTo>
                  <a:pt x="8280721" y="6592424"/>
                  <a:pt x="8232642" y="6585021"/>
                  <a:pt x="8219223" y="6578961"/>
                </a:cubicBezTo>
                <a:cubicBezTo>
                  <a:pt x="8185638" y="6557431"/>
                  <a:pt x="8123924" y="6576522"/>
                  <a:pt x="8096330" y="6560092"/>
                </a:cubicBezTo>
                <a:cubicBezTo>
                  <a:pt x="8087121" y="6557869"/>
                  <a:pt x="8078422" y="6557144"/>
                  <a:pt x="8070086" y="6557355"/>
                </a:cubicBezTo>
                <a:lnTo>
                  <a:pt x="8047207" y="6560092"/>
                </a:lnTo>
                <a:lnTo>
                  <a:pt x="8041620" y="6565163"/>
                </a:lnTo>
                <a:lnTo>
                  <a:pt x="8027134" y="6564473"/>
                </a:lnTo>
                <a:lnTo>
                  <a:pt x="8023214" y="6565355"/>
                </a:lnTo>
                <a:cubicBezTo>
                  <a:pt x="8015729" y="6567060"/>
                  <a:pt x="8008307" y="6568574"/>
                  <a:pt x="8000801" y="6569339"/>
                </a:cubicBezTo>
                <a:cubicBezTo>
                  <a:pt x="8005606" y="6544751"/>
                  <a:pt x="7937754" y="6571777"/>
                  <a:pt x="7954618" y="6551428"/>
                </a:cubicBezTo>
                <a:cubicBezTo>
                  <a:pt x="7914215" y="6551344"/>
                  <a:pt x="7940865" y="6531998"/>
                  <a:pt x="7896427" y="6551123"/>
                </a:cubicBezTo>
                <a:lnTo>
                  <a:pt x="7643090" y="6532163"/>
                </a:lnTo>
                <a:cubicBezTo>
                  <a:pt x="7673996" y="6576436"/>
                  <a:pt x="7562550" y="6494154"/>
                  <a:pt x="7553164" y="6525457"/>
                </a:cubicBezTo>
                <a:cubicBezTo>
                  <a:pt x="7546247" y="6496957"/>
                  <a:pt x="7465610" y="6497391"/>
                  <a:pt x="7421154" y="6476273"/>
                </a:cubicBezTo>
                <a:cubicBezTo>
                  <a:pt x="7361551" y="6472649"/>
                  <a:pt x="7315144" y="6450550"/>
                  <a:pt x="7255968" y="6462166"/>
                </a:cubicBezTo>
                <a:cubicBezTo>
                  <a:pt x="7253251" y="6458417"/>
                  <a:pt x="7249451" y="6455333"/>
                  <a:pt x="7244911" y="6452730"/>
                </a:cubicBezTo>
                <a:lnTo>
                  <a:pt x="7230265" y="6446549"/>
                </a:lnTo>
                <a:lnTo>
                  <a:pt x="7227815" y="6447125"/>
                </a:lnTo>
                <a:cubicBezTo>
                  <a:pt x="7217801" y="6447570"/>
                  <a:pt x="7212312" y="6446146"/>
                  <a:pt x="7208840" y="6443899"/>
                </a:cubicBezTo>
                <a:lnTo>
                  <a:pt x="7205995" y="6440529"/>
                </a:lnTo>
                <a:lnTo>
                  <a:pt x="7193384" y="6437481"/>
                </a:lnTo>
                <a:lnTo>
                  <a:pt x="7169652" y="6429226"/>
                </a:lnTo>
                <a:lnTo>
                  <a:pt x="7164173" y="6429791"/>
                </a:lnTo>
                <a:lnTo>
                  <a:pt x="7126763" y="6420626"/>
                </a:lnTo>
                <a:lnTo>
                  <a:pt x="7125753" y="6421501"/>
                </a:lnTo>
                <a:cubicBezTo>
                  <a:pt x="7122639" y="6423254"/>
                  <a:pt x="7118733" y="6424154"/>
                  <a:pt x="7113057" y="6423293"/>
                </a:cubicBezTo>
                <a:cubicBezTo>
                  <a:pt x="7114552" y="6439288"/>
                  <a:pt x="7106783" y="6428384"/>
                  <a:pt x="7089914" y="6424434"/>
                </a:cubicBezTo>
                <a:cubicBezTo>
                  <a:pt x="7088470" y="6448394"/>
                  <a:pt x="7044915" y="6428308"/>
                  <a:pt x="7030458" y="6439456"/>
                </a:cubicBezTo>
                <a:cubicBezTo>
                  <a:pt x="7018098" y="6436014"/>
                  <a:pt x="7005002" y="6432811"/>
                  <a:pt x="6991398" y="6430012"/>
                </a:cubicBezTo>
                <a:lnTo>
                  <a:pt x="6983250" y="6428652"/>
                </a:lnTo>
                <a:lnTo>
                  <a:pt x="6982969" y="6428851"/>
                </a:lnTo>
                <a:cubicBezTo>
                  <a:pt x="6980946" y="6429033"/>
                  <a:pt x="6978171" y="6428766"/>
                  <a:pt x="6974140" y="6427864"/>
                </a:cubicBezTo>
                <a:lnTo>
                  <a:pt x="6968396" y="6426177"/>
                </a:lnTo>
                <a:lnTo>
                  <a:pt x="6952590" y="6423541"/>
                </a:lnTo>
                <a:lnTo>
                  <a:pt x="6946361" y="6424122"/>
                </a:lnTo>
                <a:lnTo>
                  <a:pt x="6942752" y="6426497"/>
                </a:lnTo>
                <a:lnTo>
                  <a:pt x="6941472" y="6425953"/>
                </a:lnTo>
                <a:cubicBezTo>
                  <a:pt x="6933258" y="6419432"/>
                  <a:pt x="6934084" y="6412085"/>
                  <a:pt x="6907932" y="6428597"/>
                </a:cubicBezTo>
                <a:cubicBezTo>
                  <a:pt x="6887113" y="6416820"/>
                  <a:pt x="6874835" y="6427475"/>
                  <a:pt x="6837100" y="6425985"/>
                </a:cubicBezTo>
                <a:cubicBezTo>
                  <a:pt x="6826990" y="6416391"/>
                  <a:pt x="6813527" y="6417132"/>
                  <a:pt x="6798354" y="6421041"/>
                </a:cubicBezTo>
                <a:cubicBezTo>
                  <a:pt x="6766250" y="6412267"/>
                  <a:pt x="6729955" y="6415375"/>
                  <a:pt x="6690235" y="6411268"/>
                </a:cubicBezTo>
                <a:cubicBezTo>
                  <a:pt x="6654585" y="6395260"/>
                  <a:pt x="6622599" y="6408785"/>
                  <a:pt x="6580197" y="6404322"/>
                </a:cubicBezTo>
                <a:cubicBezTo>
                  <a:pt x="6554864" y="6382418"/>
                  <a:pt x="6541862" y="6413854"/>
                  <a:pt x="6516748" y="6416928"/>
                </a:cubicBezTo>
                <a:lnTo>
                  <a:pt x="6510427" y="6416567"/>
                </a:lnTo>
                <a:lnTo>
                  <a:pt x="6496409" y="6411723"/>
                </a:lnTo>
                <a:lnTo>
                  <a:pt x="6491671" y="6409264"/>
                </a:lnTo>
                <a:cubicBezTo>
                  <a:pt x="6488210" y="6407807"/>
                  <a:pt x="6485652" y="6407144"/>
                  <a:pt x="6483603" y="6407023"/>
                </a:cubicBezTo>
                <a:lnTo>
                  <a:pt x="6483235" y="6407169"/>
                </a:lnTo>
                <a:lnTo>
                  <a:pt x="6476007" y="6404672"/>
                </a:lnTo>
                <a:cubicBezTo>
                  <a:pt x="6464202" y="6399995"/>
                  <a:pt x="6453088" y="6395002"/>
                  <a:pt x="6442802" y="6389891"/>
                </a:cubicBezTo>
                <a:cubicBezTo>
                  <a:pt x="6423332" y="6398448"/>
                  <a:pt x="6390988" y="6372810"/>
                  <a:pt x="6377838" y="6395551"/>
                </a:cubicBezTo>
                <a:cubicBezTo>
                  <a:pt x="6363436" y="6389290"/>
                  <a:pt x="6361258" y="6377704"/>
                  <a:pt x="6354860" y="6393247"/>
                </a:cubicBezTo>
                <a:cubicBezTo>
                  <a:pt x="6349784" y="6391587"/>
                  <a:pt x="6345558" y="6391878"/>
                  <a:pt x="6341683" y="6393098"/>
                </a:cubicBezTo>
                <a:lnTo>
                  <a:pt x="6340276" y="6393789"/>
                </a:lnTo>
                <a:lnTo>
                  <a:pt x="6308531" y="6379516"/>
                </a:lnTo>
                <a:lnTo>
                  <a:pt x="6302948" y="6379253"/>
                </a:lnTo>
                <a:cubicBezTo>
                  <a:pt x="6248814" y="6382108"/>
                  <a:pt x="6205926" y="6362006"/>
                  <a:pt x="6140607" y="6334265"/>
                </a:cubicBezTo>
                <a:cubicBezTo>
                  <a:pt x="6137487" y="6331108"/>
                  <a:pt x="6051161" y="6339116"/>
                  <a:pt x="6050365" y="6335126"/>
                </a:cubicBezTo>
                <a:cubicBezTo>
                  <a:pt x="6006576" y="6331181"/>
                  <a:pt x="6035144" y="6327580"/>
                  <a:pt x="5978838" y="6322018"/>
                </a:cubicBezTo>
                <a:cubicBezTo>
                  <a:pt x="5962530" y="6314338"/>
                  <a:pt x="5894920" y="6289616"/>
                  <a:pt x="5897645" y="6301654"/>
                </a:cubicBezTo>
                <a:lnTo>
                  <a:pt x="5796158" y="6279213"/>
                </a:lnTo>
                <a:lnTo>
                  <a:pt x="5664797" y="6258481"/>
                </a:lnTo>
                <a:lnTo>
                  <a:pt x="5558293" y="6242384"/>
                </a:lnTo>
                <a:lnTo>
                  <a:pt x="5549921" y="6243309"/>
                </a:lnTo>
                <a:lnTo>
                  <a:pt x="5528450" y="6240218"/>
                </a:lnTo>
                <a:lnTo>
                  <a:pt x="5520604" y="6238128"/>
                </a:lnTo>
                <a:cubicBezTo>
                  <a:pt x="5515114" y="6237034"/>
                  <a:pt x="5511354" y="6236750"/>
                  <a:pt x="5508634" y="6237043"/>
                </a:cubicBezTo>
                <a:lnTo>
                  <a:pt x="5508268" y="6237311"/>
                </a:lnTo>
                <a:lnTo>
                  <a:pt x="5497199" y="6235718"/>
                </a:lnTo>
                <a:cubicBezTo>
                  <a:pt x="5478687" y="6232353"/>
                  <a:pt x="5460838" y="6228438"/>
                  <a:pt x="5443971" y="6224189"/>
                </a:cubicBezTo>
                <a:cubicBezTo>
                  <a:pt x="5425088" y="6239333"/>
                  <a:pt x="5365198" y="6213813"/>
                  <a:pt x="5364587" y="6245607"/>
                </a:cubicBezTo>
                <a:cubicBezTo>
                  <a:pt x="5341603" y="6240798"/>
                  <a:pt x="5330518" y="6226543"/>
                  <a:pt x="5333425" y="6247706"/>
                </a:cubicBezTo>
                <a:cubicBezTo>
                  <a:pt x="5325718" y="6246708"/>
                  <a:pt x="5320498" y="6247999"/>
                  <a:pt x="5316391" y="6250403"/>
                </a:cubicBezTo>
                <a:lnTo>
                  <a:pt x="5315083" y="6251588"/>
                </a:lnTo>
                <a:lnTo>
                  <a:pt x="5264093" y="6240388"/>
                </a:lnTo>
                <a:lnTo>
                  <a:pt x="5256734" y="6241276"/>
                </a:lnTo>
                <a:lnTo>
                  <a:pt x="5224251" y="6230935"/>
                </a:lnTo>
                <a:lnTo>
                  <a:pt x="5207068" y="6227214"/>
                </a:lnTo>
                <a:lnTo>
                  <a:pt x="5203042" y="6222819"/>
                </a:lnTo>
                <a:lnTo>
                  <a:pt x="5013633" y="6212104"/>
                </a:lnTo>
                <a:cubicBezTo>
                  <a:pt x="5007363" y="6208771"/>
                  <a:pt x="4867451" y="6189553"/>
                  <a:pt x="4863573" y="6184654"/>
                </a:cubicBezTo>
                <a:lnTo>
                  <a:pt x="4651416" y="6166539"/>
                </a:lnTo>
                <a:cubicBezTo>
                  <a:pt x="4624977" y="6160344"/>
                  <a:pt x="4469364" y="6128170"/>
                  <a:pt x="4481486" y="6142882"/>
                </a:cubicBezTo>
                <a:cubicBezTo>
                  <a:pt x="4405439" y="6106748"/>
                  <a:pt x="4365783" y="6101727"/>
                  <a:pt x="4269331" y="6098123"/>
                </a:cubicBezTo>
                <a:cubicBezTo>
                  <a:pt x="4210440" y="6124597"/>
                  <a:pt x="4245321" y="6098279"/>
                  <a:pt x="4190801" y="6099192"/>
                </a:cubicBezTo>
                <a:cubicBezTo>
                  <a:pt x="4212420" y="6071793"/>
                  <a:pt x="4151268" y="6084104"/>
                  <a:pt x="4127486" y="6076624"/>
                </a:cubicBezTo>
                <a:cubicBezTo>
                  <a:pt x="4117403" y="6077826"/>
                  <a:pt x="4107474" y="6080022"/>
                  <a:pt x="4097468" y="6082472"/>
                </a:cubicBezTo>
                <a:lnTo>
                  <a:pt x="4092230" y="6083737"/>
                </a:lnTo>
                <a:lnTo>
                  <a:pt x="4072646" y="6083192"/>
                </a:lnTo>
                <a:lnTo>
                  <a:pt x="4065392" y="6090055"/>
                </a:lnTo>
                <a:lnTo>
                  <a:pt x="4034674" y="6094262"/>
                </a:lnTo>
                <a:cubicBezTo>
                  <a:pt x="4023438" y="6094753"/>
                  <a:pt x="4011659" y="6094013"/>
                  <a:pt x="3999109" y="6091300"/>
                </a:cubicBezTo>
                <a:cubicBezTo>
                  <a:pt x="3960965" y="6070220"/>
                  <a:pt x="3878759" y="6097089"/>
                  <a:pt x="3832245" y="6069403"/>
                </a:cubicBezTo>
                <a:cubicBezTo>
                  <a:pt x="3780875" y="6064935"/>
                  <a:pt x="3723613" y="6065226"/>
                  <a:pt x="3690889" y="6064489"/>
                </a:cubicBezTo>
                <a:cubicBezTo>
                  <a:pt x="3674068" y="6075123"/>
                  <a:pt x="3636813" y="6049759"/>
                  <a:pt x="3635899" y="6064980"/>
                </a:cubicBezTo>
                <a:lnTo>
                  <a:pt x="3620576" y="6070271"/>
                </a:lnTo>
                <a:lnTo>
                  <a:pt x="3604087" y="6064439"/>
                </a:lnTo>
                <a:cubicBezTo>
                  <a:pt x="3590166" y="6069757"/>
                  <a:pt x="3579308" y="6073243"/>
                  <a:pt x="3568387" y="6069146"/>
                </a:cubicBezTo>
                <a:lnTo>
                  <a:pt x="3503818" y="6089506"/>
                </a:lnTo>
                <a:cubicBezTo>
                  <a:pt x="3510915" y="6100196"/>
                  <a:pt x="3472416" y="6088681"/>
                  <a:pt x="3466246" y="6098777"/>
                </a:cubicBezTo>
                <a:cubicBezTo>
                  <a:pt x="3462890" y="6107015"/>
                  <a:pt x="3450430" y="6105442"/>
                  <a:pt x="3440422" y="6107901"/>
                </a:cubicBezTo>
                <a:cubicBezTo>
                  <a:pt x="3432391" y="6116010"/>
                  <a:pt x="3383132" y="6120663"/>
                  <a:pt x="3366542" y="6118330"/>
                </a:cubicBezTo>
                <a:cubicBezTo>
                  <a:pt x="3311828" y="6124732"/>
                  <a:pt x="3277604" y="6138667"/>
                  <a:pt x="3240669" y="6130264"/>
                </a:cubicBezTo>
                <a:cubicBezTo>
                  <a:pt x="3230661" y="6130422"/>
                  <a:pt x="3222184" y="6131822"/>
                  <a:pt x="3214708" y="6133988"/>
                </a:cubicBezTo>
                <a:lnTo>
                  <a:pt x="3194214" y="6147821"/>
                </a:lnTo>
                <a:lnTo>
                  <a:pt x="3180468" y="6150623"/>
                </a:lnTo>
                <a:lnTo>
                  <a:pt x="3177508" y="6152351"/>
                </a:lnTo>
                <a:cubicBezTo>
                  <a:pt x="3171873" y="6155673"/>
                  <a:pt x="3166158" y="6158806"/>
                  <a:pt x="3159834" y="6161276"/>
                </a:cubicBezTo>
                <a:cubicBezTo>
                  <a:pt x="3135185" y="6159416"/>
                  <a:pt x="3121213" y="6160394"/>
                  <a:pt x="3104835" y="6155927"/>
                </a:cubicBezTo>
                <a:cubicBezTo>
                  <a:pt x="3067805" y="6165414"/>
                  <a:pt x="3078432" y="6141523"/>
                  <a:pt x="3051373" y="6169421"/>
                </a:cubicBezTo>
                <a:cubicBezTo>
                  <a:pt x="2978033" y="6169169"/>
                  <a:pt x="2947947" y="6220998"/>
                  <a:pt x="2877306" y="6208324"/>
                </a:cubicBezTo>
                <a:cubicBezTo>
                  <a:pt x="2821913" y="6217975"/>
                  <a:pt x="2762952" y="6223226"/>
                  <a:pt x="2719018" y="6227333"/>
                </a:cubicBezTo>
                <a:cubicBezTo>
                  <a:pt x="2639811" y="6232636"/>
                  <a:pt x="2504877" y="6234795"/>
                  <a:pt x="2454061" y="6236538"/>
                </a:cubicBezTo>
                <a:cubicBezTo>
                  <a:pt x="2403245" y="6238280"/>
                  <a:pt x="2420126" y="6239079"/>
                  <a:pt x="2414120" y="6237789"/>
                </a:cubicBezTo>
                <a:lnTo>
                  <a:pt x="2384765" y="6235638"/>
                </a:lnTo>
                <a:lnTo>
                  <a:pt x="2365600" y="6233135"/>
                </a:lnTo>
                <a:cubicBezTo>
                  <a:pt x="2356752" y="6235910"/>
                  <a:pt x="2350716" y="6235915"/>
                  <a:pt x="2345941" y="6234695"/>
                </a:cubicBezTo>
                <a:lnTo>
                  <a:pt x="2340941" y="6232305"/>
                </a:lnTo>
                <a:lnTo>
                  <a:pt x="2327235" y="6232519"/>
                </a:lnTo>
                <a:lnTo>
                  <a:pt x="2299646" y="6230633"/>
                </a:lnTo>
                <a:lnTo>
                  <a:pt x="2295035" y="6232443"/>
                </a:lnTo>
                <a:lnTo>
                  <a:pt x="2268728" y="6240177"/>
                </a:lnTo>
                <a:cubicBezTo>
                  <a:pt x="2268628" y="6240521"/>
                  <a:pt x="2254084" y="6233657"/>
                  <a:pt x="2253984" y="6234001"/>
                </a:cubicBezTo>
                <a:cubicBezTo>
                  <a:pt x="2239122" y="6237048"/>
                  <a:pt x="2209108" y="6234931"/>
                  <a:pt x="2191113" y="6240434"/>
                </a:cubicBezTo>
                <a:lnTo>
                  <a:pt x="2146012" y="6259810"/>
                </a:lnTo>
                <a:cubicBezTo>
                  <a:pt x="2145973" y="6259892"/>
                  <a:pt x="2128598" y="6274390"/>
                  <a:pt x="2128560" y="6274472"/>
                </a:cubicBezTo>
                <a:cubicBezTo>
                  <a:pt x="2126838" y="6275117"/>
                  <a:pt x="2124109" y="6275530"/>
                  <a:pt x="2119778" y="6275665"/>
                </a:cubicBezTo>
                <a:lnTo>
                  <a:pt x="2110434" y="6282700"/>
                </a:lnTo>
                <a:lnTo>
                  <a:pt x="2081418" y="6289059"/>
                </a:lnTo>
                <a:lnTo>
                  <a:pt x="2088526" y="6281659"/>
                </a:lnTo>
                <a:cubicBezTo>
                  <a:pt x="2076371" y="6277676"/>
                  <a:pt x="2071903" y="6270803"/>
                  <a:pt x="2059717" y="6292002"/>
                </a:cubicBezTo>
                <a:cubicBezTo>
                  <a:pt x="2032291" y="6286224"/>
                  <a:pt x="2028634" y="6298813"/>
                  <a:pt x="1993045" y="6306390"/>
                </a:cubicBezTo>
                <a:cubicBezTo>
                  <a:pt x="1976971" y="6300063"/>
                  <a:pt x="1965178" y="6303922"/>
                  <a:pt x="1954075" y="6311066"/>
                </a:cubicBezTo>
                <a:cubicBezTo>
                  <a:pt x="1918456" y="6310689"/>
                  <a:pt x="1887456" y="6322102"/>
                  <a:pt x="1848190" y="6327771"/>
                </a:cubicBezTo>
                <a:lnTo>
                  <a:pt x="1737951" y="6344513"/>
                </a:lnTo>
                <a:lnTo>
                  <a:pt x="1696709" y="6346605"/>
                </a:lnTo>
                <a:cubicBezTo>
                  <a:pt x="1692504" y="6346100"/>
                  <a:pt x="1663837" y="6347211"/>
                  <a:pt x="1661872" y="6347587"/>
                </a:cubicBezTo>
                <a:lnTo>
                  <a:pt x="1655864" y="6347808"/>
                </a:lnTo>
                <a:lnTo>
                  <a:pt x="1633028" y="6358060"/>
                </a:lnTo>
                <a:cubicBezTo>
                  <a:pt x="1618899" y="6356602"/>
                  <a:pt x="1619623" y="6369112"/>
                  <a:pt x="1606576" y="6366899"/>
                </a:cubicBezTo>
                <a:lnTo>
                  <a:pt x="1461291" y="6379054"/>
                </a:lnTo>
                <a:lnTo>
                  <a:pt x="1428798" y="6379606"/>
                </a:lnTo>
                <a:cubicBezTo>
                  <a:pt x="1424834" y="6377722"/>
                  <a:pt x="1419064" y="6376842"/>
                  <a:pt x="1409244" y="6378241"/>
                </a:cubicBezTo>
                <a:lnTo>
                  <a:pt x="1406951" y="6379043"/>
                </a:lnTo>
                <a:lnTo>
                  <a:pt x="1391002" y="6374347"/>
                </a:lnTo>
                <a:cubicBezTo>
                  <a:pt x="1385899" y="6372215"/>
                  <a:pt x="1381417" y="6369535"/>
                  <a:pt x="1377852" y="6366097"/>
                </a:cubicBezTo>
                <a:cubicBezTo>
                  <a:pt x="1352108" y="6365458"/>
                  <a:pt x="1267249" y="6359383"/>
                  <a:pt x="1239424" y="6359700"/>
                </a:cubicBezTo>
                <a:cubicBezTo>
                  <a:pt x="1211599" y="6360016"/>
                  <a:pt x="1221978" y="6361392"/>
                  <a:pt x="1208014" y="6357188"/>
                </a:cubicBezTo>
                <a:lnTo>
                  <a:pt x="1152751" y="6345283"/>
                </a:lnTo>
                <a:lnTo>
                  <a:pt x="949771" y="6335308"/>
                </a:lnTo>
                <a:cubicBezTo>
                  <a:pt x="888502" y="6312655"/>
                  <a:pt x="822682" y="6331858"/>
                  <a:pt x="752723" y="6320875"/>
                </a:cubicBezTo>
                <a:cubicBezTo>
                  <a:pt x="697396" y="6317271"/>
                  <a:pt x="686655" y="6275609"/>
                  <a:pt x="665167" y="6275293"/>
                </a:cubicBezTo>
                <a:cubicBezTo>
                  <a:pt x="657908" y="6276764"/>
                  <a:pt x="625159" y="6270979"/>
                  <a:pt x="618141" y="6273378"/>
                </a:cubicBezTo>
                <a:cubicBezTo>
                  <a:pt x="606112" y="6250236"/>
                  <a:pt x="628751" y="6263137"/>
                  <a:pt x="596498" y="6261621"/>
                </a:cubicBezTo>
                <a:cubicBezTo>
                  <a:pt x="598654" y="6267969"/>
                  <a:pt x="583476" y="6241875"/>
                  <a:pt x="568296" y="6259035"/>
                </a:cubicBezTo>
                <a:lnTo>
                  <a:pt x="550874" y="6247808"/>
                </a:lnTo>
                <a:lnTo>
                  <a:pt x="521056" y="6251759"/>
                </a:lnTo>
                <a:cubicBezTo>
                  <a:pt x="512844" y="6252767"/>
                  <a:pt x="496898" y="6238469"/>
                  <a:pt x="487255" y="6237156"/>
                </a:cubicBezTo>
                <a:cubicBezTo>
                  <a:pt x="449168" y="6235869"/>
                  <a:pt x="452372" y="6218847"/>
                  <a:pt x="431825" y="6228675"/>
                </a:cubicBezTo>
                <a:cubicBezTo>
                  <a:pt x="409674" y="6239271"/>
                  <a:pt x="353899" y="6202116"/>
                  <a:pt x="346639" y="6209624"/>
                </a:cubicBezTo>
                <a:cubicBezTo>
                  <a:pt x="335776" y="6218525"/>
                  <a:pt x="269484" y="6176632"/>
                  <a:pt x="271007" y="6188053"/>
                </a:cubicBezTo>
                <a:cubicBezTo>
                  <a:pt x="223668" y="6157668"/>
                  <a:pt x="207158" y="6173403"/>
                  <a:pt x="189996" y="6162482"/>
                </a:cubicBezTo>
                <a:cubicBezTo>
                  <a:pt x="167941" y="6147838"/>
                  <a:pt x="134526" y="6155297"/>
                  <a:pt x="121342" y="6139836"/>
                </a:cubicBezTo>
                <a:cubicBezTo>
                  <a:pt x="108158" y="6124375"/>
                  <a:pt x="113782" y="6146084"/>
                  <a:pt x="90669" y="6116573"/>
                </a:cubicBezTo>
                <a:cubicBezTo>
                  <a:pt x="76705" y="6097951"/>
                  <a:pt x="64226" y="6077165"/>
                  <a:pt x="49115" y="6053333"/>
                </a:cubicBezTo>
                <a:cubicBezTo>
                  <a:pt x="34004" y="6029501"/>
                  <a:pt x="12038" y="6070748"/>
                  <a:pt x="0" y="6024041"/>
                </a:cubicBezTo>
                <a:close/>
              </a:path>
            </a:pathLst>
          </a:cu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17950469-12EE-2D36-FBF9-21CE969BBCE7}"/>
              </a:ext>
            </a:extLst>
          </p:cNvPr>
          <p:cNvSpPr txBox="1"/>
          <p:nvPr/>
        </p:nvSpPr>
        <p:spPr>
          <a:xfrm>
            <a:off x="9004300" y="6220617"/>
            <a:ext cx="30480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solidFill>
                  <a:schemeClr val="bg1"/>
                </a:solidFill>
                <a:latin typeface="Trebuchet MS" panose="020B0703020202090204" pitchFamily="34" charset="0"/>
              </a:rPr>
              <a:t>REAL MADRID CASTILLA TEMP 25-26</a:t>
            </a:r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9948F7D6-F592-2344-960E-21361240BC9E}"/>
              </a:ext>
            </a:extLst>
          </p:cNvPr>
          <p:cNvGrpSpPr/>
          <p:nvPr/>
        </p:nvGrpSpPr>
        <p:grpSpPr>
          <a:xfrm>
            <a:off x="4691576" y="2099310"/>
            <a:ext cx="2808847" cy="2659380"/>
            <a:chOff x="4860060" y="2161307"/>
            <a:chExt cx="2482850" cy="2642177"/>
          </a:xfrm>
        </p:grpSpPr>
        <p:pic>
          <p:nvPicPr>
            <p:cNvPr id="5" name="Imagen 4">
              <a:extLst>
                <a:ext uri="{FF2B5EF4-FFF2-40B4-BE49-F238E27FC236}">
                  <a16:creationId xmlns:a16="http://schemas.microsoft.com/office/drawing/2014/main" id="{E06D94AA-92CF-9C4F-9FF8-9FA3FB3A850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499100" y="2584450"/>
              <a:ext cx="1193800" cy="1689100"/>
            </a:xfrm>
            <a:prstGeom prst="rect">
              <a:avLst/>
            </a:prstGeom>
          </p:spPr>
        </p:pic>
        <p:pic>
          <p:nvPicPr>
            <p:cNvPr id="6" name="Imagen 5">
              <a:extLst>
                <a:ext uri="{FF2B5EF4-FFF2-40B4-BE49-F238E27FC236}">
                  <a16:creationId xmlns:a16="http://schemas.microsoft.com/office/drawing/2014/main" id="{DCEFDD4A-959C-0C4B-9EA5-506AA059714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860060" y="2161307"/>
              <a:ext cx="2482850" cy="264217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9562395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62048</TotalTime>
  <Words>924</Words>
  <Application>Microsoft Macintosh PowerPoint</Application>
  <PresentationFormat>Panorámica</PresentationFormat>
  <Paragraphs>446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Helvetica Neue Thin</vt:lpstr>
      <vt:lpstr>Trebuchet MS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Microsoft Office User</dc:creator>
  <cp:lastModifiedBy>Microsoft Office User</cp:lastModifiedBy>
  <cp:revision>1461</cp:revision>
  <cp:lastPrinted>2026-05-14T15:40:53Z</cp:lastPrinted>
  <dcterms:created xsi:type="dcterms:W3CDTF">2025-10-09T10:44:02Z</dcterms:created>
  <dcterms:modified xsi:type="dcterms:W3CDTF">2026-08-25T10:46:03Z</dcterms:modified>
</cp:coreProperties>
</file>