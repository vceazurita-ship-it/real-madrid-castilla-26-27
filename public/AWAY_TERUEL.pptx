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8" r:id="rId2"/>
    <p:sldId id="270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128"/>
    <a:srgbClr val="011893"/>
    <a:srgbClr val="DB6374"/>
    <a:srgbClr val="FF2F92"/>
    <a:srgbClr val="FF85FF"/>
    <a:srgbClr val="FF40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oscuro 1 - Énfasis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3"/>
    <p:restoredTop sz="92781"/>
  </p:normalViewPr>
  <p:slideViewPr>
    <p:cSldViewPr snapToGrid="0">
      <p:cViewPr varScale="1">
        <p:scale>
          <a:sx n="69" d="100"/>
          <a:sy n="69" d="100"/>
        </p:scale>
        <p:origin x="40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551ADE-DBF0-3844-B812-B4D4F7A7D411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CC8C7-E961-8445-A775-BDD144B33CDB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026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3CC8C7-E961-8445-A775-BDD144B33CDB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1371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036A9-3316-E6DC-09EF-44630B93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F333FB-7418-A979-3A47-4329B4A0D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2C02DD-DE95-D0C5-33A1-EDEA65C23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00F95F-92C3-1621-3A48-8B5FD83FB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3CC8C7-E961-8445-A775-BDD144B33CDB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956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880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8236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224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791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868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79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335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1670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73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840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026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62E0E-467F-4CD2-A89F-E99473DC1363}" type="datetimeFigureOut">
              <a:rPr lang="es-ES" smtClean="0"/>
              <a:pPr/>
              <a:t>21/08/2026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BFC98-83D0-4711-9CA8-27803CB3AC9A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200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cesse.one/mr5dsi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F9C8DA54-E877-AA0E-AB00-382EE0C29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9087"/>
            <a:ext cx="5057192" cy="52289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A555FF2-ADA4-48E9-3991-992AC818D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183" y="1717964"/>
            <a:ext cx="6909817" cy="5140036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C7DFBFD-9738-4BFA-977D-3506EFE6B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376551"/>
              </p:ext>
            </p:extLst>
          </p:nvPr>
        </p:nvGraphicFramePr>
        <p:xfrm>
          <a:off x="0" y="1091429"/>
          <a:ext cx="505719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9876">
                  <a:extLst>
                    <a:ext uri="{9D8B030D-6E8A-4147-A177-3AD203B41FA5}">
                      <a16:colId xmlns:a16="http://schemas.microsoft.com/office/drawing/2014/main" val="1786955839"/>
                    </a:ext>
                  </a:extLst>
                </a:gridCol>
                <a:gridCol w="2007316">
                  <a:extLst>
                    <a:ext uri="{9D8B030D-6E8A-4147-A177-3AD203B41FA5}">
                      <a16:colId xmlns:a16="http://schemas.microsoft.com/office/drawing/2014/main" val="2228636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/>
                        <a:t>CAMPO PINILLA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DIMENSIONES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61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NATURAL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103 X 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462925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633DC583-0440-4669-8538-0AF54E96B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804444"/>
              </p:ext>
            </p:extLst>
          </p:nvPr>
        </p:nvGraphicFramePr>
        <p:xfrm>
          <a:off x="5282183" y="1091429"/>
          <a:ext cx="690981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7150">
                  <a:extLst>
                    <a:ext uri="{9D8B030D-6E8A-4147-A177-3AD203B41FA5}">
                      <a16:colId xmlns:a16="http://schemas.microsoft.com/office/drawing/2014/main" val="1786955839"/>
                    </a:ext>
                  </a:extLst>
                </a:gridCol>
                <a:gridCol w="2742665">
                  <a:extLst>
                    <a:ext uri="{9D8B030D-6E8A-4147-A177-3AD203B41FA5}">
                      <a16:colId xmlns:a16="http://schemas.microsoft.com/office/drawing/2014/main" val="2228636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DISTANCIA VALDEBEBAS - 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3 HORAS 30 MINUTOS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61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462925"/>
                  </a:ext>
                </a:extLst>
              </a:tr>
            </a:tbl>
          </a:graphicData>
        </a:graphic>
      </p:graphicFrame>
      <p:pic>
        <p:nvPicPr>
          <p:cNvPr id="69" name="Imagen 68">
            <a:extLst>
              <a:ext uri="{FF2B5EF4-FFF2-40B4-BE49-F238E27FC236}">
                <a16:creationId xmlns:a16="http://schemas.microsoft.com/office/drawing/2014/main" id="{1928E122-A072-DF4C-83A7-5B410CD278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9029" y="6073454"/>
            <a:ext cx="488033" cy="683018"/>
          </a:xfrm>
          <a:prstGeom prst="rect">
            <a:avLst/>
          </a:prstGeom>
        </p:spPr>
      </p:pic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34CAA9C9-4F32-64ED-06DD-B15A9BBD8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9749"/>
              </p:ext>
            </p:extLst>
          </p:nvPr>
        </p:nvGraphicFramePr>
        <p:xfrm>
          <a:off x="0" y="0"/>
          <a:ext cx="12191998" cy="706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07695">
                  <a:extLst>
                    <a:ext uri="{9D8B030D-6E8A-4147-A177-3AD203B41FA5}">
                      <a16:colId xmlns:a16="http://schemas.microsoft.com/office/drawing/2014/main" val="189417777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108875434"/>
                    </a:ext>
                  </a:extLst>
                </a:gridCol>
                <a:gridCol w="1637598">
                  <a:extLst>
                    <a:ext uri="{9D8B030D-6E8A-4147-A177-3AD203B41FA5}">
                      <a16:colId xmlns:a16="http://schemas.microsoft.com/office/drawing/2014/main" val="2437898806"/>
                    </a:ext>
                  </a:extLst>
                </a:gridCol>
                <a:gridCol w="1430454">
                  <a:extLst>
                    <a:ext uri="{9D8B030D-6E8A-4147-A177-3AD203B41FA5}">
                      <a16:colId xmlns:a16="http://schemas.microsoft.com/office/drawing/2014/main" val="274417814"/>
                    </a:ext>
                  </a:extLst>
                </a:gridCol>
                <a:gridCol w="1564106">
                  <a:extLst>
                    <a:ext uri="{9D8B030D-6E8A-4147-A177-3AD203B41FA5}">
                      <a16:colId xmlns:a16="http://schemas.microsoft.com/office/drawing/2014/main" val="3233677673"/>
                    </a:ext>
                  </a:extLst>
                </a:gridCol>
                <a:gridCol w="1997242">
                  <a:extLst>
                    <a:ext uri="{9D8B030D-6E8A-4147-A177-3AD203B41FA5}">
                      <a16:colId xmlns:a16="http://schemas.microsoft.com/office/drawing/2014/main" val="3034144355"/>
                    </a:ext>
                  </a:extLst>
                </a:gridCol>
                <a:gridCol w="2097503">
                  <a:extLst>
                    <a:ext uri="{9D8B030D-6E8A-4147-A177-3AD203B41FA5}">
                      <a16:colId xmlns:a16="http://schemas.microsoft.com/office/drawing/2014/main" val="1167713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EQUIPO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RIVAL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JORNADA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FECHA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HORA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EN CASA (CAMPO)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FUERA (CAMPO)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42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CASTILLA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dirty="0"/>
                        <a:t>CD TERUEL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1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31/08/2026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21:15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b="1" dirty="0"/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dirty="0"/>
                        <a:t>NATURAL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07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42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9B060-F962-68DF-2059-76CDBE5F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9B260DAF-0AD1-FAD8-1E37-B1C0EC12E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979920"/>
              </p:ext>
            </p:extLst>
          </p:nvPr>
        </p:nvGraphicFramePr>
        <p:xfrm>
          <a:off x="0" y="0"/>
          <a:ext cx="12191998" cy="706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07695">
                  <a:extLst>
                    <a:ext uri="{9D8B030D-6E8A-4147-A177-3AD203B41FA5}">
                      <a16:colId xmlns:a16="http://schemas.microsoft.com/office/drawing/2014/main" val="189417777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108875434"/>
                    </a:ext>
                  </a:extLst>
                </a:gridCol>
                <a:gridCol w="1637598">
                  <a:extLst>
                    <a:ext uri="{9D8B030D-6E8A-4147-A177-3AD203B41FA5}">
                      <a16:colId xmlns:a16="http://schemas.microsoft.com/office/drawing/2014/main" val="2437898806"/>
                    </a:ext>
                  </a:extLst>
                </a:gridCol>
                <a:gridCol w="1430454">
                  <a:extLst>
                    <a:ext uri="{9D8B030D-6E8A-4147-A177-3AD203B41FA5}">
                      <a16:colId xmlns:a16="http://schemas.microsoft.com/office/drawing/2014/main" val="274417814"/>
                    </a:ext>
                  </a:extLst>
                </a:gridCol>
                <a:gridCol w="1564106">
                  <a:extLst>
                    <a:ext uri="{9D8B030D-6E8A-4147-A177-3AD203B41FA5}">
                      <a16:colId xmlns:a16="http://schemas.microsoft.com/office/drawing/2014/main" val="3233677673"/>
                    </a:ext>
                  </a:extLst>
                </a:gridCol>
                <a:gridCol w="1997242">
                  <a:extLst>
                    <a:ext uri="{9D8B030D-6E8A-4147-A177-3AD203B41FA5}">
                      <a16:colId xmlns:a16="http://schemas.microsoft.com/office/drawing/2014/main" val="3034144355"/>
                    </a:ext>
                  </a:extLst>
                </a:gridCol>
                <a:gridCol w="2097503">
                  <a:extLst>
                    <a:ext uri="{9D8B030D-6E8A-4147-A177-3AD203B41FA5}">
                      <a16:colId xmlns:a16="http://schemas.microsoft.com/office/drawing/2014/main" val="1167713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EQUIPO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RIVAL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JORNADA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FECHA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HORA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EN CASA (CAMPO)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FUERA (CAMPO)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422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CASTILLA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dirty="0"/>
                        <a:t>CD TERUEL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b="1" dirty="0"/>
                        <a:t>1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31/08/2026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/>
                        <a:t>21:15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b="1" dirty="0"/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dirty="0"/>
                        <a:t>NATURAL</a:t>
                      </a:r>
                    </a:p>
                  </a:txBody>
                  <a:tcPr>
                    <a:solidFill>
                      <a:schemeClr val="tx1">
                        <a:alpha val="1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07265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250E9FC-0E2A-01D9-C2F3-416B83864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545679"/>
              </p:ext>
            </p:extLst>
          </p:nvPr>
        </p:nvGraphicFramePr>
        <p:xfrm>
          <a:off x="0" y="1091429"/>
          <a:ext cx="5057192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9876">
                  <a:extLst>
                    <a:ext uri="{9D8B030D-6E8A-4147-A177-3AD203B41FA5}">
                      <a16:colId xmlns:a16="http://schemas.microsoft.com/office/drawing/2014/main" val="1786955839"/>
                    </a:ext>
                  </a:extLst>
                </a:gridCol>
                <a:gridCol w="2007316">
                  <a:extLst>
                    <a:ext uri="{9D8B030D-6E8A-4147-A177-3AD203B41FA5}">
                      <a16:colId xmlns:a16="http://schemas.microsoft.com/office/drawing/2014/main" val="2228636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HOTEL: </a:t>
                      </a:r>
                      <a:r>
                        <a:rPr lang="es-ES" sz="10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Hotel Palacio la Marquesa</a:t>
                      </a:r>
                    </a:p>
                    <a:p>
                      <a:pPr algn="ctr"/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200" dirty="0">
                          <a:hlinkClick r:id="rId3"/>
                        </a:rPr>
                        <a:t>https://acesse.one/mr5dsia</a:t>
                      </a:r>
                      <a:endParaRPr lang="es-ES_tradnl" sz="1200" dirty="0"/>
                    </a:p>
                    <a:p>
                      <a:pPr algn="ctr"/>
                      <a:endParaRPr lang="es-ES_tradn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61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462925"/>
                  </a:ext>
                </a:extLst>
              </a:tr>
            </a:tbl>
          </a:graphicData>
        </a:graphic>
      </p:graphicFrame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7A7B8AC3-7F8C-BEC1-4753-000BED58A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28653"/>
              </p:ext>
            </p:extLst>
          </p:nvPr>
        </p:nvGraphicFramePr>
        <p:xfrm>
          <a:off x="5282183" y="1091429"/>
          <a:ext cx="688774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3839">
                  <a:extLst>
                    <a:ext uri="{9D8B030D-6E8A-4147-A177-3AD203B41FA5}">
                      <a16:colId xmlns:a16="http://schemas.microsoft.com/office/drawing/2014/main" val="1786955839"/>
                    </a:ext>
                  </a:extLst>
                </a:gridCol>
                <a:gridCol w="2733904">
                  <a:extLst>
                    <a:ext uri="{9D8B030D-6E8A-4147-A177-3AD203B41FA5}">
                      <a16:colId xmlns:a16="http://schemas.microsoft.com/office/drawing/2014/main" val="2228636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DISTANCIA HOTEL - 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7 MINUTOS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612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462925"/>
                  </a:ext>
                </a:extLst>
              </a:tr>
            </a:tbl>
          </a:graphicData>
        </a:graphic>
      </p:graphicFrame>
      <p:pic>
        <p:nvPicPr>
          <p:cNvPr id="69" name="Imagen 68">
            <a:extLst>
              <a:ext uri="{FF2B5EF4-FFF2-40B4-BE49-F238E27FC236}">
                <a16:creationId xmlns:a16="http://schemas.microsoft.com/office/drawing/2014/main" id="{837346AC-A0BD-6CF8-5732-256ECDBC75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9029" y="6073454"/>
            <a:ext cx="488033" cy="6830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C0E6580-6CD0-69C2-14AD-46EA8CF75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183" y="1833109"/>
            <a:ext cx="6887743" cy="504391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C3D1BB0-628E-D837-2EBA-82F2FE4F4E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74" y="1833109"/>
            <a:ext cx="5035118" cy="503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671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4635</TotalTime>
  <Words>78</Words>
  <Application>Microsoft Office PowerPoint</Application>
  <PresentationFormat>Panorámica</PresentationFormat>
  <Paragraphs>38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Pozo Guerras, Carlos</dc:creator>
  <cp:lastModifiedBy>Jose Javier Padilla Rodriguez</cp:lastModifiedBy>
  <cp:revision>210</cp:revision>
  <dcterms:created xsi:type="dcterms:W3CDTF">2019-08-08T10:25:06Z</dcterms:created>
  <dcterms:modified xsi:type="dcterms:W3CDTF">2026-08-21T09:53:39Z</dcterms:modified>
</cp:coreProperties>
</file>