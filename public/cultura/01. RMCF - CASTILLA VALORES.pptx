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de piz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ada" descr="Port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1" descr="Valor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1 · Conductas" descr="Valor 1 · Conduc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2" descr="Valor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2 · Conductas" descr="Valor 2 · Conduc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3" descr="Valo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3 · Conductas" descr="Valor 3 · Conduc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4" descr="Valo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4 · Conductas" descr="Valor 4 · Conduc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5" descr="Valo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or 5 · Conductas" descr="Valor 5 · Conduc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stilla ABP">
  <a:themeElements>
    <a:clrScheme name="Castilla">
      <a:dk1>
        <a:sysClr val="windowText" lastClr="000000"/>
      </a:dk1>
      <a:lt1>
        <a:sysClr val="window" lastClr="FFFFFF"/>
      </a:lt1>
      <a:dk2>
        <a:srgbClr val="04121F"/>
      </a:dk2>
      <a:lt2>
        <a:srgbClr val="F7F4EC"/>
      </a:lt2>
      <a:accent1>
        <a:srgbClr val="C8A96B"/>
      </a:accent1>
      <a:accent2>
        <a:srgbClr val="00304E"/>
      </a:accent2>
      <a:accent3>
        <a:srgbClr val="1B3A2E"/>
      </a:accent3>
      <a:accent4>
        <a:srgbClr val="F6AFB6"/>
      </a:accent4>
      <a:accent5>
        <a:srgbClr val="E4CE9B"/>
      </a:accent5>
      <a:accent6>
        <a:srgbClr val="0F1E3D"/>
      </a:accent6>
      <a:hlink>
        <a:srgbClr val="0563C1"/>
      </a:hlink>
      <a:folHlink>
        <a:srgbClr val="954F72"/>
      </a:folHlink>
    </a:clrScheme>
    <a:fontScheme name="Castilla">
      <a:majorFont>
        <a:latin typeface="Barlow Condensed"/>
        <a:ea typeface=""/>
        <a:cs typeface=""/>
      </a:majorFont>
      <a:minorFont>
        <a:latin typeface="Barlow Condensed"/>
        <a:ea typeface=""/>
        <a:cs typeface=""/>
      </a:minorFont>
    </a:fontScheme>
    <a:fmtScheme name="Castill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RMCF Castilla · Pizarra de balón parado</Application>
  <Slides>11</Slides>
  <TitlesOfParts>
    <vt:vector size="11" baseType="lpstr">
      <vt:lpstr>Portada</vt:lpstr>
      <vt:lpstr>Valor 1</vt:lpstr>
      <vt:lpstr>Valor 1 · Conductas</vt:lpstr>
      <vt:lpstr>Valor 2</vt:lpstr>
      <vt:lpstr>Valor 2 · Conductas</vt:lpstr>
      <vt:lpstr>Valor 3</vt:lpstr>
      <vt:lpstr>Valor 3 · Conductas</vt:lpstr>
      <vt:lpstr>Valor 4</vt:lpstr>
      <vt:lpstr>Valor 4 · Conductas</vt:lpstr>
      <vt:lpstr>Valor 5</vt:lpstr>
      <vt:lpstr>Valor 5 · Conductas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Valores y antivalores · RMCF Castilla 26 / 27</dc:title>
  <dc:creator>RMCF Castilla</dc:creator>
  <cp:lastModifiedBy>RMCF Castilla</cp:lastModifiedBy>
  <dcterms:created xsi:type="dcterms:W3CDTF">2026-08-28T04:56:55Z</dcterms:created>
  <dcterms:modified xsi:type="dcterms:W3CDTF">2026-08-28T04:56:55Z</dcterms:modified>
</cp:coreProperties>
</file>